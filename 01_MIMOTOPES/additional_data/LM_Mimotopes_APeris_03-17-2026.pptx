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1-1.xml" ContentType="application/vnd.openxmlformats-officedocument.presentationml.tags+xml"/>
  <Override PartName="/ppt/tags/tag1-2.xml" ContentType="application/vnd.openxmlformats-officedocument.presentationml.tags+xml"/>
  <Override PartName="/ppt/tags/tag1-3.xml" ContentType="application/vnd.openxmlformats-officedocument.presentationml.tags+xml"/>
  <Override PartName="/ppt/tags/tag2-1.xml" ContentType="application/vnd.openxmlformats-officedocument.presentationml.tags+xml"/>
  <Override PartName="/ppt/tags/tag3-1.xml" ContentType="application/vnd.openxmlformats-officedocument.presentationml.tags+xml"/>
  <Override PartName="/ppt/tags/tag3-2.xml" ContentType="application/vnd.openxmlformats-officedocument.presentationml.tags+xml"/>
  <Override PartName="/ppt/tags/tag3-3.xml" ContentType="application/vnd.openxmlformats-officedocument.presentationml.tags+xml"/>
  <Override PartName="/ppt/tags/tag3-4.xml" ContentType="application/vnd.openxmlformats-officedocument.presentationml.tags+xml"/>
  <Override PartName="/ppt/tags/tag3-5.xml" ContentType="application/vnd.openxmlformats-officedocument.presentationml.tags+xml"/>
  <Override PartName="/ppt/tags/tag3-6.xml" ContentType="application/vnd.openxmlformats-officedocument.presentationml.tags+xml"/>
  <Override PartName="/ppt/tags/tag3-7.xml" ContentType="application/vnd.openxmlformats-officedocument.presentationml.tags+xml"/>
  <Override PartName="/ppt/tags/tag3-8.xml" ContentType="application/vnd.openxmlformats-officedocument.presentationml.tags+xml"/>
  <Override PartName="/ppt/tags/tag3-9.xml" ContentType="application/vnd.openxmlformats-officedocument.presentationml.tags+xml"/>
  <Override PartName="/ppt/tags/tag3-10.xml" ContentType="application/vnd.openxmlformats-officedocument.presentationml.tags+xml"/>
  <Override PartName="/ppt/tags/tag3-11.xml" ContentType="application/vnd.openxmlformats-officedocument.presentationml.tags+xml"/>
  <Override PartName="/ppt/tags/tag3-12.xml" ContentType="application/vnd.openxmlformats-officedocument.presentationml.tags+xml"/>
  <Override PartName="/ppt/tags/tag3-13.xml" ContentType="application/vnd.openxmlformats-officedocument.presentationml.tags+xml"/>
  <Override PartName="/ppt/tags/tag3-14.xml" ContentType="application/vnd.openxmlformats-officedocument.presentationml.tags+xml"/>
  <Override PartName="/ppt/tags/tag3-15.xml" ContentType="application/vnd.openxmlformats-officedocument.presentationml.tags+xml"/>
  <Override PartName="/ppt/tags/tag3-16.xml" ContentType="application/vnd.openxmlformats-officedocument.presentationml.tags+xml"/>
  <Override PartName="/ppt/tags/tag3-17.xml" ContentType="application/vnd.openxmlformats-officedocument.presentationml.tags+xml"/>
  <Override PartName="/ppt/tags/tag3-18.xml" ContentType="application/vnd.openxmlformats-officedocument.presentationml.tags+xml"/>
  <Override PartName="/ppt/tags/tag3-19.xml" ContentType="application/vnd.openxmlformats-officedocument.presentationml.tags+xml"/>
  <Override PartName="/ppt/tags/tag3-20.xml" ContentType="application/vnd.openxmlformats-officedocument.presentationml.tags+xml"/>
  <Override PartName="/ppt/tags/tag3-21.xml" ContentType="application/vnd.openxmlformats-officedocument.presentationml.tags+xml"/>
  <Override PartName="/ppt/tags/tag3-22.xml" ContentType="application/vnd.openxmlformats-officedocument.presentationml.tags+xml"/>
  <Override PartName="/ppt/tags/tag3-23.xml" ContentType="application/vnd.openxmlformats-officedocument.presentationml.tags+xml"/>
  <Override PartName="/ppt/tags/tag3-24.xml" ContentType="application/vnd.openxmlformats-officedocument.presentationml.tags+xml"/>
  <Override PartName="/ppt/tags/tag3-25.xml" ContentType="application/vnd.openxmlformats-officedocument.presentationml.tags+xml"/>
  <Override PartName="/ppt/tags/tag3-26.xml" ContentType="application/vnd.openxmlformats-officedocument.presentationml.tags+xml"/>
  <Override PartName="/ppt/tags/tag3-27.xml" ContentType="application/vnd.openxmlformats-officedocument.presentationml.tags+xml"/>
  <Override PartName="/ppt/tags/tag3-28.xml" ContentType="application/vnd.openxmlformats-officedocument.presentationml.tags+xml"/>
  <Override PartName="/ppt/tags/tag3-29.xml" ContentType="application/vnd.openxmlformats-officedocument.presentationml.tags+xml"/>
  <Override PartName="/ppt/tags/tag3-30.xml" ContentType="application/vnd.openxmlformats-officedocument.presentationml.tags+xml"/>
  <Override PartName="/ppt/tags/tag3-31.xml" ContentType="application/vnd.openxmlformats-officedocument.presentationml.tags+xml"/>
  <Override PartName="/ppt/tags/tag3-32.xml" ContentType="application/vnd.openxmlformats-officedocument.presentationml.tags+xml"/>
  <Override PartName="/ppt/tags/tag3-33.xml" ContentType="application/vnd.openxmlformats-officedocument.presentationml.tags+xml"/>
  <Override PartName="/ppt/tags/tag3-34.xml" ContentType="application/vnd.openxmlformats-officedocument.presentationml.tags+xml"/>
  <Override PartName="/ppt/tags/tag3-35.xml" ContentType="application/vnd.openxmlformats-officedocument.presentationml.tags+xml"/>
  <Override PartName="/ppt/tags/tag3-36.xml" ContentType="application/vnd.openxmlformats-officedocument.presentationml.tags+xml"/>
  <Override PartName="/ppt/tags/tag3-37.xml" ContentType="application/vnd.openxmlformats-officedocument.presentationml.tags+xml"/>
  <Override PartName="/ppt/tags/tag3-38.xml" ContentType="application/vnd.openxmlformats-officedocument.presentationml.tags+xml"/>
  <Override PartName="/ppt/tags/tag3-39.xml" ContentType="application/vnd.openxmlformats-officedocument.presentationml.tags+xml"/>
  <Override PartName="/ppt/tags/tag3-40.xml" ContentType="application/vnd.openxmlformats-officedocument.presentationml.tags+xml"/>
  <Override PartName="/ppt/tags/tag3-41.xml" ContentType="application/vnd.openxmlformats-officedocument.presentationml.tags+xml"/>
  <Override PartName="/ppt/tags/tag3-42.xml" ContentType="application/vnd.openxmlformats-officedocument.presentationml.tags+xml"/>
  <Override PartName="/ppt/tags/tag3-43.xml" ContentType="application/vnd.openxmlformats-officedocument.presentationml.tags+xml"/>
  <Override PartName="/ppt/tags/tag3-44.xml" ContentType="application/vnd.openxmlformats-officedocument.presentationml.tags+xml"/>
  <Override PartName="/ppt/tags/tag3-45.xml" ContentType="application/vnd.openxmlformats-officedocument.presentationml.tags+xml"/>
  <Override PartName="/ppt/tags/tag3-46.xml" ContentType="application/vnd.openxmlformats-officedocument.presentationml.tags+xml"/>
  <Override PartName="/ppt/tags/tag3-47.xml" ContentType="application/vnd.openxmlformats-officedocument.presentationml.tags+xml"/>
  <Override PartName="/ppt/tags/tag3-48.xml" ContentType="application/vnd.openxmlformats-officedocument.presentationml.tags+xml"/>
  <Override PartName="/ppt/tags/tag3-49.xml" ContentType="application/vnd.openxmlformats-officedocument.presentationml.tags+xml"/>
  <Override PartName="/ppt/tags/tag3-50.xml" ContentType="application/vnd.openxmlformats-officedocument.presentationml.tags+xml"/>
  <Override PartName="/ppt/tags/tag3-51.xml" ContentType="application/vnd.openxmlformats-officedocument.presentationml.tags+xml"/>
  <Override PartName="/ppt/tags/tag3-52.xml" ContentType="application/vnd.openxmlformats-officedocument.presentationml.tags+xml"/>
  <Override PartName="/ppt/tags/tag3-53.xml" ContentType="application/vnd.openxmlformats-officedocument.presentationml.tags+xml"/>
  <Override PartName="/ppt/tags/tag3-54.xml" ContentType="application/vnd.openxmlformats-officedocument.presentationml.tags+xml"/>
  <Override PartName="/ppt/tags/tag3-55.xml" ContentType="application/vnd.openxmlformats-officedocument.presentationml.tags+xml"/>
  <Override PartName="/ppt/tags/tag3-56.xml" ContentType="application/vnd.openxmlformats-officedocument.presentationml.tags+xml"/>
  <Override PartName="/ppt/tags/tag3-57.xml" ContentType="application/vnd.openxmlformats-officedocument.presentationml.tags+xml"/>
  <Override PartName="/ppt/tags/tag3-58.xml" ContentType="application/vnd.openxmlformats-officedocument.presentationml.tags+xml"/>
  <Override PartName="/ppt/tags/tag3-59.xml" ContentType="application/vnd.openxmlformats-officedocument.presentationml.tags+xml"/>
  <Override PartName="/ppt/tags/tag3-60.xml" ContentType="application/vnd.openxmlformats-officedocument.presentationml.tags+xml"/>
  <Override PartName="/ppt/tags/tag3-61.xml" ContentType="application/vnd.openxmlformats-officedocument.presentationml.tags+xml"/>
  <Override PartName="/ppt/tags/tag3-62.xml" ContentType="application/vnd.openxmlformats-officedocument.presentationml.tags+xml"/>
  <Override PartName="/ppt/tags/tag3-63.xml" ContentType="application/vnd.openxmlformats-officedocument.presentationml.tags+xml"/>
  <Override PartName="/ppt/tags/tag3-64.xml" ContentType="application/vnd.openxmlformats-officedocument.presentationml.tags+xml"/>
  <Override PartName="/ppt/tags/tag3-65.xml" ContentType="application/vnd.openxmlformats-officedocument.presentationml.tags+xml"/>
  <Override PartName="/ppt/tags/tag3-66.xml" ContentType="application/vnd.openxmlformats-officedocument.presentationml.tags+xml"/>
  <Override PartName="/ppt/tags/tag3-67.xml" ContentType="application/vnd.openxmlformats-officedocument.presentationml.tags+xml"/>
  <Override PartName="/ppt/tags/tag3-68.xml" ContentType="application/vnd.openxmlformats-officedocument.presentationml.tags+xml"/>
  <Override PartName="/ppt/tags/tag3-69.xml" ContentType="application/vnd.openxmlformats-officedocument.presentationml.tags+xml"/>
  <Override PartName="/ppt/tags/tag3-70.xml" ContentType="application/vnd.openxmlformats-officedocument.presentationml.tags+xml"/>
  <Override PartName="/ppt/tags/tag4-1.xml" ContentType="application/vnd.openxmlformats-officedocument.presentationml.tags+xml"/>
  <Override PartName="/ppt/tags/tag4-2.xml" ContentType="application/vnd.openxmlformats-officedocument.presentationml.tags+xml"/>
  <Override PartName="/ppt/tags/tag4-3.xml" ContentType="application/vnd.openxmlformats-officedocument.presentationml.tags+xml"/>
  <Override PartName="/ppt/tags/tag4-4.xml" ContentType="application/vnd.openxmlformats-officedocument.presentationml.tags+xml"/>
  <Override PartName="/ppt/tags/tag4-5.xml" ContentType="application/vnd.openxmlformats-officedocument.presentationml.tags+xml"/>
  <Override PartName="/ppt/tags/tag4-6.xml" ContentType="application/vnd.openxmlformats-officedocument.presentationml.tags+xml"/>
  <Override PartName="/ppt/tags/tag4-7.xml" ContentType="application/vnd.openxmlformats-officedocument.presentationml.tags+xml"/>
  <Override PartName="/ppt/tags/tag4-8.xml" ContentType="application/vnd.openxmlformats-officedocument.presentationml.tags+xml"/>
  <Override PartName="/ppt/tags/tag4-9.xml" ContentType="application/vnd.openxmlformats-officedocument.presentationml.tags+xml"/>
  <Override PartName="/ppt/tags/tag4-10.xml" ContentType="application/vnd.openxmlformats-officedocument.presentationml.tags+xml"/>
  <Override PartName="/ppt/tags/tag4-11.xml" ContentType="application/vnd.openxmlformats-officedocument.presentationml.tags+xml"/>
  <Override PartName="/ppt/tags/tag4-12.xml" ContentType="application/vnd.openxmlformats-officedocument.presentationml.tags+xml"/>
  <Override PartName="/ppt/tags/tag4-13.xml" ContentType="application/vnd.openxmlformats-officedocument.presentationml.tags+xml"/>
  <Override PartName="/ppt/tags/tag4-14.xml" ContentType="application/vnd.openxmlformats-officedocument.presentationml.tags+xml"/>
  <Override PartName="/ppt/tags/tag4-15.xml" ContentType="application/vnd.openxmlformats-officedocument.presentationml.tags+xml"/>
  <Override PartName="/ppt/tags/tag4-16.xml" ContentType="application/vnd.openxmlformats-officedocument.presentationml.tags+xml"/>
  <Override PartName="/ppt/tags/tag4-17.xml" ContentType="application/vnd.openxmlformats-officedocument.presentationml.tags+xml"/>
  <Override PartName="/ppt/tags/tag4-18.xml" ContentType="application/vnd.openxmlformats-officedocument.presentationml.tags+xml"/>
  <Override PartName="/ppt/tags/tag4-19.xml" ContentType="application/vnd.openxmlformats-officedocument.presentationml.tags+xml"/>
  <Override PartName="/ppt/tags/tag4-20.xml" ContentType="application/vnd.openxmlformats-officedocument.presentationml.tags+xml"/>
  <Override PartName="/ppt/tags/tag4-21.xml" ContentType="application/vnd.openxmlformats-officedocument.presentationml.tags+xml"/>
  <Override PartName="/ppt/tags/tag4-22.xml" ContentType="application/vnd.openxmlformats-officedocument.presentationml.tags+xml"/>
  <Override PartName="/ppt/tags/tag4-23.xml" ContentType="application/vnd.openxmlformats-officedocument.presentationml.tags+xml"/>
  <Override PartName="/ppt/tags/tag4-24.xml" ContentType="application/vnd.openxmlformats-officedocument.presentationml.tags+xml"/>
  <Override PartName="/ppt/tags/tag4-25.xml" ContentType="application/vnd.openxmlformats-officedocument.presentationml.tags+xml"/>
  <Override PartName="/ppt/tags/tag4-26.xml" ContentType="application/vnd.openxmlformats-officedocument.presentationml.tags+xml"/>
  <Override PartName="/ppt/tags/tag4-27.xml" ContentType="application/vnd.openxmlformats-officedocument.presentationml.tags+xml"/>
  <Override PartName="/ppt/tags/tag4-28.xml" ContentType="application/vnd.openxmlformats-officedocument.presentationml.tags+xml"/>
  <Override PartName="/ppt/tags/tag4-29.xml" ContentType="application/vnd.openxmlformats-officedocument.presentationml.tags+xml"/>
  <Override PartName="/ppt/tags/tag4-30.xml" ContentType="application/vnd.openxmlformats-officedocument.presentationml.tags+xml"/>
  <Override PartName="/ppt/tags/tag4-31.xml" ContentType="application/vnd.openxmlformats-officedocument.presentationml.tags+xml"/>
  <Override PartName="/ppt/tags/tag4-32.xml" ContentType="application/vnd.openxmlformats-officedocument.presentationml.tags+xml"/>
  <Override PartName="/ppt/tags/tag4-33.xml" ContentType="application/vnd.openxmlformats-officedocument.presentationml.tags+xml"/>
  <Override PartName="/ppt/tags/tag4-34.xml" ContentType="application/vnd.openxmlformats-officedocument.presentationml.tags+xml"/>
  <Override PartName="/ppt/tags/tag4-35.xml" ContentType="application/vnd.openxmlformats-officedocument.presentationml.tags+xml"/>
  <Override PartName="/ppt/tags/tag4-36.xml" ContentType="application/vnd.openxmlformats-officedocument.presentationml.tags+xml"/>
  <Override PartName="/ppt/tags/tag4-37.xml" ContentType="application/vnd.openxmlformats-officedocument.presentationml.tags+xml"/>
  <Override PartName="/ppt/tags/tag4-38.xml" ContentType="application/vnd.openxmlformats-officedocument.presentationml.tags+xml"/>
  <Override PartName="/ppt/tags/tag4-39.xml" ContentType="application/vnd.openxmlformats-officedocument.presentationml.tags+xml"/>
  <Override PartName="/ppt/tags/tag4-40.xml" ContentType="application/vnd.openxmlformats-officedocument.presentationml.tags+xml"/>
  <Override PartName="/ppt/tags/tag4-41.xml" ContentType="application/vnd.openxmlformats-officedocument.presentationml.tags+xml"/>
  <Override PartName="/ppt/tags/tag4-42.xml" ContentType="application/vnd.openxmlformats-officedocument.presentationml.tags+xml"/>
  <Override PartName="/ppt/tags/tag4-43.xml" ContentType="application/vnd.openxmlformats-officedocument.presentationml.tags+xml"/>
  <Override PartName="/ppt/tags/tag4-44.xml" ContentType="application/vnd.openxmlformats-officedocument.presentationml.tags+xml"/>
  <Override PartName="/ppt/tags/tag4-45.xml" ContentType="application/vnd.openxmlformats-officedocument.presentationml.tags+xml"/>
  <Override PartName="/ppt/tags/tag4-46.xml" ContentType="application/vnd.openxmlformats-officedocument.presentationml.tags+xml"/>
  <Override PartName="/ppt/tags/tag4-47.xml" ContentType="application/vnd.openxmlformats-officedocument.presentationml.tags+xml"/>
  <Override PartName="/ppt/tags/tag4-48.xml" ContentType="application/vnd.openxmlformats-officedocument.presentationml.tags+xml"/>
  <Override PartName="/ppt/tags/tag4-49.xml" ContentType="application/vnd.openxmlformats-officedocument.presentationml.tags+xml"/>
  <Override PartName="/ppt/tags/tag4-50.xml" ContentType="application/vnd.openxmlformats-officedocument.presentationml.tags+xml"/>
  <Override PartName="/ppt/tags/tag4-51.xml" ContentType="application/vnd.openxmlformats-officedocument.presentationml.tags+xml"/>
  <Override PartName="/ppt/tags/tag4-52.xml" ContentType="application/vnd.openxmlformats-officedocument.presentationml.tags+xml"/>
  <Override PartName="/ppt/tags/tag4-53.xml" ContentType="application/vnd.openxmlformats-officedocument.presentationml.tags+xml"/>
  <Override PartName="/ppt/tags/tag4-54.xml" ContentType="application/vnd.openxmlformats-officedocument.presentationml.tags+xml"/>
  <Override PartName="/ppt/tags/tag4-55.xml" ContentType="application/vnd.openxmlformats-officedocument.presentationml.tags+xml"/>
  <Override PartName="/ppt/tags/tag4-56.xml" ContentType="application/vnd.openxmlformats-officedocument.presentationml.tags+xml"/>
  <Override PartName="/ppt/tags/tag4-57.xml" ContentType="application/vnd.openxmlformats-officedocument.presentationml.tags+xml"/>
  <Override PartName="/ppt/tags/tag4-58.xml" ContentType="application/vnd.openxmlformats-officedocument.presentationml.tags+xml"/>
  <Override PartName="/ppt/tags/tag4-59.xml" ContentType="application/vnd.openxmlformats-officedocument.presentationml.tags+xml"/>
  <Override PartName="/ppt/tags/tag4-60.xml" ContentType="application/vnd.openxmlformats-officedocument.presentationml.tags+xml"/>
  <Override PartName="/ppt/tags/tag4-61.xml" ContentType="application/vnd.openxmlformats-officedocument.presentationml.tags+xml"/>
  <Override PartName="/ppt/tags/tag4-62.xml" ContentType="application/vnd.openxmlformats-officedocument.presentationml.tags+xml"/>
  <Override PartName="/ppt/tags/tag4-63.xml" ContentType="application/vnd.openxmlformats-officedocument.presentationml.tags+xml"/>
  <Override PartName="/ppt/tags/tag4-64.xml" ContentType="application/vnd.openxmlformats-officedocument.presentationml.tags+xml"/>
  <Override PartName="/ppt/tags/tag4-65.xml" ContentType="application/vnd.openxmlformats-officedocument.presentationml.tags+xml"/>
  <Override PartName="/ppt/tags/tag4-66.xml" ContentType="application/vnd.openxmlformats-officedocument.presentationml.tags+xml"/>
  <Override PartName="/ppt/tags/tag4-67.xml" ContentType="application/vnd.openxmlformats-officedocument.presentationml.tags+xml"/>
  <Override PartName="/ppt/tags/tag4-68.xml" ContentType="application/vnd.openxmlformats-officedocument.presentationml.tags+xml"/>
  <Override PartName="/ppt/tags/tag4-69.xml" ContentType="application/vnd.openxmlformats-officedocument.presentationml.tags+xml"/>
  <Override PartName="/ppt/tags/tag4-70.xml" ContentType="application/vnd.openxmlformats-officedocument.presentationml.tags+xml"/>
  <Override PartName="/ppt/tags/tag4-71.xml" ContentType="application/vnd.openxmlformats-officedocument.presentationml.tags+xml"/>
  <Override PartName="/ppt/tags/tag5-1.xml" ContentType="application/vnd.openxmlformats-officedocument.presentationml.tags+xml"/>
  <Override PartName="/ppt/tags/tag5-2.xml" ContentType="application/vnd.openxmlformats-officedocument.presentationml.tags+xml"/>
  <Override PartName="/ppt/tags/tag5-3.xml" ContentType="application/vnd.openxmlformats-officedocument.presentationml.tags+xml"/>
  <Override PartName="/ppt/tags/tag5-4.xml" ContentType="application/vnd.openxmlformats-officedocument.presentationml.tags+xml"/>
  <Override PartName="/ppt/tags/tag5-5.xml" ContentType="application/vnd.openxmlformats-officedocument.presentationml.tags+xml"/>
  <Override PartName="/ppt/tags/tag5-6.xml" ContentType="application/vnd.openxmlformats-officedocument.presentationml.tags+xml"/>
  <Override PartName="/ppt/tags/tag5-7.xml" ContentType="application/vnd.openxmlformats-officedocument.presentationml.tags+xml"/>
  <Override PartName="/ppt/tags/tag5-8.xml" ContentType="application/vnd.openxmlformats-officedocument.presentationml.tags+xml"/>
  <Override PartName="/ppt/tags/tag5-9.xml" ContentType="application/vnd.openxmlformats-officedocument.presentationml.tags+xml"/>
  <Override PartName="/ppt/tags/tag5-10.xml" ContentType="application/vnd.openxmlformats-officedocument.presentationml.tags+xml"/>
  <Override PartName="/ppt/tags/tag5-11.xml" ContentType="application/vnd.openxmlformats-officedocument.presentationml.tags+xml"/>
  <Override PartName="/ppt/tags/tag5-12.xml" ContentType="application/vnd.openxmlformats-officedocument.presentationml.tags+xml"/>
  <Override PartName="/ppt/tags/tag5-13.xml" ContentType="application/vnd.openxmlformats-officedocument.presentationml.tags+xml"/>
  <Override PartName="/ppt/tags/tag6-1.xml" ContentType="application/vnd.openxmlformats-officedocument.presentationml.tags+xml"/>
  <Override PartName="/ppt/tags/tag6-2.xml" ContentType="application/vnd.openxmlformats-officedocument.presentationml.tags+xml"/>
  <Override PartName="/ppt/tags/tag6-3.xml" ContentType="application/vnd.openxmlformats-officedocument.presentationml.tags+xml"/>
  <Override PartName="/ppt/tags/tag6-4.xml" ContentType="application/vnd.openxmlformats-officedocument.presentationml.tags+xml"/>
  <Override PartName="/ppt/tags/tag6-5.xml" ContentType="application/vnd.openxmlformats-officedocument.presentationml.tags+xml"/>
  <Override PartName="/ppt/tags/tag6-6.xml" ContentType="application/vnd.openxmlformats-officedocument.presentationml.tags+xml"/>
  <Override PartName="/ppt/tags/tag6-7.xml" ContentType="application/vnd.openxmlformats-officedocument.presentationml.tags+xml"/>
  <Override PartName="/ppt/tags/tag6-8.xml" ContentType="application/vnd.openxmlformats-officedocument.presentationml.tags+xml"/>
  <Override PartName="/ppt/tags/tag6-9.xml" ContentType="application/vnd.openxmlformats-officedocument.presentationml.tags+xml"/>
  <Override PartName="/ppt/tags/tag6-10.xml" ContentType="application/vnd.openxmlformats-officedocument.presentationml.tags+xml"/>
  <Override PartName="/ppt/tags/tag6-11.xml" ContentType="application/vnd.openxmlformats-officedocument.presentationml.tags+xml"/>
  <Override PartName="/ppt/tags/tag7-1.xml" ContentType="application/vnd.openxmlformats-officedocument.presentationml.tags+xml"/>
  <Override PartName="/ppt/tags/tag7-2.xml" ContentType="application/vnd.openxmlformats-officedocument.presentationml.tags+xml"/>
  <Override PartName="/ppt/tags/tag7-3.xml" ContentType="application/vnd.openxmlformats-officedocument.presentationml.tags+xml"/>
  <Override PartName="/ppt/tags/tag7-4.xml" ContentType="application/vnd.openxmlformats-officedocument.presentationml.tags+xml"/>
  <Override PartName="/ppt/tags/tag8-1.xml" ContentType="application/vnd.openxmlformats-officedocument.presentationml.tags+xml"/>
  <Override PartName="/ppt/tags/tag8-2.xml" ContentType="application/vnd.openxmlformats-officedocument.presentationml.tags+xml"/>
  <Override PartName="/ppt/tags/tag9-1.xml" ContentType="application/vnd.openxmlformats-officedocument.presentationml.tags+xml"/>
  <Override PartName="/ppt/tags/tag10-1.xml" ContentType="application/vnd.openxmlformats-officedocument.presentationml.tags+xml"/>
  <Override PartName="/ppt/tags/tag10-2.xml" ContentType="application/vnd.openxmlformats-officedocument.presentationml.tags+xml"/>
  <Override PartName="/ppt/tags/tag10-3.xml" ContentType="application/vnd.openxmlformats-officedocument.presentationml.tags+xml"/>
  <Override PartName="/ppt/tags/tag10-4.xml" ContentType="application/vnd.openxmlformats-officedocument.presentationml.tags+xml"/>
  <Override PartName="/ppt/tags/tag10-5.xml" ContentType="application/vnd.openxmlformats-officedocument.presentationml.tags+xml"/>
  <Override PartName="/ppt/tags/tag10-6.xml" ContentType="application/vnd.openxmlformats-officedocument.presentationml.tags+xml"/>
  <Override PartName="/ppt/tags/tag10-7.xml" ContentType="application/vnd.openxmlformats-officedocument.presentationml.tags+xml"/>
  <Override PartName="/ppt/tags/tag10-8.xml" ContentType="application/vnd.openxmlformats-officedocument.presentationml.tags+xml"/>
  <Override PartName="/ppt/tags/tag10-9.xml" ContentType="application/vnd.openxmlformats-officedocument.presentationml.tags+xml"/>
  <Override PartName="/ppt/tags/tag10-10.xml" ContentType="application/vnd.openxmlformats-officedocument.presentationml.tags+xml"/>
  <Override PartName="/ppt/tags/tag10-11.xml" ContentType="application/vnd.openxmlformats-officedocument.presentationml.tags+xml"/>
  <Override PartName="/ppt/tags/tag10-12.xml" ContentType="application/vnd.openxmlformats-officedocument.presentationml.tags+xml"/>
  <Override PartName="/ppt/tags/tag10-13.xml" ContentType="application/vnd.openxmlformats-officedocument.presentationml.tags+xml"/>
  <Override PartName="/ppt/tags/tag10-14.xml" ContentType="application/vnd.openxmlformats-officedocument.presentationml.tags+xml"/>
  <Override PartName="/ppt/tags/tag10-15.xml" ContentType="application/vnd.openxmlformats-officedocument.presentationml.tags+xml"/>
  <Override PartName="/ppt/tags/tag10-16.xml" ContentType="application/vnd.openxmlformats-officedocument.presentationml.tags+xml"/>
  <Override PartName="/ppt/tags/tag10-17.xml" ContentType="application/vnd.openxmlformats-officedocument.presentationml.tags+xml"/>
  <Override PartName="/ppt/tags/tag10-18.xml" ContentType="application/vnd.openxmlformats-officedocument.presentationml.tags+xml"/>
  <Override PartName="/ppt/tags/tag10-19.xml" ContentType="application/vnd.openxmlformats-officedocument.presentationml.tags+xml"/>
  <Override PartName="/ppt/tags/tag10-20.xml" ContentType="application/vnd.openxmlformats-officedocument.presentationml.tags+xml"/>
  <Override PartName="/ppt/tags/tag10-21.xml" ContentType="application/vnd.openxmlformats-officedocument.presentationml.tags+xml"/>
  <Override PartName="/ppt/tags/tag10-22.xml" ContentType="application/vnd.openxmlformats-officedocument.presentationml.tags+xml"/>
  <Override PartName="/ppt/tags/tag10-23.xml" ContentType="application/vnd.openxmlformats-officedocument.presentationml.tags+xml"/>
  <Override PartName="/ppt/tags/tag10-24.xml" ContentType="application/vnd.openxmlformats-officedocument.presentationml.tags+xml"/>
  <Override PartName="/ppt/tags/tag10-25.xml" ContentType="application/vnd.openxmlformats-officedocument.presentationml.tags+xml"/>
  <Override PartName="/ppt/tags/tag10-26.xml" ContentType="application/vnd.openxmlformats-officedocument.presentationml.tags+xml"/>
  <Override PartName="/ppt/tags/tag10-27.xml" ContentType="application/vnd.openxmlformats-officedocument.presentationml.tags+xml"/>
  <Override PartName="/ppt/tags/tag10-28.xml" ContentType="application/vnd.openxmlformats-officedocument.presentationml.tags+xml"/>
  <Override PartName="/ppt/tags/tag10-29.xml" ContentType="application/vnd.openxmlformats-officedocument.presentationml.tags+xml"/>
  <Override PartName="/ppt/tags/tag10-30.xml" ContentType="application/vnd.openxmlformats-officedocument.presentationml.tags+xml"/>
  <Override PartName="/ppt/tags/tag10-31.xml" ContentType="application/vnd.openxmlformats-officedocument.presentationml.tags+xml"/>
  <Override PartName="/ppt/tags/tag10-32.xml" ContentType="application/vnd.openxmlformats-officedocument.presentationml.tags+xml"/>
  <Override PartName="/ppt/tags/tag10-33.xml" ContentType="application/vnd.openxmlformats-officedocument.presentationml.tags+xml"/>
  <Override PartName="/ppt/tags/tag10-34.xml" ContentType="application/vnd.openxmlformats-officedocument.presentationml.tags+xml"/>
  <Override PartName="/ppt/tags/tag10-35.xml" ContentType="application/vnd.openxmlformats-officedocument.presentationml.tags+xml"/>
  <Override PartName="/ppt/tags/tag10-36.xml" ContentType="application/vnd.openxmlformats-officedocument.presentationml.tags+xml"/>
  <Override PartName="/ppt/tags/tag10-37.xml" ContentType="application/vnd.openxmlformats-officedocument.presentationml.tags+xml"/>
  <Override PartName="/ppt/tags/tag10-38.xml" ContentType="application/vnd.openxmlformats-officedocument.presentationml.tags+xml"/>
  <Override PartName="/ppt/tags/tag10-39.xml" ContentType="application/vnd.openxmlformats-officedocument.presentationml.tags+xml"/>
  <Override PartName="/ppt/tags/tag10-40.xml" ContentType="application/vnd.openxmlformats-officedocument.presentationml.tags+xml"/>
  <Override PartName="/ppt/tags/tag10-41.xml" ContentType="application/vnd.openxmlformats-officedocument.presentationml.tags+xml"/>
  <Override PartName="/ppt/tags/tag10-42.xml" ContentType="application/vnd.openxmlformats-officedocument.presentationml.tags+xml"/>
  <Override PartName="/ppt/tags/tag10-43.xml" ContentType="application/vnd.openxmlformats-officedocument.presentationml.tags+xml"/>
  <Override PartName="/ppt/tags/tag10-44.xml" ContentType="application/vnd.openxmlformats-officedocument.presentationml.tags+xml"/>
  <Override PartName="/ppt/tags/tag10-45.xml" ContentType="application/vnd.openxmlformats-officedocument.presentationml.tags+xml"/>
  <Override PartName="/ppt/tags/tag10-46.xml" ContentType="application/vnd.openxmlformats-officedocument.presentationml.tags+xml"/>
  <Override PartName="/ppt/tags/tag10-47.xml" ContentType="application/vnd.openxmlformats-officedocument.presentationml.tags+xml"/>
  <Override PartName="/ppt/tags/tag10-48.xml" ContentType="application/vnd.openxmlformats-officedocument.presentationml.tags+xml"/>
  <Override PartName="/ppt/tags/tag10-49.xml" ContentType="application/vnd.openxmlformats-officedocument.presentationml.tags+xml"/>
  <Override PartName="/ppt/tags/tag10-50.xml" ContentType="application/vnd.openxmlformats-officedocument.presentationml.tags+xml"/>
  <Override PartName="/ppt/tags/tag10-51.xml" ContentType="application/vnd.openxmlformats-officedocument.presentationml.tags+xml"/>
  <Override PartName="/ppt/tags/tag10-52.xml" ContentType="application/vnd.openxmlformats-officedocument.presentationml.tags+xml"/>
  <Override PartName="/ppt/tags/tag10-53.xml" ContentType="application/vnd.openxmlformats-officedocument.presentationml.tags+xml"/>
  <Override PartName="/ppt/tags/tag10-54.xml" ContentType="application/vnd.openxmlformats-officedocument.presentationml.tags+xml"/>
  <Override PartName="/ppt/tags/tag10-55.xml" ContentType="application/vnd.openxmlformats-officedocument.presentationml.tags+xml"/>
  <Override PartName="/ppt/tags/tag10-56.xml" ContentType="application/vnd.openxmlformats-officedocument.presentationml.tags+xml"/>
  <Override PartName="/ppt/tags/tag10-57.xml" ContentType="application/vnd.openxmlformats-officedocument.presentationml.tags+xml"/>
  <Override PartName="/ppt/tags/tag10-58.xml" ContentType="application/vnd.openxmlformats-officedocument.presentationml.tags+xml"/>
  <Override PartName="/ppt/tags/tag10-59.xml" ContentType="application/vnd.openxmlformats-officedocument.presentationml.tags+xml"/>
  <Override PartName="/ppt/tags/tag10-60.xml" ContentType="application/vnd.openxmlformats-officedocument.presentationml.tags+xml"/>
  <Override PartName="/ppt/tags/tag10-61.xml" ContentType="application/vnd.openxmlformats-officedocument.presentationml.tags+xml"/>
  <Override PartName="/ppt/tags/tag10-62.xml" ContentType="application/vnd.openxmlformats-officedocument.presentationml.tags+xml"/>
  <Override PartName="/ppt/tags/tag10-63.xml" ContentType="application/vnd.openxmlformats-officedocument.presentationml.tags+xml"/>
  <Override PartName="/ppt/tags/tag10-64.xml" ContentType="application/vnd.openxmlformats-officedocument.presentationml.tags+xml"/>
  <Override PartName="/ppt/tags/tag10-65.xml" ContentType="application/vnd.openxmlformats-officedocument.presentationml.tags+xml"/>
  <Override PartName="/ppt/tags/tag10-66.xml" ContentType="application/vnd.openxmlformats-officedocument.presentationml.tags+xml"/>
  <Override PartName="/ppt/tags/tag10-67.xml" ContentType="application/vnd.openxmlformats-officedocument.presentationml.tags+xml"/>
  <Override PartName="/ppt/tags/tag11-1.xml" ContentType="application/vnd.openxmlformats-officedocument.presentationml.tags+xml"/>
  <Override PartName="/ppt/tags/tag11-2.xml" ContentType="application/vnd.openxmlformats-officedocument.presentationml.tags+xml"/>
  <Override PartName="/ppt/tags/tag11-3.xml" ContentType="application/vnd.openxmlformats-officedocument.presentationml.tags+xml"/>
  <Override PartName="/ppt/tags/tag11-4.xml" ContentType="application/vnd.openxmlformats-officedocument.presentationml.tags+xml"/>
  <Override PartName="/ppt/tags/tag12-1.xml" ContentType="application/vnd.openxmlformats-officedocument.presentationml.tags+xml"/>
  <Override PartName="/ppt/tags/tag12-2.xml" ContentType="application/vnd.openxmlformats-officedocument.presentationml.tags+xml"/>
  <Override PartName="/ppt/tags/tag13-1.xml" ContentType="application/vnd.openxmlformats-officedocument.presentationml.tags+xml"/>
  <Override PartName="/ppt/tags/tag13-2.xml" ContentType="application/vnd.openxmlformats-officedocument.presentationml.tags+xml"/>
  <Override PartName="/ppt/tags/tag14-1.xml" ContentType="application/vnd.openxmlformats-officedocument.presentationml.tags+xml"/>
  <Override PartName="/ppt/tags/tag14-2.xml" ContentType="application/vnd.openxmlformats-officedocument.presentationml.tags+xml"/>
  <Override PartName="/ppt/tags/tag15-1.xml" ContentType="application/vnd.openxmlformats-officedocument.presentationml.tags+xml"/>
  <Override PartName="/ppt/tags/tag15-2.xml" ContentType="application/vnd.openxmlformats-officedocument.presentationml.tags+xml"/>
  <Override PartName="/ppt/tags/tag15-3.xml" ContentType="application/vnd.openxmlformats-officedocument.presentationml.tags+xml"/>
  <Override PartName="/ppt/tags/tag15-4.xml" ContentType="application/vnd.openxmlformats-officedocument.presentationml.tags+xml"/>
  <Override PartName="/ppt/tags/tag15-5.xml" ContentType="application/vnd.openxmlformats-officedocument.presentationml.tags+xml"/>
  <Override PartName="/ppt/tags/tag15-6.xml" ContentType="application/vnd.openxmlformats-officedocument.presentationml.tags+xml"/>
  <Override PartName="/ppt/tags/tag15-7.xml" ContentType="application/vnd.openxmlformats-officedocument.presentationml.tags+xml"/>
  <Override PartName="/ppt/tags/tag15-8.xml" ContentType="application/vnd.openxmlformats-officedocument.presentationml.tags+xml"/>
  <Override PartName="/ppt/tags/tag15-9.xml" ContentType="application/vnd.openxmlformats-officedocument.presentationml.tags+xml"/>
  <Override PartName="/ppt/tags/tag15-10.xml" ContentType="application/vnd.openxmlformats-officedocument.presentationml.tags+xml"/>
  <Override PartName="/ppt/tags/tag15-11.xml" ContentType="application/vnd.openxmlformats-officedocument.presentationml.tags+xml"/>
  <Override PartName="/ppt/tags/tag15-12.xml" ContentType="application/vnd.openxmlformats-officedocument.presentationml.tags+xml"/>
  <Override PartName="/ppt/tags/tag15-13.xml" ContentType="application/vnd.openxmlformats-officedocument.presentationml.tags+xml"/>
  <Override PartName="/ppt/tags/tag15-14.xml" ContentType="application/vnd.openxmlformats-officedocument.presentationml.tags+xml"/>
  <Override PartName="/ppt/tags/tag15-15.xml" ContentType="application/vnd.openxmlformats-officedocument.presentationml.tags+xml"/>
  <Override PartName="/ppt/tags/tag15-16.xml" ContentType="application/vnd.openxmlformats-officedocument.presentationml.tags+xml"/>
  <Override PartName="/ppt/tags/tag15-17.xml" ContentType="application/vnd.openxmlformats-officedocument.presentationml.tags+xml"/>
  <Override PartName="/ppt/tags/tag15-18.xml" ContentType="application/vnd.openxmlformats-officedocument.presentationml.tags+xml"/>
  <Override PartName="/ppt/tags/tag15-19.xml" ContentType="application/vnd.openxmlformats-officedocument.presentationml.tags+xml"/>
  <Override PartName="/ppt/tags/tag15-20.xml" ContentType="application/vnd.openxmlformats-officedocument.presentationml.tags+xml"/>
  <Override PartName="/ppt/tags/tag15-21.xml" ContentType="application/vnd.openxmlformats-officedocument.presentationml.tags+xml"/>
  <Override PartName="/ppt/tags/tag15-22.xml" ContentType="application/vnd.openxmlformats-officedocument.presentationml.tags+xml"/>
  <Override PartName="/ppt/tags/tag15-23.xml" ContentType="application/vnd.openxmlformats-officedocument.presentationml.tags+xml"/>
  <Override PartName="/ppt/tags/tag15-24.xml" ContentType="application/vnd.openxmlformats-officedocument.presentationml.tags+xml"/>
  <Override PartName="/ppt/tags/tag15-25.xml" ContentType="application/vnd.openxmlformats-officedocument.presentationml.tags+xml"/>
  <Override PartName="/ppt/tags/tag15-26.xml" ContentType="application/vnd.openxmlformats-officedocument.presentationml.tags+xml"/>
  <Override PartName="/ppt/tags/tag15-27.xml" ContentType="application/vnd.openxmlformats-officedocument.presentationml.tags+xml"/>
  <Override PartName="/ppt/tags/tag15-28.xml" ContentType="application/vnd.openxmlformats-officedocument.presentationml.tags+xml"/>
  <Override PartName="/ppt/tags/tag15-29.xml" ContentType="application/vnd.openxmlformats-officedocument.presentationml.tags+xml"/>
  <Override PartName="/ppt/tags/tag15-30.xml" ContentType="application/vnd.openxmlformats-officedocument.presentationml.tags+xml"/>
  <Override PartName="/ppt/tags/tag15-31.xml" ContentType="application/vnd.openxmlformats-officedocument.presentationml.tags+xml"/>
  <Override PartName="/ppt/tags/tag15-32.xml" ContentType="application/vnd.openxmlformats-officedocument.presentationml.tags+xml"/>
  <Override PartName="/ppt/tags/tag15-33.xml" ContentType="application/vnd.openxmlformats-officedocument.presentationml.tags+xml"/>
  <Override PartName="/ppt/tags/tag15-34.xml" ContentType="application/vnd.openxmlformats-officedocument.presentationml.tags+xml"/>
  <Override PartName="/ppt/tags/tag15-35.xml" ContentType="application/vnd.openxmlformats-officedocument.presentationml.tags+xml"/>
  <Override PartName="/ppt/tags/tag15-36.xml" ContentType="application/vnd.openxmlformats-officedocument.presentationml.tags+xml"/>
  <Override PartName="/ppt/tags/tag15-37.xml" ContentType="application/vnd.openxmlformats-officedocument.presentationml.tags+xml"/>
  <Override PartName="/ppt/tags/tag15-38.xml" ContentType="application/vnd.openxmlformats-officedocument.presentationml.tags+xml"/>
  <Override PartName="/ppt/tags/tag15-39.xml" ContentType="application/vnd.openxmlformats-officedocument.presentationml.tags+xml"/>
  <Override PartName="/ppt/tags/tag15-40.xml" ContentType="application/vnd.openxmlformats-officedocument.presentationml.tags+xml"/>
  <Override PartName="/ppt/tags/tag15-41.xml" ContentType="application/vnd.openxmlformats-officedocument.presentationml.tags+xml"/>
  <Override PartName="/ppt/tags/tag15-42.xml" ContentType="application/vnd.openxmlformats-officedocument.presentationml.tags+xml"/>
  <Override PartName="/ppt/tags/tag15-43.xml" ContentType="application/vnd.openxmlformats-officedocument.presentationml.tags+xml"/>
  <Override PartName="/ppt/tags/tag15-44.xml" ContentType="application/vnd.openxmlformats-officedocument.presentationml.tags+xml"/>
  <Override PartName="/ppt/tags/tag15-45.xml" ContentType="application/vnd.openxmlformats-officedocument.presentationml.tags+xml"/>
  <Override PartName="/ppt/tags/tag15-46.xml" ContentType="application/vnd.openxmlformats-officedocument.presentationml.tags+xml"/>
  <Override PartName="/ppt/tags/tag15-47.xml" ContentType="application/vnd.openxmlformats-officedocument.presentationml.tags+xml"/>
  <Override PartName="/ppt/tags/tag15-48.xml" ContentType="application/vnd.openxmlformats-officedocument.presentationml.tags+xml"/>
  <Override PartName="/ppt/tags/tag15-49.xml" ContentType="application/vnd.openxmlformats-officedocument.presentationml.tags+xml"/>
  <Override PartName="/ppt/tags/tag15-50.xml" ContentType="application/vnd.openxmlformats-officedocument.presentationml.tags+xml"/>
  <Override PartName="/ppt/tags/tag15-51.xml" ContentType="application/vnd.openxmlformats-officedocument.presentationml.tags+xml"/>
  <Override PartName="/ppt/tags/tag15-52.xml" ContentType="application/vnd.openxmlformats-officedocument.presentationml.tags+xml"/>
  <Override PartName="/ppt/tags/tag15-53.xml" ContentType="application/vnd.openxmlformats-officedocument.presentationml.tags+xml"/>
  <Override PartName="/ppt/tags/tag15-54.xml" ContentType="application/vnd.openxmlformats-officedocument.presentationml.tags+xml"/>
  <Override PartName="/ppt/tags/tag15-55.xml" ContentType="application/vnd.openxmlformats-officedocument.presentationml.tags+xml"/>
  <Override PartName="/ppt/tags/tag15-56.xml" ContentType="application/vnd.openxmlformats-officedocument.presentationml.tags+xml"/>
  <Override PartName="/ppt/tags/tag15-57.xml" ContentType="application/vnd.openxmlformats-officedocument.presentationml.tags+xml"/>
  <Override PartName="/ppt/tags/tag15-58.xml" ContentType="application/vnd.openxmlformats-officedocument.presentationml.tags+xml"/>
  <Override PartName="/ppt/tags/tag15-59.xml" ContentType="application/vnd.openxmlformats-officedocument.presentationml.tags+xml"/>
  <Override PartName="/ppt/tags/tag15-60.xml" ContentType="application/vnd.openxmlformats-officedocument.presentationml.tags+xml"/>
  <Override PartName="/ppt/tags/tag15-61.xml" ContentType="application/vnd.openxmlformats-officedocument.presentationml.tags+xml"/>
  <Override PartName="/ppt/tags/tag15-62.xml" ContentType="application/vnd.openxmlformats-officedocument.presentationml.tags+xml"/>
  <Override PartName="/ppt/tags/tag15-63.xml" ContentType="application/vnd.openxmlformats-officedocument.presentationml.tags+xml"/>
  <Override PartName="/ppt/tags/tag15-64.xml" ContentType="application/vnd.openxmlformats-officedocument.presentationml.tags+xml"/>
  <Override PartName="/ppt/tags/tag15-65.xml" ContentType="application/vnd.openxmlformats-officedocument.presentationml.tags+xml"/>
  <Override PartName="/ppt/tags/tag15-66.xml" ContentType="application/vnd.openxmlformats-officedocument.presentationml.tags+xml"/>
  <Override PartName="/ppt/tags/tag15-67.xml" ContentType="application/vnd.openxmlformats-officedocument.presentationml.tags+xml"/>
  <Override PartName="/ppt/tags/tag15-68.xml" ContentType="application/vnd.openxmlformats-officedocument.presentationml.tags+xml"/>
  <Override PartName="/ppt/tags/tag16-1.xml" ContentType="application/vnd.openxmlformats-officedocument.presentationml.tags+xml"/>
  <Override PartName="/ppt/tags/tag16-2.xml" ContentType="application/vnd.openxmlformats-officedocument.presentationml.tags+xml"/>
  <Override PartName="/ppt/tags/tag17-1.xml" ContentType="application/vnd.openxmlformats-officedocument.presentationml.tags+xml"/>
  <Override PartName="/ppt/tags/tag17-2.xml" ContentType="application/vnd.openxmlformats-officedocument.presentationml.tags+xml"/>
  <Override PartName="/ppt/tags/tag17-3.xml" ContentType="application/vnd.openxmlformats-officedocument.presentationml.tags+xml"/>
  <Override PartName="/ppt/tags/tag18-1.xml" ContentType="application/vnd.openxmlformats-officedocument.presentationml.tags+xml"/>
  <Override PartName="/ppt/tags/tag18-2.xml" ContentType="application/vnd.openxmlformats-officedocument.presentationml.tags+xml"/>
  <Override PartName="/ppt/tags/tag19-1.xml" ContentType="application/vnd.openxmlformats-officedocument.presentationml.tags+xml"/>
  <Override PartName="/ppt/tags/tag19-2.xml" ContentType="application/vnd.openxmlformats-officedocument.presentationml.tags+xml"/>
  <Override PartName="/ppt/tags/tag20-1.xml" ContentType="application/vnd.openxmlformats-officedocument.presentationml.tags+xml"/>
  <Override PartName="/ppt/tags/tag20-2.xml" ContentType="application/vnd.openxmlformats-officedocument.presentationml.tags+xml"/>
  <Override PartName="/ppt/tags/tag20-3.xml" ContentType="application/vnd.openxmlformats-officedocument.presentationml.tags+xml"/>
  <Override PartName="/ppt/tags/tag20-4.xml" ContentType="application/vnd.openxmlformats-officedocument.presentationml.tags+xml"/>
  <Override PartName="/ppt/tags/tag21-1.xml" ContentType="application/vnd.openxmlformats-officedocument.presentationml.tags+xml"/>
  <Override PartName="/ppt/tags/tag21-2.xml" ContentType="application/vnd.openxmlformats-officedocument.presentationml.tags+xml"/>
  <Override PartName="/ppt/tags/tag21-3.xml" ContentType="application/vnd.openxmlformats-officedocument.presentationml.tags+xml"/>
  <Override PartName="/ppt/tags/tag21-4.xml" ContentType="application/vnd.openxmlformats-officedocument.presentationml.tags+xml"/>
  <Override PartName="/ppt/tags/tag21-5.xml" ContentType="application/vnd.openxmlformats-officedocument.presentationml.tags+xml"/>
  <Override PartName="/ppt/tags/tag21-6.xml" ContentType="application/vnd.openxmlformats-officedocument.presentationml.tags+xml"/>
  <Override PartName="/ppt/tags/tag21-7.xml" ContentType="application/vnd.openxmlformats-officedocument.presentationml.tags+xml"/>
  <Override PartName="/ppt/tags/tag21-8.xml" ContentType="application/vnd.openxmlformats-officedocument.presentationml.tags+xml"/>
  <Override PartName="/ppt/tags/tag21-9.xml" ContentType="application/vnd.openxmlformats-officedocument.presentationml.tags+xml"/>
  <Override PartName="/ppt/tags/tag21-10.xml" ContentType="application/vnd.openxmlformats-officedocument.presentationml.tags+xml"/>
  <Override PartName="/ppt/tags/tag21-11.xml" ContentType="application/vnd.openxmlformats-officedocument.presentationml.tags+xml"/>
  <Override PartName="/ppt/tags/tag21-12.xml" ContentType="application/vnd.openxmlformats-officedocument.presentationml.tags+xml"/>
  <Override PartName="/ppt/tags/tag21-13.xml" ContentType="application/vnd.openxmlformats-officedocument.presentationml.tags+xml"/>
  <Override PartName="/ppt/tags/tag21-14.xml" ContentType="application/vnd.openxmlformats-officedocument.presentationml.tags+xml"/>
  <Override PartName="/ppt/tags/tag21-15.xml" ContentType="application/vnd.openxmlformats-officedocument.presentationml.tags+xml"/>
  <Override PartName="/ppt/tags/tag21-16.xml" ContentType="application/vnd.openxmlformats-officedocument.presentationml.tags+xml"/>
  <Override PartName="/ppt/tags/tag21-17.xml" ContentType="application/vnd.openxmlformats-officedocument.presentationml.tags+xml"/>
  <Override PartName="/ppt/tags/tag21-18.xml" ContentType="application/vnd.openxmlformats-officedocument.presentationml.tags+xml"/>
  <Override PartName="/ppt/tags/tag21-19.xml" ContentType="application/vnd.openxmlformats-officedocument.presentationml.tags+xml"/>
  <Override PartName="/ppt/tags/tag21-20.xml" ContentType="application/vnd.openxmlformats-officedocument.presentationml.tags+xml"/>
  <Override PartName="/ppt/tags/tag21-21.xml" ContentType="application/vnd.openxmlformats-officedocument.presentationml.tags+xml"/>
  <Override PartName="/ppt/tags/tag21-22.xml" ContentType="application/vnd.openxmlformats-officedocument.presentationml.tags+xml"/>
  <Override PartName="/ppt/tags/tag21-23.xml" ContentType="application/vnd.openxmlformats-officedocument.presentationml.tags+xml"/>
  <Override PartName="/ppt/tags/tag21-24.xml" ContentType="application/vnd.openxmlformats-officedocument.presentationml.tags+xml"/>
  <Override PartName="/ppt/tags/tag21-25.xml" ContentType="application/vnd.openxmlformats-officedocument.presentationml.tags+xml"/>
  <Override PartName="/ppt/tags/tag21-26.xml" ContentType="application/vnd.openxmlformats-officedocument.presentationml.tags+xml"/>
  <Override PartName="/ppt/tags/tag21-27.xml" ContentType="application/vnd.openxmlformats-officedocument.presentationml.tags+xml"/>
  <Override PartName="/ppt/tags/tag21-28.xml" ContentType="application/vnd.openxmlformats-officedocument.presentationml.tags+xml"/>
  <Override PartName="/ppt/tags/tag21-29.xml" ContentType="application/vnd.openxmlformats-officedocument.presentationml.tags+xml"/>
  <Override PartName="/ppt/tags/tag21-30.xml" ContentType="application/vnd.openxmlformats-officedocument.presentationml.tags+xml"/>
  <Override PartName="/ppt/tags/tag21-31.xml" ContentType="application/vnd.openxmlformats-officedocument.presentationml.tags+xml"/>
  <Override PartName="/ppt/tags/tag21-32.xml" ContentType="application/vnd.openxmlformats-officedocument.presentationml.tags+xml"/>
  <Override PartName="/ppt/tags/tag21-33.xml" ContentType="application/vnd.openxmlformats-officedocument.presentationml.tags+xml"/>
  <Override PartName="/ppt/tags/tag21-34.xml" ContentType="application/vnd.openxmlformats-officedocument.presentationml.tags+xml"/>
  <Override PartName="/ppt/tags/tag21-35.xml" ContentType="application/vnd.openxmlformats-officedocument.presentationml.tags+xml"/>
  <Override PartName="/ppt/tags/tag21-36.xml" ContentType="application/vnd.openxmlformats-officedocument.presentationml.tags+xml"/>
  <Override PartName="/ppt/tags/tag21-37.xml" ContentType="application/vnd.openxmlformats-officedocument.presentationml.tags+xml"/>
  <Override PartName="/ppt/tags/tag21-38.xml" ContentType="application/vnd.openxmlformats-officedocument.presentationml.tags+xml"/>
  <Override PartName="/ppt/tags/tag21-39.xml" ContentType="application/vnd.openxmlformats-officedocument.presentationml.tags+xml"/>
  <Override PartName="/ppt/tags/tag21-40.xml" ContentType="application/vnd.openxmlformats-officedocument.presentationml.tags+xml"/>
  <Override PartName="/ppt/tags/tag21-41.xml" ContentType="application/vnd.openxmlformats-officedocument.presentationml.tags+xml"/>
  <Override PartName="/ppt/tags/tag21-42.xml" ContentType="application/vnd.openxmlformats-officedocument.presentationml.tags+xml"/>
  <Override PartName="/ppt/tags/tag21-43.xml" ContentType="application/vnd.openxmlformats-officedocument.presentationml.tags+xml"/>
  <Override PartName="/ppt/tags/tag21-44.xml" ContentType="application/vnd.openxmlformats-officedocument.presentationml.tags+xml"/>
  <Override PartName="/ppt/tags/tag21-45.xml" ContentType="application/vnd.openxmlformats-officedocument.presentationml.tags+xml"/>
  <Override PartName="/ppt/tags/tag21-46.xml" ContentType="application/vnd.openxmlformats-officedocument.presentationml.tags+xml"/>
  <Override PartName="/ppt/tags/tag21-47.xml" ContentType="application/vnd.openxmlformats-officedocument.presentationml.tags+xml"/>
  <Override PartName="/ppt/tags/tag21-48.xml" ContentType="application/vnd.openxmlformats-officedocument.presentationml.tags+xml"/>
  <Override PartName="/ppt/tags/tag21-49.xml" ContentType="application/vnd.openxmlformats-officedocument.presentationml.tags+xml"/>
  <Override PartName="/ppt/tags/tag21-50.xml" ContentType="application/vnd.openxmlformats-officedocument.presentationml.tags+xml"/>
  <Override PartName="/ppt/tags/tag21-51.xml" ContentType="application/vnd.openxmlformats-officedocument.presentationml.tags+xml"/>
  <Override PartName="/ppt/tags/tag21-52.xml" ContentType="application/vnd.openxmlformats-officedocument.presentationml.tags+xml"/>
  <Override PartName="/ppt/tags/tag21-53.xml" ContentType="application/vnd.openxmlformats-officedocument.presentationml.tags+xml"/>
  <Override PartName="/ppt/tags/tag21-54.xml" ContentType="application/vnd.openxmlformats-officedocument.presentationml.tags+xml"/>
  <Override PartName="/ppt/tags/tag21-55.xml" ContentType="application/vnd.openxmlformats-officedocument.presentationml.tags+xml"/>
  <Override PartName="/ppt/tags/tag21-56.xml" ContentType="application/vnd.openxmlformats-officedocument.presentationml.tags+xml"/>
  <Override PartName="/ppt/tags/tag21-57.xml" ContentType="application/vnd.openxmlformats-officedocument.presentationml.tags+xml"/>
  <Override PartName="/ppt/tags/tag21-58.xml" ContentType="application/vnd.openxmlformats-officedocument.presentationml.tags+xml"/>
  <Override PartName="/ppt/tags/tag21-59.xml" ContentType="application/vnd.openxmlformats-officedocument.presentationml.tags+xml"/>
  <Override PartName="/ppt/tags/tag21-60.xml" ContentType="application/vnd.openxmlformats-officedocument.presentationml.tags+xml"/>
  <Override PartName="/ppt/tags/tag21-61.xml" ContentType="application/vnd.openxmlformats-officedocument.presentationml.tags+xml"/>
  <Override PartName="/ppt/tags/tag21-62.xml" ContentType="application/vnd.openxmlformats-officedocument.presentationml.tags+xml"/>
  <Override PartName="/ppt/tags/tag21-63.xml" ContentType="application/vnd.openxmlformats-officedocument.presentationml.tags+xml"/>
  <Override PartName="/ppt/tags/tag21-64.xml" ContentType="application/vnd.openxmlformats-officedocument.presentationml.tags+xml"/>
  <Override PartName="/ppt/tags/tag21-65.xml" ContentType="application/vnd.openxmlformats-officedocument.presentationml.tags+xml"/>
  <Override PartName="/ppt/tags/tag21-66.xml" ContentType="application/vnd.openxmlformats-officedocument.presentationml.tags+xml"/>
  <Override PartName="/ppt/tags/tag21-67.xml" ContentType="application/vnd.openxmlformats-officedocument.presentationml.tags+xml"/>
  <Override PartName="/ppt/tags/tag21-68.xml" ContentType="application/vnd.openxmlformats-officedocument.presentationml.tags+xml"/>
  <Override PartName="/ppt/tags/tag22-1.xml" ContentType="application/vnd.openxmlformats-officedocument.presentationml.tags+xml"/>
  <Override PartName="/ppt/tags/tag22-2.xml" ContentType="application/vnd.openxmlformats-officedocument.presentationml.tags+xml"/>
  <Override PartName="/ppt/tags/tag23-1.xml" ContentType="application/vnd.openxmlformats-officedocument.presentationml.tags+xml"/>
  <Override PartName="/ppt/tags/tag23-2.xml" ContentType="application/vnd.openxmlformats-officedocument.presentationml.tags+xml"/>
  <Override PartName="/ppt/tags/tag23-3.xml" ContentType="application/vnd.openxmlformats-officedocument.presentationml.tags+xml"/>
  <Override PartName="/ppt/tags/tag24-1.xml" ContentType="application/vnd.openxmlformats-officedocument.presentationml.tags+xml"/>
  <Override PartName="/ppt/tags/tag24-2.xml" ContentType="application/vnd.openxmlformats-officedocument.presentationml.tags+xml"/>
  <Override PartName="/ppt/tags/tag24-3.xml" ContentType="application/vnd.openxmlformats-officedocument.presentationml.tags+xml"/>
  <Override PartName="/ppt/tags/tag24-4.xml" ContentType="application/vnd.openxmlformats-officedocument.presentationml.tags+xml"/>
  <Override PartName="/ppt/tags/tag24-5.xml" ContentType="application/vnd.openxmlformats-officedocument.presentationml.tags+xml"/>
  <Override PartName="/ppt/tags/tag24-6.xml" ContentType="application/vnd.openxmlformats-officedocument.presentationml.tags+xml"/>
  <Override PartName="/ppt/tags/tag24-7.xml" ContentType="application/vnd.openxmlformats-officedocument.presentationml.tags+xml"/>
  <Override PartName="/ppt/tags/tag24-8.xml" ContentType="application/vnd.openxmlformats-officedocument.presentationml.tags+xml"/>
  <Override PartName="/ppt/tags/tag24-9.xml" ContentType="application/vnd.openxmlformats-officedocument.presentationml.tags+xml"/>
  <Override PartName="/ppt/tags/tag24-10.xml" ContentType="application/vnd.openxmlformats-officedocument.presentationml.tags+xml"/>
  <Override PartName="/ppt/tags/tag24-11.xml" ContentType="application/vnd.openxmlformats-officedocument.presentationml.tags+xml"/>
  <Override PartName="/ppt/tags/tag24-12.xml" ContentType="application/vnd.openxmlformats-officedocument.presentationml.tags+xml"/>
  <Override PartName="/ppt/tags/tag24-13.xml" ContentType="application/vnd.openxmlformats-officedocument.presentationml.tags+xml"/>
  <Override PartName="/ppt/tags/tag24-14.xml" ContentType="application/vnd.openxmlformats-officedocument.presentationml.tags+xml"/>
  <Override PartName="/ppt/tags/tag24-15.xml" ContentType="application/vnd.openxmlformats-officedocument.presentationml.tags+xml"/>
  <Override PartName="/ppt/tags/tag24-16.xml" ContentType="application/vnd.openxmlformats-officedocument.presentationml.tags+xml"/>
  <Override PartName="/ppt/tags/tag24-17.xml" ContentType="application/vnd.openxmlformats-officedocument.presentationml.tags+xml"/>
  <Override PartName="/ppt/tags/tag24-18.xml" ContentType="application/vnd.openxmlformats-officedocument.presentationml.tags+xml"/>
  <Override PartName="/ppt/tags/tag24-19.xml" ContentType="application/vnd.openxmlformats-officedocument.presentationml.tags+xml"/>
  <Override PartName="/ppt/tags/tag24-20.xml" ContentType="application/vnd.openxmlformats-officedocument.presentationml.tags+xml"/>
  <Override PartName="/ppt/tags/tag24-21.xml" ContentType="application/vnd.openxmlformats-officedocument.presentationml.tags+xml"/>
  <Override PartName="/ppt/tags/tag24-22.xml" ContentType="application/vnd.openxmlformats-officedocument.presentationml.tags+xml"/>
  <Override PartName="/ppt/tags/tag24-23.xml" ContentType="application/vnd.openxmlformats-officedocument.presentationml.tags+xml"/>
  <Override PartName="/ppt/tags/tag24-24.xml" ContentType="application/vnd.openxmlformats-officedocument.presentationml.tags+xml"/>
  <Override PartName="/ppt/tags/tag24-25.xml" ContentType="application/vnd.openxmlformats-officedocument.presentationml.tags+xml"/>
  <Override PartName="/ppt/tags/tag24-26.xml" ContentType="application/vnd.openxmlformats-officedocument.presentationml.tags+xml"/>
  <Override PartName="/ppt/tags/tag24-27.xml" ContentType="application/vnd.openxmlformats-officedocument.presentationml.tags+xml"/>
  <Override PartName="/ppt/tags/tag24-28.xml" ContentType="application/vnd.openxmlformats-officedocument.presentationml.tags+xml"/>
  <Override PartName="/ppt/tags/tag24-29.xml" ContentType="application/vnd.openxmlformats-officedocument.presentationml.tags+xml"/>
  <Override PartName="/ppt/tags/tag24-30.xml" ContentType="application/vnd.openxmlformats-officedocument.presentationml.tags+xml"/>
  <Override PartName="/ppt/tags/tag24-31.xml" ContentType="application/vnd.openxmlformats-officedocument.presentationml.tags+xml"/>
  <Override PartName="/ppt/tags/tag24-32.xml" ContentType="application/vnd.openxmlformats-officedocument.presentationml.tags+xml"/>
  <Override PartName="/ppt/tags/tag24-33.xml" ContentType="application/vnd.openxmlformats-officedocument.presentationml.tags+xml"/>
  <Override PartName="/ppt/tags/tag24-34.xml" ContentType="application/vnd.openxmlformats-officedocument.presentationml.tags+xml"/>
  <Override PartName="/ppt/tags/tag24-35.xml" ContentType="application/vnd.openxmlformats-officedocument.presentationml.tags+xml"/>
  <Override PartName="/ppt/tags/tag24-36.xml" ContentType="application/vnd.openxmlformats-officedocument.presentationml.tags+xml"/>
  <Override PartName="/ppt/tags/tag24-37.xml" ContentType="application/vnd.openxmlformats-officedocument.presentationml.tags+xml"/>
  <Override PartName="/ppt/tags/tag24-38.xml" ContentType="application/vnd.openxmlformats-officedocument.presentationml.tags+xml"/>
  <Override PartName="/ppt/tags/tag24-39.xml" ContentType="application/vnd.openxmlformats-officedocument.presentationml.tags+xml"/>
  <Override PartName="/ppt/tags/tag24-40.xml" ContentType="application/vnd.openxmlformats-officedocument.presentationml.tags+xml"/>
  <Override PartName="/ppt/tags/tag24-41.xml" ContentType="application/vnd.openxmlformats-officedocument.presentationml.tags+xml"/>
  <Override PartName="/ppt/tags/tag24-42.xml" ContentType="application/vnd.openxmlformats-officedocument.presentationml.tags+xml"/>
  <Override PartName="/ppt/tags/tag24-43.xml" ContentType="application/vnd.openxmlformats-officedocument.presentationml.tags+xml"/>
  <Override PartName="/ppt/tags/tag24-44.xml" ContentType="application/vnd.openxmlformats-officedocument.presentationml.tags+xml"/>
  <Override PartName="/ppt/tags/tag24-45.xml" ContentType="application/vnd.openxmlformats-officedocument.presentationml.tags+xml"/>
  <Override PartName="/ppt/tags/tag24-46.xml" ContentType="application/vnd.openxmlformats-officedocument.presentationml.tags+xml"/>
  <Override PartName="/ppt/tags/tag24-47.xml" ContentType="application/vnd.openxmlformats-officedocument.presentationml.tags+xml"/>
  <Override PartName="/ppt/tags/tag24-48.xml" ContentType="application/vnd.openxmlformats-officedocument.presentationml.tags+xml"/>
  <Override PartName="/ppt/tags/tag24-49.xml" ContentType="application/vnd.openxmlformats-officedocument.presentationml.tags+xml"/>
  <Override PartName="/ppt/tags/tag24-50.xml" ContentType="application/vnd.openxmlformats-officedocument.presentationml.tags+xml"/>
  <Override PartName="/ppt/tags/tag24-51.xml" ContentType="application/vnd.openxmlformats-officedocument.presentationml.tags+xml"/>
  <Override PartName="/ppt/tags/tag24-52.xml" ContentType="application/vnd.openxmlformats-officedocument.presentationml.tags+xml"/>
  <Override PartName="/ppt/tags/tag24-53.xml" ContentType="application/vnd.openxmlformats-officedocument.presentationml.tags+xml"/>
  <Override PartName="/ppt/tags/tag24-54.xml" ContentType="application/vnd.openxmlformats-officedocument.presentationml.tags+xml"/>
  <Override PartName="/ppt/tags/tag24-55.xml" ContentType="application/vnd.openxmlformats-officedocument.presentationml.tags+xml"/>
  <Override PartName="/ppt/tags/tag24-56.xml" ContentType="application/vnd.openxmlformats-officedocument.presentationml.tags+xml"/>
  <Override PartName="/ppt/tags/tag24-57.xml" ContentType="application/vnd.openxmlformats-officedocument.presentationml.tags+xml"/>
  <Override PartName="/ppt/tags/tag24-58.xml" ContentType="application/vnd.openxmlformats-officedocument.presentationml.tags+xml"/>
  <Override PartName="/ppt/tags/tag24-59.xml" ContentType="application/vnd.openxmlformats-officedocument.presentationml.tags+xml"/>
  <Override PartName="/ppt/tags/tag24-60.xml" ContentType="application/vnd.openxmlformats-officedocument.presentationml.tags+xml"/>
  <Override PartName="/ppt/tags/tag24-61.xml" ContentType="application/vnd.openxmlformats-officedocument.presentationml.tags+xml"/>
  <Override PartName="/ppt/tags/tag24-62.xml" ContentType="application/vnd.openxmlformats-officedocument.presentationml.tags+xml"/>
  <Override PartName="/ppt/tags/tag24-63.xml" ContentType="application/vnd.openxmlformats-officedocument.presentationml.tags+xml"/>
  <Override PartName="/ppt/tags/tag24-64.xml" ContentType="application/vnd.openxmlformats-officedocument.presentationml.tags+xml"/>
  <Override PartName="/ppt/tags/tag24-65.xml" ContentType="application/vnd.openxmlformats-officedocument.presentationml.tags+xml"/>
  <Override PartName="/ppt/tags/tag24-66.xml" ContentType="application/vnd.openxmlformats-officedocument.presentationml.tags+xml"/>
  <Override PartName="/ppt/tags/tag24-67.xml" ContentType="application/vnd.openxmlformats-officedocument.presentationml.tags+xml"/>
  <Override PartName="/ppt/tags/tag24-68.xml" ContentType="application/vnd.openxmlformats-officedocument.presentationml.tags+xml"/>
  <Override PartName="/ppt/tags/tag25-1.xml" ContentType="application/vnd.openxmlformats-officedocument.presentationml.tags+xml"/>
  <Override PartName="/ppt/tags/tag25-2.xml" ContentType="application/vnd.openxmlformats-officedocument.presentationml.tags+xml"/>
  <Override PartName="/ppt/tags/tag25-3.xml" ContentType="application/vnd.openxmlformats-officedocument.presentationml.tags+xml"/>
  <Override PartName="/ppt/tags/tag25-4.xml" ContentType="application/vnd.openxmlformats-officedocument.presentationml.tags+xml"/>
  <Override PartName="/ppt/tags/tag25-5.xml" ContentType="application/vnd.openxmlformats-officedocument.presentationml.tags+xml"/>
  <Override PartName="/ppt/tags/tag25-6.xml" ContentType="application/vnd.openxmlformats-officedocument.presentationml.tags+xml"/>
  <Override PartName="/ppt/tags/tag25-7.xml" ContentType="application/vnd.openxmlformats-officedocument.presentationml.tags+xml"/>
  <Override PartName="/ppt/tags/tag25-8.xml" ContentType="application/vnd.openxmlformats-officedocument.presentationml.tags+xml"/>
  <Override PartName="/ppt/tags/tag26-1.xml" ContentType="application/vnd.openxmlformats-officedocument.presentationml.tags+xml"/>
  <Override PartName="/ppt/tags/tag26-2.xml" ContentType="application/vnd.openxmlformats-officedocument.presentationml.tags+xml"/>
  <Override PartName="/ppt/tags/tag26-3.xml" ContentType="application/vnd.openxmlformats-officedocument.presentationml.tags+xml"/>
  <Override PartName="/ppt/tags/tag26-4.xml" ContentType="application/vnd.openxmlformats-officedocument.presentationml.tags+xml"/>
  <Override PartName="/ppt/tags/tag26-5.xml" ContentType="application/vnd.openxmlformats-officedocument.presentationml.tags+xml"/>
  <Override PartName="/ppt/tags/tag26-6.xml" ContentType="application/vnd.openxmlformats-officedocument.presentationml.tags+xml"/>
  <Override PartName="/ppt/tags/tag26-7.xml" ContentType="application/vnd.openxmlformats-officedocument.presentationml.tags+xml"/>
  <Override PartName="/ppt/tags/tag26-8.xml" ContentType="application/vnd.openxmlformats-officedocument.presentationml.tags+xml"/>
  <Override PartName="/ppt/tags/tag26-9.xml" ContentType="application/vnd.openxmlformats-officedocument.presentationml.tags+xml"/>
  <Override PartName="/ppt/tags/tag26-10.xml" ContentType="application/vnd.openxmlformats-officedocument.presentationml.tags+xml"/>
  <Override PartName="/ppt/tags/tag27-1.xml" ContentType="application/vnd.openxmlformats-officedocument.presentationml.tags+xml"/>
  <Override PartName="/ppt/tags/tag27-2.xml" ContentType="application/vnd.openxmlformats-officedocument.presentationml.tags+xml"/>
  <Override PartName="/ppt/tags/tag27-3.xml" ContentType="application/vnd.openxmlformats-officedocument.presentationml.tags+xml"/>
  <Override PartName="/ppt/tags/tag28-1.xml" ContentType="application/vnd.openxmlformats-officedocument.presentationml.tags+xml"/>
  <Override PartName="/ppt/tags/tag28-2.xml" ContentType="application/vnd.openxmlformats-officedocument.presentationml.tags+xml"/>
  <Override PartName="/ppt/tags/tag29-1.xml" ContentType="application/vnd.openxmlformats-officedocument.presentationml.tags+xml"/>
  <Override PartName="/ppt/tags/tag29-2.xml" ContentType="application/vnd.openxmlformats-officedocument.presentationml.tags+xml"/>
  <Override PartName="/ppt/tags/tag30-1.xml" ContentType="application/vnd.openxmlformats-officedocument.presentationml.tags+xml"/>
  <Override PartName="/ppt/tags/tag30-2.xml" ContentType="application/vnd.openxmlformats-officedocument.presentationml.tags+xml"/>
  <Override PartName="/ppt/tags/tag31-1.xml" ContentType="application/vnd.openxmlformats-officedocument.presentationml.tags+xml"/>
  <Override PartName="/ppt/tags/tag31-2.xml" ContentType="application/vnd.openxmlformats-officedocument.presentationml.tags+xml"/>
  <Override PartName="/ppt/tags/tag32-1.xml" ContentType="application/vnd.openxmlformats-officedocument.presentationml.tags+xml"/>
  <Override PartName="/ppt/tags/tag32-2.xml" ContentType="application/vnd.openxmlformats-officedocument.presentationml.tags+xml"/>
  <Override PartName="/ppt/tags/tag33-1.xml" ContentType="application/vnd.openxmlformats-officedocument.presentationml.tags+xml"/>
  <Override PartName="/ppt/tags/tag33-2.xml" ContentType="application/vnd.openxmlformats-officedocument.presentationml.tags+xml"/>
  <Override PartName="/ppt/tags/tag34-1.xml" ContentType="application/vnd.openxmlformats-officedocument.presentationml.tags+xml"/>
  <Override PartName="/ppt/tags/tag34-2.xml" ContentType="application/vnd.openxmlformats-officedocument.presentationml.tags+xml"/>
  <Override PartName="/ppt/tags/tag35-1.xml" ContentType="application/vnd.openxmlformats-officedocument.presentationml.tags+xml"/>
  <Override PartName="/ppt/tags/tag35-2.xml" ContentType="application/vnd.openxmlformats-officedocument.presentationml.tags+xml"/>
  <Override PartName="/ppt/tags/tag36-1.xml" ContentType="application/vnd.openxmlformats-officedocument.presentationml.tags+xml"/>
  <Override PartName="/ppt/tags/tag36-2.xml" ContentType="application/vnd.openxmlformats-officedocument.presentationml.tags+xml"/>
  <Override PartName="/ppt/tags/tag36-3.xml" ContentType="application/vnd.openxmlformats-officedocument.presentationml.tags+xml"/>
  <Override PartName="/ppt/tags/tag36-4.xml" ContentType="application/vnd.openxmlformats-officedocument.presentationml.tags+xml"/>
  <Override PartName="/ppt/tags/tag37-1.xml" ContentType="application/vnd.openxmlformats-officedocument.presentationml.tags+xml"/>
  <Override PartName="/ppt/tags/tag38-1.xml" ContentType="application/vnd.openxmlformats-officedocument.presentationml.tags+xml"/>
  <Override PartName="/ppt/tags/tag39-1.xml" ContentType="application/vnd.openxmlformats-officedocument.presentationml.tags+xml"/>
  <Override PartName="/ppt/tags/tag40-1.xml" ContentType="application/vnd.openxmlformats-officedocument.presentationml.tags+xml"/>
  <Override PartName="/ppt/tags/tag40-2.xml" ContentType="application/vnd.openxmlformats-officedocument.presentationml.tags+xml"/>
  <Override PartName="/ppt/tags/tag40-3.xml" ContentType="application/vnd.openxmlformats-officedocument.presentationml.tags+xml"/>
  <Override PartName="/ppt/tags/tag40-4.xml" ContentType="application/vnd.openxmlformats-officedocument.presentationml.tags+xml"/>
  <Override PartName="/ppt/tags/tag41-1.xml" ContentType="application/vnd.openxmlformats-officedocument.presentationml.tags+xml"/>
  <Override PartName="/ppt/tags/tag41-2.xml" ContentType="application/vnd.openxmlformats-officedocument.presentationml.tags+xml"/>
  <Override PartName="/ppt/tags/tag42-1.xml" ContentType="application/vnd.openxmlformats-officedocument.presentationml.tags+xml"/>
  <Override PartName="/ppt/tags/tag42-2.xml" ContentType="application/vnd.openxmlformats-officedocument.presentationml.tags+xml"/>
  <Override PartName="/ppt/tags/tag43-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3200" cy="6858675"/>
  <p:notesSz cx="6858675" cy="12193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tags" Target="../tags/tag1-1.xml"/><Relationship Id="rId3" Type="http://schemas.openxmlformats.org/officeDocument/2006/relationships/tags" Target="../tags/tag1-2.xml"/><Relationship Id="rId5" Type="http://schemas.openxmlformats.org/officeDocument/2006/relationships/tags" Target="../tags/tag1-3.xml"/><Relationship Id="rId2" Type="http://schemas.openxmlformats.org/officeDocument/2006/relationships/image" Target="../media/image-1-1.png"/><Relationship Id="rId4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tags" Target="../tags/tag2-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tags" Target="../tags/tag3-1.xml"/><Relationship Id="rId3" Type="http://schemas.openxmlformats.org/officeDocument/2006/relationships/tags" Target="../tags/tag3-2.xml"/><Relationship Id="rId5" Type="http://schemas.openxmlformats.org/officeDocument/2006/relationships/tags" Target="../tags/tag3-3.xml"/><Relationship Id="rId7" Type="http://schemas.openxmlformats.org/officeDocument/2006/relationships/tags" Target="../tags/tag3-4.xml"/><Relationship Id="rId9" Type="http://schemas.openxmlformats.org/officeDocument/2006/relationships/tags" Target="../tags/tag3-5.xml"/><Relationship Id="rId11" Type="http://schemas.openxmlformats.org/officeDocument/2006/relationships/tags" Target="../tags/tag3-6.xml"/><Relationship Id="rId13" Type="http://schemas.openxmlformats.org/officeDocument/2006/relationships/tags" Target="../tags/tag3-7.xml"/><Relationship Id="rId15" Type="http://schemas.openxmlformats.org/officeDocument/2006/relationships/tags" Target="../tags/tag3-8.xml"/><Relationship Id="rId17" Type="http://schemas.openxmlformats.org/officeDocument/2006/relationships/tags" Target="../tags/tag3-9.xml"/><Relationship Id="rId19" Type="http://schemas.openxmlformats.org/officeDocument/2006/relationships/tags" Target="../tags/tag3-10.xml"/><Relationship Id="rId21" Type="http://schemas.openxmlformats.org/officeDocument/2006/relationships/tags" Target="../tags/tag3-11.xml"/><Relationship Id="rId23" Type="http://schemas.openxmlformats.org/officeDocument/2006/relationships/tags" Target="../tags/tag3-12.xml"/><Relationship Id="rId25" Type="http://schemas.openxmlformats.org/officeDocument/2006/relationships/tags" Target="../tags/tag3-13.xml"/><Relationship Id="rId27" Type="http://schemas.openxmlformats.org/officeDocument/2006/relationships/tags" Target="../tags/tag3-14.xml"/><Relationship Id="rId29" Type="http://schemas.openxmlformats.org/officeDocument/2006/relationships/tags" Target="../tags/tag3-15.xml"/><Relationship Id="rId31" Type="http://schemas.openxmlformats.org/officeDocument/2006/relationships/tags" Target="../tags/tag3-16.xml"/><Relationship Id="rId33" Type="http://schemas.openxmlformats.org/officeDocument/2006/relationships/tags" Target="../tags/tag3-17.xml"/><Relationship Id="rId35" Type="http://schemas.openxmlformats.org/officeDocument/2006/relationships/tags" Target="../tags/tag3-18.xml"/><Relationship Id="rId37" Type="http://schemas.openxmlformats.org/officeDocument/2006/relationships/tags" Target="../tags/tag3-19.xml"/><Relationship Id="rId39" Type="http://schemas.openxmlformats.org/officeDocument/2006/relationships/tags" Target="../tags/tag3-20.xml"/><Relationship Id="rId41" Type="http://schemas.openxmlformats.org/officeDocument/2006/relationships/tags" Target="../tags/tag3-21.xml"/><Relationship Id="rId43" Type="http://schemas.openxmlformats.org/officeDocument/2006/relationships/tags" Target="../tags/tag3-22.xml"/><Relationship Id="rId45" Type="http://schemas.openxmlformats.org/officeDocument/2006/relationships/tags" Target="../tags/tag3-23.xml"/><Relationship Id="rId47" Type="http://schemas.openxmlformats.org/officeDocument/2006/relationships/tags" Target="../tags/tag3-24.xml"/><Relationship Id="rId49" Type="http://schemas.openxmlformats.org/officeDocument/2006/relationships/tags" Target="../tags/tag3-25.xml"/><Relationship Id="rId51" Type="http://schemas.openxmlformats.org/officeDocument/2006/relationships/tags" Target="../tags/tag3-26.xml"/><Relationship Id="rId53" Type="http://schemas.openxmlformats.org/officeDocument/2006/relationships/tags" Target="../tags/tag3-27.xml"/><Relationship Id="rId55" Type="http://schemas.openxmlformats.org/officeDocument/2006/relationships/tags" Target="../tags/tag3-28.xml"/><Relationship Id="rId57" Type="http://schemas.openxmlformats.org/officeDocument/2006/relationships/tags" Target="../tags/tag3-29.xml"/><Relationship Id="rId59" Type="http://schemas.openxmlformats.org/officeDocument/2006/relationships/tags" Target="../tags/tag3-30.xml"/><Relationship Id="rId61" Type="http://schemas.openxmlformats.org/officeDocument/2006/relationships/tags" Target="../tags/tag3-31.xml"/><Relationship Id="rId63" Type="http://schemas.openxmlformats.org/officeDocument/2006/relationships/tags" Target="../tags/tag3-32.xml"/><Relationship Id="rId65" Type="http://schemas.openxmlformats.org/officeDocument/2006/relationships/tags" Target="../tags/tag3-33.xml"/><Relationship Id="rId67" Type="http://schemas.openxmlformats.org/officeDocument/2006/relationships/tags" Target="../tags/tag3-34.xml"/><Relationship Id="rId69" Type="http://schemas.openxmlformats.org/officeDocument/2006/relationships/tags" Target="../tags/tag3-35.xml"/><Relationship Id="rId71" Type="http://schemas.openxmlformats.org/officeDocument/2006/relationships/tags" Target="../tags/tag3-36.xml"/><Relationship Id="rId73" Type="http://schemas.openxmlformats.org/officeDocument/2006/relationships/tags" Target="../tags/tag3-37.xml"/><Relationship Id="rId75" Type="http://schemas.openxmlformats.org/officeDocument/2006/relationships/tags" Target="../tags/tag3-38.xml"/><Relationship Id="rId77" Type="http://schemas.openxmlformats.org/officeDocument/2006/relationships/tags" Target="../tags/tag3-39.xml"/><Relationship Id="rId79" Type="http://schemas.openxmlformats.org/officeDocument/2006/relationships/tags" Target="../tags/tag3-40.xml"/><Relationship Id="rId81" Type="http://schemas.openxmlformats.org/officeDocument/2006/relationships/tags" Target="../tags/tag3-41.xml"/><Relationship Id="rId83" Type="http://schemas.openxmlformats.org/officeDocument/2006/relationships/tags" Target="../tags/tag3-42.xml"/><Relationship Id="rId85" Type="http://schemas.openxmlformats.org/officeDocument/2006/relationships/tags" Target="../tags/tag3-43.xml"/><Relationship Id="rId87" Type="http://schemas.openxmlformats.org/officeDocument/2006/relationships/tags" Target="../tags/tag3-44.xml"/><Relationship Id="rId89" Type="http://schemas.openxmlformats.org/officeDocument/2006/relationships/tags" Target="../tags/tag3-45.xml"/><Relationship Id="rId91" Type="http://schemas.openxmlformats.org/officeDocument/2006/relationships/tags" Target="../tags/tag3-46.xml"/><Relationship Id="rId93" Type="http://schemas.openxmlformats.org/officeDocument/2006/relationships/tags" Target="../tags/tag3-47.xml"/><Relationship Id="rId95" Type="http://schemas.openxmlformats.org/officeDocument/2006/relationships/tags" Target="../tags/tag3-48.xml"/><Relationship Id="rId97" Type="http://schemas.openxmlformats.org/officeDocument/2006/relationships/tags" Target="../tags/tag3-49.xml"/><Relationship Id="rId99" Type="http://schemas.openxmlformats.org/officeDocument/2006/relationships/tags" Target="../tags/tag3-50.xml"/><Relationship Id="rId101" Type="http://schemas.openxmlformats.org/officeDocument/2006/relationships/tags" Target="../tags/tag3-51.xml"/><Relationship Id="rId103" Type="http://schemas.openxmlformats.org/officeDocument/2006/relationships/tags" Target="../tags/tag3-52.xml"/><Relationship Id="rId105" Type="http://schemas.openxmlformats.org/officeDocument/2006/relationships/tags" Target="../tags/tag3-53.xml"/><Relationship Id="rId107" Type="http://schemas.openxmlformats.org/officeDocument/2006/relationships/tags" Target="../tags/tag3-54.xml"/><Relationship Id="rId109" Type="http://schemas.openxmlformats.org/officeDocument/2006/relationships/tags" Target="../tags/tag3-55.xml"/><Relationship Id="rId111" Type="http://schemas.openxmlformats.org/officeDocument/2006/relationships/tags" Target="../tags/tag3-56.xml"/><Relationship Id="rId113" Type="http://schemas.openxmlformats.org/officeDocument/2006/relationships/tags" Target="../tags/tag3-57.xml"/><Relationship Id="rId115" Type="http://schemas.openxmlformats.org/officeDocument/2006/relationships/tags" Target="../tags/tag3-58.xml"/><Relationship Id="rId117" Type="http://schemas.openxmlformats.org/officeDocument/2006/relationships/tags" Target="../tags/tag3-59.xml"/><Relationship Id="rId119" Type="http://schemas.openxmlformats.org/officeDocument/2006/relationships/tags" Target="../tags/tag3-60.xml"/><Relationship Id="rId121" Type="http://schemas.openxmlformats.org/officeDocument/2006/relationships/tags" Target="../tags/tag3-61.xml"/><Relationship Id="rId123" Type="http://schemas.openxmlformats.org/officeDocument/2006/relationships/tags" Target="../tags/tag3-62.xml"/><Relationship Id="rId125" Type="http://schemas.openxmlformats.org/officeDocument/2006/relationships/tags" Target="../tags/tag3-63.xml"/><Relationship Id="rId127" Type="http://schemas.openxmlformats.org/officeDocument/2006/relationships/tags" Target="../tags/tag3-64.xml"/><Relationship Id="rId129" Type="http://schemas.openxmlformats.org/officeDocument/2006/relationships/tags" Target="../tags/tag3-65.xml"/><Relationship Id="rId131" Type="http://schemas.openxmlformats.org/officeDocument/2006/relationships/tags" Target="../tags/tag3-66.xml"/><Relationship Id="rId133" Type="http://schemas.openxmlformats.org/officeDocument/2006/relationships/tags" Target="../tags/tag3-67.xml"/><Relationship Id="rId135" Type="http://schemas.openxmlformats.org/officeDocument/2006/relationships/tags" Target="../tags/tag3-68.xml"/><Relationship Id="rId137" Type="http://schemas.openxmlformats.org/officeDocument/2006/relationships/tags" Target="../tags/tag3-69.xml"/><Relationship Id="rId139" Type="http://schemas.openxmlformats.org/officeDocument/2006/relationships/tags" Target="../tags/tag3-70.xml"/><Relationship Id="rId2" Type="http://schemas.openxmlformats.org/officeDocument/2006/relationships/image" Target="../media/image-3-1.png"/><Relationship Id="rId4" Type="http://schemas.openxmlformats.org/officeDocument/2006/relationships/image" Target="../media/image-3-2.png"/><Relationship Id="rId6" Type="http://schemas.openxmlformats.org/officeDocument/2006/relationships/image" Target="../media/image-3-3.png"/><Relationship Id="rId8" Type="http://schemas.openxmlformats.org/officeDocument/2006/relationships/image" Target="../media/image-3-4.png"/><Relationship Id="rId10" Type="http://schemas.openxmlformats.org/officeDocument/2006/relationships/image" Target="../media/image-3-5.png"/><Relationship Id="rId12" Type="http://schemas.openxmlformats.org/officeDocument/2006/relationships/image" Target="../media/image-3-6.png"/><Relationship Id="rId14" Type="http://schemas.openxmlformats.org/officeDocument/2006/relationships/image" Target="../media/image-3-7.png"/><Relationship Id="rId16" Type="http://schemas.openxmlformats.org/officeDocument/2006/relationships/image" Target="../media/image-3-8.png"/><Relationship Id="rId18" Type="http://schemas.openxmlformats.org/officeDocument/2006/relationships/image" Target="../media/image-3-9.png"/><Relationship Id="rId20" Type="http://schemas.openxmlformats.org/officeDocument/2006/relationships/image" Target="../media/image-3-10.png"/><Relationship Id="rId22" Type="http://schemas.openxmlformats.org/officeDocument/2006/relationships/image" Target="../media/image-3-11.png"/><Relationship Id="rId24" Type="http://schemas.openxmlformats.org/officeDocument/2006/relationships/image" Target="../media/image-3-12.png"/><Relationship Id="rId26" Type="http://schemas.openxmlformats.org/officeDocument/2006/relationships/image" Target="../media/image-3-13.png"/><Relationship Id="rId28" Type="http://schemas.openxmlformats.org/officeDocument/2006/relationships/image" Target="../media/image-3-14.png"/><Relationship Id="rId30" Type="http://schemas.openxmlformats.org/officeDocument/2006/relationships/image" Target="../media/image-3-15.png"/><Relationship Id="rId32" Type="http://schemas.openxmlformats.org/officeDocument/2006/relationships/image" Target="../media/image-3-16.png"/><Relationship Id="rId34" Type="http://schemas.openxmlformats.org/officeDocument/2006/relationships/image" Target="../media/image-3-17.png"/><Relationship Id="rId36" Type="http://schemas.openxmlformats.org/officeDocument/2006/relationships/image" Target="../media/image-3-18.png"/><Relationship Id="rId38" Type="http://schemas.openxmlformats.org/officeDocument/2006/relationships/image" Target="../media/image-3-19.png"/><Relationship Id="rId40" Type="http://schemas.openxmlformats.org/officeDocument/2006/relationships/image" Target="../media/image-3-20.png"/><Relationship Id="rId42" Type="http://schemas.openxmlformats.org/officeDocument/2006/relationships/image" Target="../media/image-3-21.png"/><Relationship Id="rId44" Type="http://schemas.openxmlformats.org/officeDocument/2006/relationships/image" Target="../media/image-3-22.png"/><Relationship Id="rId46" Type="http://schemas.openxmlformats.org/officeDocument/2006/relationships/image" Target="../media/image-3-23.png"/><Relationship Id="rId48" Type="http://schemas.openxmlformats.org/officeDocument/2006/relationships/image" Target="../media/image-3-24.png"/><Relationship Id="rId50" Type="http://schemas.openxmlformats.org/officeDocument/2006/relationships/image" Target="../media/image-3-25.png"/><Relationship Id="rId52" Type="http://schemas.openxmlformats.org/officeDocument/2006/relationships/image" Target="../media/image-3-26.png"/><Relationship Id="rId54" Type="http://schemas.openxmlformats.org/officeDocument/2006/relationships/image" Target="../media/image-3-27.png"/><Relationship Id="rId56" Type="http://schemas.openxmlformats.org/officeDocument/2006/relationships/image" Target="../media/image-3-28.png"/><Relationship Id="rId58" Type="http://schemas.openxmlformats.org/officeDocument/2006/relationships/image" Target="../media/image-3-29.png"/><Relationship Id="rId60" Type="http://schemas.openxmlformats.org/officeDocument/2006/relationships/image" Target="../media/image-3-30.png"/><Relationship Id="rId62" Type="http://schemas.openxmlformats.org/officeDocument/2006/relationships/image" Target="../media/image-3-31.png"/><Relationship Id="rId64" Type="http://schemas.openxmlformats.org/officeDocument/2006/relationships/image" Target="../media/image-3-32.png"/><Relationship Id="rId66" Type="http://schemas.openxmlformats.org/officeDocument/2006/relationships/image" Target="../media/image-3-33.png"/><Relationship Id="rId68" Type="http://schemas.openxmlformats.org/officeDocument/2006/relationships/image" Target="../media/image-3-34.png"/><Relationship Id="rId70" Type="http://schemas.openxmlformats.org/officeDocument/2006/relationships/image" Target="../media/image-3-35.png"/><Relationship Id="rId72" Type="http://schemas.openxmlformats.org/officeDocument/2006/relationships/image" Target="../media/image-3-36.png"/><Relationship Id="rId74" Type="http://schemas.openxmlformats.org/officeDocument/2006/relationships/image" Target="../media/image-3-37.png"/><Relationship Id="rId76" Type="http://schemas.openxmlformats.org/officeDocument/2006/relationships/image" Target="../media/image-3-38.png"/><Relationship Id="rId78" Type="http://schemas.openxmlformats.org/officeDocument/2006/relationships/image" Target="../media/image-3-39.png"/><Relationship Id="rId80" Type="http://schemas.openxmlformats.org/officeDocument/2006/relationships/image" Target="../media/image-3-40.png"/><Relationship Id="rId82" Type="http://schemas.openxmlformats.org/officeDocument/2006/relationships/image" Target="../media/image-3-41.png"/><Relationship Id="rId84" Type="http://schemas.openxmlformats.org/officeDocument/2006/relationships/image" Target="../media/image-3-42.png"/><Relationship Id="rId86" Type="http://schemas.openxmlformats.org/officeDocument/2006/relationships/image" Target="../media/image-3-43.png"/><Relationship Id="rId88" Type="http://schemas.openxmlformats.org/officeDocument/2006/relationships/image" Target="../media/image-3-44.png"/><Relationship Id="rId90" Type="http://schemas.openxmlformats.org/officeDocument/2006/relationships/image" Target="../media/image-3-45.png"/><Relationship Id="rId92" Type="http://schemas.openxmlformats.org/officeDocument/2006/relationships/image" Target="../media/image-3-46.png"/><Relationship Id="rId94" Type="http://schemas.openxmlformats.org/officeDocument/2006/relationships/image" Target="../media/image-3-47.png"/><Relationship Id="rId96" Type="http://schemas.openxmlformats.org/officeDocument/2006/relationships/image" Target="../media/image-3-48.png"/><Relationship Id="rId98" Type="http://schemas.openxmlformats.org/officeDocument/2006/relationships/image" Target="../media/image-3-49.png"/><Relationship Id="rId100" Type="http://schemas.openxmlformats.org/officeDocument/2006/relationships/image" Target="../media/image-3-50.png"/><Relationship Id="rId102" Type="http://schemas.openxmlformats.org/officeDocument/2006/relationships/image" Target="../media/image-3-51.png"/><Relationship Id="rId104" Type="http://schemas.openxmlformats.org/officeDocument/2006/relationships/image" Target="../media/image-3-52.png"/><Relationship Id="rId106" Type="http://schemas.openxmlformats.org/officeDocument/2006/relationships/image" Target="../media/image-3-53.png"/><Relationship Id="rId108" Type="http://schemas.openxmlformats.org/officeDocument/2006/relationships/image" Target="../media/image-3-54.png"/><Relationship Id="rId110" Type="http://schemas.openxmlformats.org/officeDocument/2006/relationships/image" Target="../media/image-3-55.png"/><Relationship Id="rId112" Type="http://schemas.openxmlformats.org/officeDocument/2006/relationships/image" Target="../media/image-3-56.png"/><Relationship Id="rId114" Type="http://schemas.openxmlformats.org/officeDocument/2006/relationships/image" Target="../media/image-3-57.png"/><Relationship Id="rId116" Type="http://schemas.openxmlformats.org/officeDocument/2006/relationships/image" Target="../media/image-3-58.png"/><Relationship Id="rId118" Type="http://schemas.openxmlformats.org/officeDocument/2006/relationships/image" Target="../media/image-3-59.png"/><Relationship Id="rId120" Type="http://schemas.openxmlformats.org/officeDocument/2006/relationships/image" Target="../media/image-3-60.png"/><Relationship Id="rId122" Type="http://schemas.openxmlformats.org/officeDocument/2006/relationships/image" Target="../media/image-3-61.png"/><Relationship Id="rId124" Type="http://schemas.openxmlformats.org/officeDocument/2006/relationships/image" Target="../media/image-3-62.png"/><Relationship Id="rId126" Type="http://schemas.openxmlformats.org/officeDocument/2006/relationships/image" Target="../media/image-3-63.png"/><Relationship Id="rId128" Type="http://schemas.openxmlformats.org/officeDocument/2006/relationships/image" Target="../media/image-3-64.png"/><Relationship Id="rId130" Type="http://schemas.openxmlformats.org/officeDocument/2006/relationships/image" Target="../media/image-3-65.png"/><Relationship Id="rId132" Type="http://schemas.openxmlformats.org/officeDocument/2006/relationships/image" Target="../media/image-3-66.png"/><Relationship Id="rId134" Type="http://schemas.openxmlformats.org/officeDocument/2006/relationships/image" Target="../media/image-3-67.png"/><Relationship Id="rId136" Type="http://schemas.openxmlformats.org/officeDocument/2006/relationships/image" Target="../media/image-3-68.png"/><Relationship Id="rId138" Type="http://schemas.openxmlformats.org/officeDocument/2006/relationships/image" Target="../media/image-3-69.png"/><Relationship Id="rId140" Type="http://schemas.openxmlformats.org/officeDocument/2006/relationships/slideLayout" Target="../slideLayouts/slideLayout1.xml"/><Relationship Id="rId14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tags" Target="../tags/tag4-1.xml"/><Relationship Id="rId3" Type="http://schemas.openxmlformats.org/officeDocument/2006/relationships/tags" Target="../tags/tag4-2.xml"/><Relationship Id="rId5" Type="http://schemas.openxmlformats.org/officeDocument/2006/relationships/tags" Target="../tags/tag4-3.xml"/><Relationship Id="rId7" Type="http://schemas.openxmlformats.org/officeDocument/2006/relationships/tags" Target="../tags/tag4-4.xml"/><Relationship Id="rId9" Type="http://schemas.openxmlformats.org/officeDocument/2006/relationships/tags" Target="../tags/tag4-5.xml"/><Relationship Id="rId11" Type="http://schemas.openxmlformats.org/officeDocument/2006/relationships/tags" Target="../tags/tag4-6.xml"/><Relationship Id="rId13" Type="http://schemas.openxmlformats.org/officeDocument/2006/relationships/tags" Target="../tags/tag4-7.xml"/><Relationship Id="rId15" Type="http://schemas.openxmlformats.org/officeDocument/2006/relationships/tags" Target="../tags/tag4-8.xml"/><Relationship Id="rId17" Type="http://schemas.openxmlformats.org/officeDocument/2006/relationships/tags" Target="../tags/tag4-9.xml"/><Relationship Id="rId19" Type="http://schemas.openxmlformats.org/officeDocument/2006/relationships/tags" Target="../tags/tag4-10.xml"/><Relationship Id="rId21" Type="http://schemas.openxmlformats.org/officeDocument/2006/relationships/tags" Target="../tags/tag4-11.xml"/><Relationship Id="rId23" Type="http://schemas.openxmlformats.org/officeDocument/2006/relationships/tags" Target="../tags/tag4-12.xml"/><Relationship Id="rId25" Type="http://schemas.openxmlformats.org/officeDocument/2006/relationships/tags" Target="../tags/tag4-13.xml"/><Relationship Id="rId27" Type="http://schemas.openxmlformats.org/officeDocument/2006/relationships/tags" Target="../tags/tag4-14.xml"/><Relationship Id="rId29" Type="http://schemas.openxmlformats.org/officeDocument/2006/relationships/tags" Target="../tags/tag4-15.xml"/><Relationship Id="rId31" Type="http://schemas.openxmlformats.org/officeDocument/2006/relationships/tags" Target="../tags/tag4-16.xml"/><Relationship Id="rId33" Type="http://schemas.openxmlformats.org/officeDocument/2006/relationships/tags" Target="../tags/tag4-17.xml"/><Relationship Id="rId35" Type="http://schemas.openxmlformats.org/officeDocument/2006/relationships/tags" Target="../tags/tag4-18.xml"/><Relationship Id="rId37" Type="http://schemas.openxmlformats.org/officeDocument/2006/relationships/tags" Target="../tags/tag4-19.xml"/><Relationship Id="rId39" Type="http://schemas.openxmlformats.org/officeDocument/2006/relationships/tags" Target="../tags/tag4-20.xml"/><Relationship Id="rId41" Type="http://schemas.openxmlformats.org/officeDocument/2006/relationships/tags" Target="../tags/tag4-21.xml"/><Relationship Id="rId43" Type="http://schemas.openxmlformats.org/officeDocument/2006/relationships/tags" Target="../tags/tag4-22.xml"/><Relationship Id="rId45" Type="http://schemas.openxmlformats.org/officeDocument/2006/relationships/tags" Target="../tags/tag4-23.xml"/><Relationship Id="rId47" Type="http://schemas.openxmlformats.org/officeDocument/2006/relationships/tags" Target="../tags/tag4-24.xml"/><Relationship Id="rId49" Type="http://schemas.openxmlformats.org/officeDocument/2006/relationships/tags" Target="../tags/tag4-25.xml"/><Relationship Id="rId51" Type="http://schemas.openxmlformats.org/officeDocument/2006/relationships/tags" Target="../tags/tag4-26.xml"/><Relationship Id="rId53" Type="http://schemas.openxmlformats.org/officeDocument/2006/relationships/tags" Target="../tags/tag4-27.xml"/><Relationship Id="rId55" Type="http://schemas.openxmlformats.org/officeDocument/2006/relationships/tags" Target="../tags/tag4-28.xml"/><Relationship Id="rId57" Type="http://schemas.openxmlformats.org/officeDocument/2006/relationships/tags" Target="../tags/tag4-29.xml"/><Relationship Id="rId59" Type="http://schemas.openxmlformats.org/officeDocument/2006/relationships/tags" Target="../tags/tag4-30.xml"/><Relationship Id="rId61" Type="http://schemas.openxmlformats.org/officeDocument/2006/relationships/tags" Target="../tags/tag4-31.xml"/><Relationship Id="rId63" Type="http://schemas.openxmlformats.org/officeDocument/2006/relationships/tags" Target="../tags/tag4-32.xml"/><Relationship Id="rId65" Type="http://schemas.openxmlformats.org/officeDocument/2006/relationships/tags" Target="../tags/tag4-33.xml"/><Relationship Id="rId67" Type="http://schemas.openxmlformats.org/officeDocument/2006/relationships/tags" Target="../tags/tag4-34.xml"/><Relationship Id="rId69" Type="http://schemas.openxmlformats.org/officeDocument/2006/relationships/tags" Target="../tags/tag4-35.xml"/><Relationship Id="rId71" Type="http://schemas.openxmlformats.org/officeDocument/2006/relationships/tags" Target="../tags/tag4-36.xml"/><Relationship Id="rId73" Type="http://schemas.openxmlformats.org/officeDocument/2006/relationships/tags" Target="../tags/tag4-37.xml"/><Relationship Id="rId75" Type="http://schemas.openxmlformats.org/officeDocument/2006/relationships/tags" Target="../tags/tag4-38.xml"/><Relationship Id="rId77" Type="http://schemas.openxmlformats.org/officeDocument/2006/relationships/tags" Target="../tags/tag4-39.xml"/><Relationship Id="rId79" Type="http://schemas.openxmlformats.org/officeDocument/2006/relationships/tags" Target="../tags/tag4-40.xml"/><Relationship Id="rId81" Type="http://schemas.openxmlformats.org/officeDocument/2006/relationships/tags" Target="../tags/tag4-41.xml"/><Relationship Id="rId83" Type="http://schemas.openxmlformats.org/officeDocument/2006/relationships/tags" Target="../tags/tag4-42.xml"/><Relationship Id="rId85" Type="http://schemas.openxmlformats.org/officeDocument/2006/relationships/tags" Target="../tags/tag4-43.xml"/><Relationship Id="rId87" Type="http://schemas.openxmlformats.org/officeDocument/2006/relationships/tags" Target="../tags/tag4-44.xml"/><Relationship Id="rId89" Type="http://schemas.openxmlformats.org/officeDocument/2006/relationships/tags" Target="../tags/tag4-45.xml"/><Relationship Id="rId91" Type="http://schemas.openxmlformats.org/officeDocument/2006/relationships/tags" Target="../tags/tag4-46.xml"/><Relationship Id="rId93" Type="http://schemas.openxmlformats.org/officeDocument/2006/relationships/tags" Target="../tags/tag4-47.xml"/><Relationship Id="rId95" Type="http://schemas.openxmlformats.org/officeDocument/2006/relationships/tags" Target="../tags/tag4-48.xml"/><Relationship Id="rId97" Type="http://schemas.openxmlformats.org/officeDocument/2006/relationships/tags" Target="../tags/tag4-49.xml"/><Relationship Id="rId99" Type="http://schemas.openxmlformats.org/officeDocument/2006/relationships/tags" Target="../tags/tag4-50.xml"/><Relationship Id="rId101" Type="http://schemas.openxmlformats.org/officeDocument/2006/relationships/tags" Target="../tags/tag4-51.xml"/><Relationship Id="rId103" Type="http://schemas.openxmlformats.org/officeDocument/2006/relationships/tags" Target="../tags/tag4-52.xml"/><Relationship Id="rId105" Type="http://schemas.openxmlformats.org/officeDocument/2006/relationships/tags" Target="../tags/tag4-53.xml"/><Relationship Id="rId107" Type="http://schemas.openxmlformats.org/officeDocument/2006/relationships/tags" Target="../tags/tag4-54.xml"/><Relationship Id="rId109" Type="http://schemas.openxmlformats.org/officeDocument/2006/relationships/tags" Target="../tags/tag4-55.xml"/><Relationship Id="rId111" Type="http://schemas.openxmlformats.org/officeDocument/2006/relationships/tags" Target="../tags/tag4-56.xml"/><Relationship Id="rId113" Type="http://schemas.openxmlformats.org/officeDocument/2006/relationships/tags" Target="../tags/tag4-57.xml"/><Relationship Id="rId115" Type="http://schemas.openxmlformats.org/officeDocument/2006/relationships/tags" Target="../tags/tag4-58.xml"/><Relationship Id="rId117" Type="http://schemas.openxmlformats.org/officeDocument/2006/relationships/tags" Target="../tags/tag4-59.xml"/><Relationship Id="rId119" Type="http://schemas.openxmlformats.org/officeDocument/2006/relationships/tags" Target="../tags/tag4-60.xml"/><Relationship Id="rId121" Type="http://schemas.openxmlformats.org/officeDocument/2006/relationships/tags" Target="../tags/tag4-61.xml"/><Relationship Id="rId123" Type="http://schemas.openxmlformats.org/officeDocument/2006/relationships/tags" Target="../tags/tag4-62.xml"/><Relationship Id="rId125" Type="http://schemas.openxmlformats.org/officeDocument/2006/relationships/tags" Target="../tags/tag4-63.xml"/><Relationship Id="rId127" Type="http://schemas.openxmlformats.org/officeDocument/2006/relationships/tags" Target="../tags/tag4-64.xml"/><Relationship Id="rId129" Type="http://schemas.openxmlformats.org/officeDocument/2006/relationships/tags" Target="../tags/tag4-65.xml"/><Relationship Id="rId131" Type="http://schemas.openxmlformats.org/officeDocument/2006/relationships/tags" Target="../tags/tag4-66.xml"/><Relationship Id="rId133" Type="http://schemas.openxmlformats.org/officeDocument/2006/relationships/tags" Target="../tags/tag4-67.xml"/><Relationship Id="rId135" Type="http://schemas.openxmlformats.org/officeDocument/2006/relationships/tags" Target="../tags/tag4-68.xml"/><Relationship Id="rId137" Type="http://schemas.openxmlformats.org/officeDocument/2006/relationships/tags" Target="../tags/tag4-69.xml"/><Relationship Id="rId139" Type="http://schemas.openxmlformats.org/officeDocument/2006/relationships/tags" Target="../tags/tag4-70.xml"/><Relationship Id="rId141" Type="http://schemas.openxmlformats.org/officeDocument/2006/relationships/tags" Target="../tags/tag4-71.xml"/><Relationship Id="rId2" Type="http://schemas.openxmlformats.org/officeDocument/2006/relationships/image" Target="../media/image-4-1.png"/><Relationship Id="rId4" Type="http://schemas.openxmlformats.org/officeDocument/2006/relationships/image" Target="../media/image-4-2.png"/><Relationship Id="rId6" Type="http://schemas.openxmlformats.org/officeDocument/2006/relationships/image" Target="../media/image-4-3.png"/><Relationship Id="rId8" Type="http://schemas.openxmlformats.org/officeDocument/2006/relationships/image" Target="../media/image-4-4.png"/><Relationship Id="rId10" Type="http://schemas.openxmlformats.org/officeDocument/2006/relationships/image" Target="../media/image-4-5.png"/><Relationship Id="rId12" Type="http://schemas.openxmlformats.org/officeDocument/2006/relationships/image" Target="../media/image-4-6.png"/><Relationship Id="rId14" Type="http://schemas.openxmlformats.org/officeDocument/2006/relationships/image" Target="../media/image-4-7.png"/><Relationship Id="rId16" Type="http://schemas.openxmlformats.org/officeDocument/2006/relationships/image" Target="../media/image-4-8.png"/><Relationship Id="rId18" Type="http://schemas.openxmlformats.org/officeDocument/2006/relationships/image" Target="../media/image-4-9.png"/><Relationship Id="rId20" Type="http://schemas.openxmlformats.org/officeDocument/2006/relationships/image" Target="../media/image-4-10.png"/><Relationship Id="rId22" Type="http://schemas.openxmlformats.org/officeDocument/2006/relationships/image" Target="../media/image-4-11.png"/><Relationship Id="rId24" Type="http://schemas.openxmlformats.org/officeDocument/2006/relationships/image" Target="../media/image-4-12.png"/><Relationship Id="rId26" Type="http://schemas.openxmlformats.org/officeDocument/2006/relationships/image" Target="../media/image-4-13.png"/><Relationship Id="rId28" Type="http://schemas.openxmlformats.org/officeDocument/2006/relationships/image" Target="../media/image-4-14.png"/><Relationship Id="rId30" Type="http://schemas.openxmlformats.org/officeDocument/2006/relationships/image" Target="../media/image-4-15.png"/><Relationship Id="rId32" Type="http://schemas.openxmlformats.org/officeDocument/2006/relationships/image" Target="../media/image-4-16.png"/><Relationship Id="rId34" Type="http://schemas.openxmlformats.org/officeDocument/2006/relationships/image" Target="../media/image-4-17.png"/><Relationship Id="rId36" Type="http://schemas.openxmlformats.org/officeDocument/2006/relationships/image" Target="../media/image-4-18.png"/><Relationship Id="rId38" Type="http://schemas.openxmlformats.org/officeDocument/2006/relationships/image" Target="../media/image-4-19.png"/><Relationship Id="rId40" Type="http://schemas.openxmlformats.org/officeDocument/2006/relationships/image" Target="../media/image-4-20.png"/><Relationship Id="rId42" Type="http://schemas.openxmlformats.org/officeDocument/2006/relationships/image" Target="../media/image-4-21.png"/><Relationship Id="rId44" Type="http://schemas.openxmlformats.org/officeDocument/2006/relationships/image" Target="../media/image-4-22.png"/><Relationship Id="rId46" Type="http://schemas.openxmlformats.org/officeDocument/2006/relationships/image" Target="../media/image-4-23.png"/><Relationship Id="rId48" Type="http://schemas.openxmlformats.org/officeDocument/2006/relationships/image" Target="../media/image-4-24.png"/><Relationship Id="rId50" Type="http://schemas.openxmlformats.org/officeDocument/2006/relationships/image" Target="../media/image-4-25.png"/><Relationship Id="rId52" Type="http://schemas.openxmlformats.org/officeDocument/2006/relationships/image" Target="../media/image-4-26.png"/><Relationship Id="rId54" Type="http://schemas.openxmlformats.org/officeDocument/2006/relationships/image" Target="../media/image-4-27.png"/><Relationship Id="rId56" Type="http://schemas.openxmlformats.org/officeDocument/2006/relationships/image" Target="../media/image-4-28.png"/><Relationship Id="rId58" Type="http://schemas.openxmlformats.org/officeDocument/2006/relationships/image" Target="../media/image-4-29.png"/><Relationship Id="rId60" Type="http://schemas.openxmlformats.org/officeDocument/2006/relationships/image" Target="../media/image-4-30.png"/><Relationship Id="rId62" Type="http://schemas.openxmlformats.org/officeDocument/2006/relationships/image" Target="../media/image-4-31.png"/><Relationship Id="rId64" Type="http://schemas.openxmlformats.org/officeDocument/2006/relationships/image" Target="../media/image-4-32.png"/><Relationship Id="rId66" Type="http://schemas.openxmlformats.org/officeDocument/2006/relationships/image" Target="../media/image-4-33.png"/><Relationship Id="rId68" Type="http://schemas.openxmlformats.org/officeDocument/2006/relationships/image" Target="../media/image-4-34.png"/><Relationship Id="rId70" Type="http://schemas.openxmlformats.org/officeDocument/2006/relationships/image" Target="../media/image-4-35.png"/><Relationship Id="rId72" Type="http://schemas.openxmlformats.org/officeDocument/2006/relationships/image" Target="../media/image-4-36.png"/><Relationship Id="rId74" Type="http://schemas.openxmlformats.org/officeDocument/2006/relationships/image" Target="../media/image-4-37.png"/><Relationship Id="rId76" Type="http://schemas.openxmlformats.org/officeDocument/2006/relationships/image" Target="../media/image-4-38.png"/><Relationship Id="rId78" Type="http://schemas.openxmlformats.org/officeDocument/2006/relationships/image" Target="../media/image-4-39.png"/><Relationship Id="rId80" Type="http://schemas.openxmlformats.org/officeDocument/2006/relationships/image" Target="../media/image-4-40.png"/><Relationship Id="rId82" Type="http://schemas.openxmlformats.org/officeDocument/2006/relationships/image" Target="../media/image-4-41.png"/><Relationship Id="rId84" Type="http://schemas.openxmlformats.org/officeDocument/2006/relationships/image" Target="../media/image-4-42.png"/><Relationship Id="rId86" Type="http://schemas.openxmlformats.org/officeDocument/2006/relationships/image" Target="../media/image-4-43.png"/><Relationship Id="rId88" Type="http://schemas.openxmlformats.org/officeDocument/2006/relationships/image" Target="../media/image-4-44.png"/><Relationship Id="rId90" Type="http://schemas.openxmlformats.org/officeDocument/2006/relationships/image" Target="../media/image-4-45.png"/><Relationship Id="rId92" Type="http://schemas.openxmlformats.org/officeDocument/2006/relationships/image" Target="../media/image-4-46.png"/><Relationship Id="rId94" Type="http://schemas.openxmlformats.org/officeDocument/2006/relationships/image" Target="../media/image-4-47.png"/><Relationship Id="rId96" Type="http://schemas.openxmlformats.org/officeDocument/2006/relationships/image" Target="../media/image-4-48.png"/><Relationship Id="rId98" Type="http://schemas.openxmlformats.org/officeDocument/2006/relationships/image" Target="../media/image-4-49.png"/><Relationship Id="rId100" Type="http://schemas.openxmlformats.org/officeDocument/2006/relationships/image" Target="../media/image-4-50.png"/><Relationship Id="rId102" Type="http://schemas.openxmlformats.org/officeDocument/2006/relationships/image" Target="../media/image-4-51.png"/><Relationship Id="rId104" Type="http://schemas.openxmlformats.org/officeDocument/2006/relationships/image" Target="../media/image-4-52.png"/><Relationship Id="rId106" Type="http://schemas.openxmlformats.org/officeDocument/2006/relationships/image" Target="../media/image-4-53.png"/><Relationship Id="rId108" Type="http://schemas.openxmlformats.org/officeDocument/2006/relationships/image" Target="../media/image-4-54.png"/><Relationship Id="rId110" Type="http://schemas.openxmlformats.org/officeDocument/2006/relationships/image" Target="../media/image-4-55.png"/><Relationship Id="rId112" Type="http://schemas.openxmlformats.org/officeDocument/2006/relationships/image" Target="../media/image-4-56.png"/><Relationship Id="rId114" Type="http://schemas.openxmlformats.org/officeDocument/2006/relationships/image" Target="../media/image-4-57.png"/><Relationship Id="rId116" Type="http://schemas.openxmlformats.org/officeDocument/2006/relationships/image" Target="../media/image-4-58.png"/><Relationship Id="rId118" Type="http://schemas.openxmlformats.org/officeDocument/2006/relationships/image" Target="../media/image-4-59.png"/><Relationship Id="rId120" Type="http://schemas.openxmlformats.org/officeDocument/2006/relationships/image" Target="../media/image-4-60.png"/><Relationship Id="rId122" Type="http://schemas.openxmlformats.org/officeDocument/2006/relationships/image" Target="../media/image-4-61.png"/><Relationship Id="rId124" Type="http://schemas.openxmlformats.org/officeDocument/2006/relationships/image" Target="../media/image-4-62.png"/><Relationship Id="rId126" Type="http://schemas.openxmlformats.org/officeDocument/2006/relationships/image" Target="../media/image-4-63.png"/><Relationship Id="rId128" Type="http://schemas.openxmlformats.org/officeDocument/2006/relationships/image" Target="../media/image-4-64.png"/><Relationship Id="rId130" Type="http://schemas.openxmlformats.org/officeDocument/2006/relationships/image" Target="../media/image-4-65.png"/><Relationship Id="rId132" Type="http://schemas.openxmlformats.org/officeDocument/2006/relationships/image" Target="../media/image-4-66.png"/><Relationship Id="rId134" Type="http://schemas.openxmlformats.org/officeDocument/2006/relationships/image" Target="../media/image-4-67.png"/><Relationship Id="rId136" Type="http://schemas.openxmlformats.org/officeDocument/2006/relationships/image" Target="../media/image-4-68.png"/><Relationship Id="rId138" Type="http://schemas.openxmlformats.org/officeDocument/2006/relationships/image" Target="../media/image-4-69.png"/><Relationship Id="rId140" Type="http://schemas.openxmlformats.org/officeDocument/2006/relationships/image" Target="../media/image-4-70.png"/><Relationship Id="rId142" Type="http://schemas.openxmlformats.org/officeDocument/2006/relationships/slideLayout" Target="../slideLayouts/slideLayout1.xml"/><Relationship Id="rId14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tags" Target="../tags/tag5-1.xml"/><Relationship Id="rId3" Type="http://schemas.openxmlformats.org/officeDocument/2006/relationships/tags" Target="../tags/tag5-2.xml"/><Relationship Id="rId5" Type="http://schemas.openxmlformats.org/officeDocument/2006/relationships/tags" Target="../tags/tag5-3.xml"/><Relationship Id="rId7" Type="http://schemas.openxmlformats.org/officeDocument/2006/relationships/tags" Target="../tags/tag5-4.xml"/><Relationship Id="rId9" Type="http://schemas.openxmlformats.org/officeDocument/2006/relationships/tags" Target="../tags/tag5-5.xml"/><Relationship Id="rId11" Type="http://schemas.openxmlformats.org/officeDocument/2006/relationships/tags" Target="../tags/tag5-6.xml"/><Relationship Id="rId13" Type="http://schemas.openxmlformats.org/officeDocument/2006/relationships/tags" Target="../tags/tag5-7.xml"/><Relationship Id="rId15" Type="http://schemas.openxmlformats.org/officeDocument/2006/relationships/tags" Target="../tags/tag5-8.xml"/><Relationship Id="rId17" Type="http://schemas.openxmlformats.org/officeDocument/2006/relationships/tags" Target="../tags/tag5-9.xml"/><Relationship Id="rId19" Type="http://schemas.openxmlformats.org/officeDocument/2006/relationships/tags" Target="../tags/tag5-10.xml"/><Relationship Id="rId21" Type="http://schemas.openxmlformats.org/officeDocument/2006/relationships/tags" Target="../tags/tag5-11.xml"/><Relationship Id="rId23" Type="http://schemas.openxmlformats.org/officeDocument/2006/relationships/tags" Target="../tags/tag5-12.xml"/><Relationship Id="rId25" Type="http://schemas.openxmlformats.org/officeDocument/2006/relationships/tags" Target="../tags/tag5-13.xml"/><Relationship Id="rId2" Type="http://schemas.openxmlformats.org/officeDocument/2006/relationships/image" Target="../media/image-5-1.png"/><Relationship Id="rId4" Type="http://schemas.openxmlformats.org/officeDocument/2006/relationships/image" Target="../media/image-5-2.png"/><Relationship Id="rId6" Type="http://schemas.openxmlformats.org/officeDocument/2006/relationships/image" Target="../media/image-5-3.png"/><Relationship Id="rId8" Type="http://schemas.openxmlformats.org/officeDocument/2006/relationships/image" Target="../media/image-5-4.png"/><Relationship Id="rId10" Type="http://schemas.openxmlformats.org/officeDocument/2006/relationships/image" Target="../media/image-5-5.png"/><Relationship Id="rId12" Type="http://schemas.openxmlformats.org/officeDocument/2006/relationships/image" Target="../media/image-5-6.png"/><Relationship Id="rId14" Type="http://schemas.openxmlformats.org/officeDocument/2006/relationships/image" Target="../media/image-5-7.png"/><Relationship Id="rId16" Type="http://schemas.openxmlformats.org/officeDocument/2006/relationships/image" Target="../media/image-5-8.png"/><Relationship Id="rId18" Type="http://schemas.openxmlformats.org/officeDocument/2006/relationships/image" Target="../media/image-5-9.png"/><Relationship Id="rId20" Type="http://schemas.openxmlformats.org/officeDocument/2006/relationships/image" Target="../media/image-5-10.png"/><Relationship Id="rId22" Type="http://schemas.openxmlformats.org/officeDocument/2006/relationships/image" Target="../media/image-5-11.png"/><Relationship Id="rId24" Type="http://schemas.openxmlformats.org/officeDocument/2006/relationships/image" Target="../media/image-5-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tags" Target="../tags/tag6-1.xml"/><Relationship Id="rId3" Type="http://schemas.openxmlformats.org/officeDocument/2006/relationships/tags" Target="../tags/tag6-2.xml"/><Relationship Id="rId5" Type="http://schemas.openxmlformats.org/officeDocument/2006/relationships/tags" Target="../tags/tag6-3.xml"/><Relationship Id="rId7" Type="http://schemas.openxmlformats.org/officeDocument/2006/relationships/tags" Target="../tags/tag6-4.xml"/><Relationship Id="rId9" Type="http://schemas.openxmlformats.org/officeDocument/2006/relationships/tags" Target="../tags/tag6-5.xml"/><Relationship Id="rId11" Type="http://schemas.openxmlformats.org/officeDocument/2006/relationships/tags" Target="../tags/tag6-6.xml"/><Relationship Id="rId13" Type="http://schemas.openxmlformats.org/officeDocument/2006/relationships/tags" Target="../tags/tag6-7.xml"/><Relationship Id="rId15" Type="http://schemas.openxmlformats.org/officeDocument/2006/relationships/tags" Target="../tags/tag6-8.xml"/><Relationship Id="rId17" Type="http://schemas.openxmlformats.org/officeDocument/2006/relationships/tags" Target="../tags/tag6-9.xml"/><Relationship Id="rId19" Type="http://schemas.openxmlformats.org/officeDocument/2006/relationships/tags" Target="../tags/tag6-10.xml"/><Relationship Id="rId21" Type="http://schemas.openxmlformats.org/officeDocument/2006/relationships/tags" Target="../tags/tag6-11.xml"/><Relationship Id="rId2" Type="http://schemas.openxmlformats.org/officeDocument/2006/relationships/image" Target="../media/image-6-1.png"/><Relationship Id="rId4" Type="http://schemas.openxmlformats.org/officeDocument/2006/relationships/image" Target="../media/image-6-2.png"/><Relationship Id="rId6" Type="http://schemas.openxmlformats.org/officeDocument/2006/relationships/image" Target="../media/image-6-3.png"/><Relationship Id="rId8" Type="http://schemas.openxmlformats.org/officeDocument/2006/relationships/image" Target="../media/image-6-4.png"/><Relationship Id="rId10" Type="http://schemas.openxmlformats.org/officeDocument/2006/relationships/image" Target="../media/image-6-5.png"/><Relationship Id="rId12" Type="http://schemas.openxmlformats.org/officeDocument/2006/relationships/image" Target="../media/image-6-6.png"/><Relationship Id="rId14" Type="http://schemas.openxmlformats.org/officeDocument/2006/relationships/image" Target="../media/image-6-7.png"/><Relationship Id="rId16" Type="http://schemas.openxmlformats.org/officeDocument/2006/relationships/image" Target="../media/image-6-8.png"/><Relationship Id="rId18" Type="http://schemas.openxmlformats.org/officeDocument/2006/relationships/image" Target="../media/image-6-9.png"/><Relationship Id="rId20" Type="http://schemas.openxmlformats.org/officeDocument/2006/relationships/image" Target="../media/image-6-10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tags" Target="../tags/tag7-1.xml"/><Relationship Id="rId3" Type="http://schemas.openxmlformats.org/officeDocument/2006/relationships/tags" Target="../tags/tag7-2.xml"/><Relationship Id="rId5" Type="http://schemas.openxmlformats.org/officeDocument/2006/relationships/tags" Target="../tags/tag7-3.xml"/><Relationship Id="rId7" Type="http://schemas.openxmlformats.org/officeDocument/2006/relationships/tags" Target="../tags/tag7-4.xml"/><Relationship Id="rId2" Type="http://schemas.openxmlformats.org/officeDocument/2006/relationships/image" Target="../media/image-7-1.png"/><Relationship Id="rId4" Type="http://schemas.openxmlformats.org/officeDocument/2006/relationships/image" Target="../media/image-7-2.png"/><Relationship Id="rId6" Type="http://schemas.openxmlformats.org/officeDocument/2006/relationships/image" Target="../media/image-7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tags" Target="../tags/tag8-1.xml"/><Relationship Id="rId3" Type="http://schemas.openxmlformats.org/officeDocument/2006/relationships/tags" Target="../tags/tag8-2.xml"/><Relationship Id="rId2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tags" Target="../tags/tag9-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tags" Target="../tags/tag10-1.xml"/><Relationship Id="rId3" Type="http://schemas.openxmlformats.org/officeDocument/2006/relationships/tags" Target="../tags/tag10-2.xml"/><Relationship Id="rId5" Type="http://schemas.openxmlformats.org/officeDocument/2006/relationships/tags" Target="../tags/tag10-3.xml"/><Relationship Id="rId7" Type="http://schemas.openxmlformats.org/officeDocument/2006/relationships/tags" Target="../tags/tag10-4.xml"/><Relationship Id="rId9" Type="http://schemas.openxmlformats.org/officeDocument/2006/relationships/tags" Target="../tags/tag10-5.xml"/><Relationship Id="rId11" Type="http://schemas.openxmlformats.org/officeDocument/2006/relationships/tags" Target="../tags/tag10-6.xml"/><Relationship Id="rId13" Type="http://schemas.openxmlformats.org/officeDocument/2006/relationships/tags" Target="../tags/tag10-7.xml"/><Relationship Id="rId15" Type="http://schemas.openxmlformats.org/officeDocument/2006/relationships/tags" Target="../tags/tag10-8.xml"/><Relationship Id="rId17" Type="http://schemas.openxmlformats.org/officeDocument/2006/relationships/tags" Target="../tags/tag10-9.xml"/><Relationship Id="rId19" Type="http://schemas.openxmlformats.org/officeDocument/2006/relationships/tags" Target="../tags/tag10-10.xml"/><Relationship Id="rId21" Type="http://schemas.openxmlformats.org/officeDocument/2006/relationships/tags" Target="../tags/tag10-11.xml"/><Relationship Id="rId23" Type="http://schemas.openxmlformats.org/officeDocument/2006/relationships/tags" Target="../tags/tag10-12.xml"/><Relationship Id="rId25" Type="http://schemas.openxmlformats.org/officeDocument/2006/relationships/tags" Target="../tags/tag10-13.xml"/><Relationship Id="rId27" Type="http://schemas.openxmlformats.org/officeDocument/2006/relationships/tags" Target="../tags/tag10-14.xml"/><Relationship Id="rId29" Type="http://schemas.openxmlformats.org/officeDocument/2006/relationships/tags" Target="../tags/tag10-15.xml"/><Relationship Id="rId31" Type="http://schemas.openxmlformats.org/officeDocument/2006/relationships/tags" Target="../tags/tag10-16.xml"/><Relationship Id="rId33" Type="http://schemas.openxmlformats.org/officeDocument/2006/relationships/tags" Target="../tags/tag10-17.xml"/><Relationship Id="rId35" Type="http://schemas.openxmlformats.org/officeDocument/2006/relationships/tags" Target="../tags/tag10-18.xml"/><Relationship Id="rId37" Type="http://schemas.openxmlformats.org/officeDocument/2006/relationships/tags" Target="../tags/tag10-19.xml"/><Relationship Id="rId39" Type="http://schemas.openxmlformats.org/officeDocument/2006/relationships/tags" Target="../tags/tag10-20.xml"/><Relationship Id="rId41" Type="http://schemas.openxmlformats.org/officeDocument/2006/relationships/tags" Target="../tags/tag10-21.xml"/><Relationship Id="rId43" Type="http://schemas.openxmlformats.org/officeDocument/2006/relationships/tags" Target="../tags/tag10-22.xml"/><Relationship Id="rId45" Type="http://schemas.openxmlformats.org/officeDocument/2006/relationships/tags" Target="../tags/tag10-23.xml"/><Relationship Id="rId47" Type="http://schemas.openxmlformats.org/officeDocument/2006/relationships/tags" Target="../tags/tag10-24.xml"/><Relationship Id="rId49" Type="http://schemas.openxmlformats.org/officeDocument/2006/relationships/tags" Target="../tags/tag10-25.xml"/><Relationship Id="rId51" Type="http://schemas.openxmlformats.org/officeDocument/2006/relationships/tags" Target="../tags/tag10-26.xml"/><Relationship Id="rId53" Type="http://schemas.openxmlformats.org/officeDocument/2006/relationships/tags" Target="../tags/tag10-27.xml"/><Relationship Id="rId55" Type="http://schemas.openxmlformats.org/officeDocument/2006/relationships/tags" Target="../tags/tag10-28.xml"/><Relationship Id="rId57" Type="http://schemas.openxmlformats.org/officeDocument/2006/relationships/tags" Target="../tags/tag10-29.xml"/><Relationship Id="rId59" Type="http://schemas.openxmlformats.org/officeDocument/2006/relationships/tags" Target="../tags/tag10-30.xml"/><Relationship Id="rId61" Type="http://schemas.openxmlformats.org/officeDocument/2006/relationships/tags" Target="../tags/tag10-31.xml"/><Relationship Id="rId63" Type="http://schemas.openxmlformats.org/officeDocument/2006/relationships/tags" Target="../tags/tag10-32.xml"/><Relationship Id="rId65" Type="http://schemas.openxmlformats.org/officeDocument/2006/relationships/tags" Target="../tags/tag10-33.xml"/><Relationship Id="rId67" Type="http://schemas.openxmlformats.org/officeDocument/2006/relationships/tags" Target="../tags/tag10-34.xml"/><Relationship Id="rId69" Type="http://schemas.openxmlformats.org/officeDocument/2006/relationships/tags" Target="../tags/tag10-35.xml"/><Relationship Id="rId71" Type="http://schemas.openxmlformats.org/officeDocument/2006/relationships/tags" Target="../tags/tag10-36.xml"/><Relationship Id="rId73" Type="http://schemas.openxmlformats.org/officeDocument/2006/relationships/tags" Target="../tags/tag10-37.xml"/><Relationship Id="rId75" Type="http://schemas.openxmlformats.org/officeDocument/2006/relationships/tags" Target="../tags/tag10-38.xml"/><Relationship Id="rId77" Type="http://schemas.openxmlformats.org/officeDocument/2006/relationships/tags" Target="../tags/tag10-39.xml"/><Relationship Id="rId79" Type="http://schemas.openxmlformats.org/officeDocument/2006/relationships/tags" Target="../tags/tag10-40.xml"/><Relationship Id="rId81" Type="http://schemas.openxmlformats.org/officeDocument/2006/relationships/tags" Target="../tags/tag10-41.xml"/><Relationship Id="rId83" Type="http://schemas.openxmlformats.org/officeDocument/2006/relationships/tags" Target="../tags/tag10-42.xml"/><Relationship Id="rId85" Type="http://schemas.openxmlformats.org/officeDocument/2006/relationships/tags" Target="../tags/tag10-43.xml"/><Relationship Id="rId87" Type="http://schemas.openxmlformats.org/officeDocument/2006/relationships/tags" Target="../tags/tag10-44.xml"/><Relationship Id="rId89" Type="http://schemas.openxmlformats.org/officeDocument/2006/relationships/tags" Target="../tags/tag10-45.xml"/><Relationship Id="rId91" Type="http://schemas.openxmlformats.org/officeDocument/2006/relationships/tags" Target="../tags/tag10-46.xml"/><Relationship Id="rId93" Type="http://schemas.openxmlformats.org/officeDocument/2006/relationships/tags" Target="../tags/tag10-47.xml"/><Relationship Id="rId95" Type="http://schemas.openxmlformats.org/officeDocument/2006/relationships/tags" Target="../tags/tag10-48.xml"/><Relationship Id="rId97" Type="http://schemas.openxmlformats.org/officeDocument/2006/relationships/tags" Target="../tags/tag10-49.xml"/><Relationship Id="rId99" Type="http://schemas.openxmlformats.org/officeDocument/2006/relationships/tags" Target="../tags/tag10-50.xml"/><Relationship Id="rId101" Type="http://schemas.openxmlformats.org/officeDocument/2006/relationships/tags" Target="../tags/tag10-51.xml"/><Relationship Id="rId103" Type="http://schemas.openxmlformats.org/officeDocument/2006/relationships/tags" Target="../tags/tag10-52.xml"/><Relationship Id="rId105" Type="http://schemas.openxmlformats.org/officeDocument/2006/relationships/tags" Target="../tags/tag10-53.xml"/><Relationship Id="rId107" Type="http://schemas.openxmlformats.org/officeDocument/2006/relationships/tags" Target="../tags/tag10-54.xml"/><Relationship Id="rId109" Type="http://schemas.openxmlformats.org/officeDocument/2006/relationships/tags" Target="../tags/tag10-55.xml"/><Relationship Id="rId111" Type="http://schemas.openxmlformats.org/officeDocument/2006/relationships/tags" Target="../tags/tag10-56.xml"/><Relationship Id="rId113" Type="http://schemas.openxmlformats.org/officeDocument/2006/relationships/tags" Target="../tags/tag10-57.xml"/><Relationship Id="rId115" Type="http://schemas.openxmlformats.org/officeDocument/2006/relationships/tags" Target="../tags/tag10-58.xml"/><Relationship Id="rId117" Type="http://schemas.openxmlformats.org/officeDocument/2006/relationships/tags" Target="../tags/tag10-59.xml"/><Relationship Id="rId119" Type="http://schemas.openxmlformats.org/officeDocument/2006/relationships/tags" Target="../tags/tag10-60.xml"/><Relationship Id="rId121" Type="http://schemas.openxmlformats.org/officeDocument/2006/relationships/tags" Target="../tags/tag10-61.xml"/><Relationship Id="rId123" Type="http://schemas.openxmlformats.org/officeDocument/2006/relationships/tags" Target="../tags/tag10-62.xml"/><Relationship Id="rId125" Type="http://schemas.openxmlformats.org/officeDocument/2006/relationships/tags" Target="../tags/tag10-63.xml"/><Relationship Id="rId127" Type="http://schemas.openxmlformats.org/officeDocument/2006/relationships/tags" Target="../tags/tag10-64.xml"/><Relationship Id="rId129" Type="http://schemas.openxmlformats.org/officeDocument/2006/relationships/tags" Target="../tags/tag10-65.xml"/><Relationship Id="rId131" Type="http://schemas.openxmlformats.org/officeDocument/2006/relationships/tags" Target="../tags/tag10-66.xml"/><Relationship Id="rId133" Type="http://schemas.openxmlformats.org/officeDocument/2006/relationships/tags" Target="../tags/tag10-67.xml"/><Relationship Id="rId2" Type="http://schemas.openxmlformats.org/officeDocument/2006/relationships/image" Target="../media/image-10-1.png"/><Relationship Id="rId4" Type="http://schemas.openxmlformats.org/officeDocument/2006/relationships/image" Target="../media/image-10-2.png"/><Relationship Id="rId6" Type="http://schemas.openxmlformats.org/officeDocument/2006/relationships/image" Target="../media/image-10-3.png"/><Relationship Id="rId8" Type="http://schemas.openxmlformats.org/officeDocument/2006/relationships/image" Target="../media/image-10-4.png"/><Relationship Id="rId10" Type="http://schemas.openxmlformats.org/officeDocument/2006/relationships/image" Target="../media/image-10-5.png"/><Relationship Id="rId12" Type="http://schemas.openxmlformats.org/officeDocument/2006/relationships/image" Target="../media/image-10-6.png"/><Relationship Id="rId14" Type="http://schemas.openxmlformats.org/officeDocument/2006/relationships/image" Target="../media/image-10-7.png"/><Relationship Id="rId16" Type="http://schemas.openxmlformats.org/officeDocument/2006/relationships/image" Target="../media/image-10-8.png"/><Relationship Id="rId18" Type="http://schemas.openxmlformats.org/officeDocument/2006/relationships/image" Target="../media/image-10-9.png"/><Relationship Id="rId20" Type="http://schemas.openxmlformats.org/officeDocument/2006/relationships/image" Target="../media/image-10-10.png"/><Relationship Id="rId22" Type="http://schemas.openxmlformats.org/officeDocument/2006/relationships/image" Target="../media/image-10-11.png"/><Relationship Id="rId24" Type="http://schemas.openxmlformats.org/officeDocument/2006/relationships/image" Target="../media/image-10-12.png"/><Relationship Id="rId26" Type="http://schemas.openxmlformats.org/officeDocument/2006/relationships/image" Target="../media/image-10-13.png"/><Relationship Id="rId28" Type="http://schemas.openxmlformats.org/officeDocument/2006/relationships/image" Target="../media/image-10-14.png"/><Relationship Id="rId30" Type="http://schemas.openxmlformats.org/officeDocument/2006/relationships/image" Target="../media/image-10-15.png"/><Relationship Id="rId32" Type="http://schemas.openxmlformats.org/officeDocument/2006/relationships/image" Target="../media/image-10-16.png"/><Relationship Id="rId34" Type="http://schemas.openxmlformats.org/officeDocument/2006/relationships/image" Target="../media/image-10-17.png"/><Relationship Id="rId36" Type="http://schemas.openxmlformats.org/officeDocument/2006/relationships/image" Target="../media/image-10-18.png"/><Relationship Id="rId38" Type="http://schemas.openxmlformats.org/officeDocument/2006/relationships/image" Target="../media/image-10-19.png"/><Relationship Id="rId40" Type="http://schemas.openxmlformats.org/officeDocument/2006/relationships/image" Target="../media/image-10-20.png"/><Relationship Id="rId42" Type="http://schemas.openxmlformats.org/officeDocument/2006/relationships/image" Target="../media/image-10-21.png"/><Relationship Id="rId44" Type="http://schemas.openxmlformats.org/officeDocument/2006/relationships/image" Target="../media/image-10-22.png"/><Relationship Id="rId46" Type="http://schemas.openxmlformats.org/officeDocument/2006/relationships/image" Target="../media/image-10-23.png"/><Relationship Id="rId48" Type="http://schemas.openxmlformats.org/officeDocument/2006/relationships/image" Target="../media/image-10-24.png"/><Relationship Id="rId50" Type="http://schemas.openxmlformats.org/officeDocument/2006/relationships/image" Target="../media/image-10-25.png"/><Relationship Id="rId52" Type="http://schemas.openxmlformats.org/officeDocument/2006/relationships/image" Target="../media/image-10-26.png"/><Relationship Id="rId54" Type="http://schemas.openxmlformats.org/officeDocument/2006/relationships/image" Target="../media/image-10-27.png"/><Relationship Id="rId56" Type="http://schemas.openxmlformats.org/officeDocument/2006/relationships/image" Target="../media/image-10-28.png"/><Relationship Id="rId58" Type="http://schemas.openxmlformats.org/officeDocument/2006/relationships/image" Target="../media/image-10-29.png"/><Relationship Id="rId60" Type="http://schemas.openxmlformats.org/officeDocument/2006/relationships/image" Target="../media/image-10-30.png"/><Relationship Id="rId62" Type="http://schemas.openxmlformats.org/officeDocument/2006/relationships/image" Target="../media/image-10-31.png"/><Relationship Id="rId64" Type="http://schemas.openxmlformats.org/officeDocument/2006/relationships/image" Target="../media/image-10-32.png"/><Relationship Id="rId66" Type="http://schemas.openxmlformats.org/officeDocument/2006/relationships/image" Target="../media/image-10-33.png"/><Relationship Id="rId68" Type="http://schemas.openxmlformats.org/officeDocument/2006/relationships/image" Target="../media/image-10-34.png"/><Relationship Id="rId70" Type="http://schemas.openxmlformats.org/officeDocument/2006/relationships/image" Target="../media/image-10-35.png"/><Relationship Id="rId72" Type="http://schemas.openxmlformats.org/officeDocument/2006/relationships/image" Target="../media/image-10-36.png"/><Relationship Id="rId74" Type="http://schemas.openxmlformats.org/officeDocument/2006/relationships/image" Target="../media/image-10-37.png"/><Relationship Id="rId76" Type="http://schemas.openxmlformats.org/officeDocument/2006/relationships/image" Target="../media/image-10-38.png"/><Relationship Id="rId78" Type="http://schemas.openxmlformats.org/officeDocument/2006/relationships/image" Target="../media/image-10-39.png"/><Relationship Id="rId80" Type="http://schemas.openxmlformats.org/officeDocument/2006/relationships/image" Target="../media/image-10-40.png"/><Relationship Id="rId82" Type="http://schemas.openxmlformats.org/officeDocument/2006/relationships/image" Target="../media/image-10-41.png"/><Relationship Id="rId84" Type="http://schemas.openxmlformats.org/officeDocument/2006/relationships/image" Target="../media/image-10-42.png"/><Relationship Id="rId86" Type="http://schemas.openxmlformats.org/officeDocument/2006/relationships/image" Target="../media/image-10-43.png"/><Relationship Id="rId88" Type="http://schemas.openxmlformats.org/officeDocument/2006/relationships/image" Target="../media/image-10-44.png"/><Relationship Id="rId90" Type="http://schemas.openxmlformats.org/officeDocument/2006/relationships/image" Target="../media/image-10-45.png"/><Relationship Id="rId92" Type="http://schemas.openxmlformats.org/officeDocument/2006/relationships/image" Target="../media/image-10-46.png"/><Relationship Id="rId94" Type="http://schemas.openxmlformats.org/officeDocument/2006/relationships/image" Target="../media/image-10-47.png"/><Relationship Id="rId96" Type="http://schemas.openxmlformats.org/officeDocument/2006/relationships/image" Target="../media/image-10-48.png"/><Relationship Id="rId98" Type="http://schemas.openxmlformats.org/officeDocument/2006/relationships/image" Target="../media/image-10-49.png"/><Relationship Id="rId100" Type="http://schemas.openxmlformats.org/officeDocument/2006/relationships/image" Target="../media/image-10-50.png"/><Relationship Id="rId102" Type="http://schemas.openxmlformats.org/officeDocument/2006/relationships/image" Target="../media/image-10-51.png"/><Relationship Id="rId104" Type="http://schemas.openxmlformats.org/officeDocument/2006/relationships/image" Target="../media/image-10-52.png"/><Relationship Id="rId106" Type="http://schemas.openxmlformats.org/officeDocument/2006/relationships/image" Target="../media/image-10-53.png"/><Relationship Id="rId108" Type="http://schemas.openxmlformats.org/officeDocument/2006/relationships/image" Target="../media/image-10-54.png"/><Relationship Id="rId110" Type="http://schemas.openxmlformats.org/officeDocument/2006/relationships/image" Target="../media/image-10-55.png"/><Relationship Id="rId112" Type="http://schemas.openxmlformats.org/officeDocument/2006/relationships/image" Target="../media/image-10-56.png"/><Relationship Id="rId114" Type="http://schemas.openxmlformats.org/officeDocument/2006/relationships/image" Target="../media/image-10-57.png"/><Relationship Id="rId116" Type="http://schemas.openxmlformats.org/officeDocument/2006/relationships/image" Target="../media/image-10-58.png"/><Relationship Id="rId118" Type="http://schemas.openxmlformats.org/officeDocument/2006/relationships/image" Target="../media/image-10-59.png"/><Relationship Id="rId120" Type="http://schemas.openxmlformats.org/officeDocument/2006/relationships/image" Target="../media/image-10-60.png"/><Relationship Id="rId122" Type="http://schemas.openxmlformats.org/officeDocument/2006/relationships/image" Target="../media/image-10-61.png"/><Relationship Id="rId124" Type="http://schemas.openxmlformats.org/officeDocument/2006/relationships/image" Target="../media/image-10-62.png"/><Relationship Id="rId126" Type="http://schemas.openxmlformats.org/officeDocument/2006/relationships/image" Target="../media/image-10-63.png"/><Relationship Id="rId128" Type="http://schemas.openxmlformats.org/officeDocument/2006/relationships/image" Target="../media/image-10-64.png"/><Relationship Id="rId130" Type="http://schemas.openxmlformats.org/officeDocument/2006/relationships/image" Target="../media/image-10-65.png"/><Relationship Id="rId132" Type="http://schemas.openxmlformats.org/officeDocument/2006/relationships/image" Target="../media/image-10-66.png"/><Relationship Id="rId134" Type="http://schemas.openxmlformats.org/officeDocument/2006/relationships/slideLayout" Target="../slideLayouts/slideLayout1.xml"/><Relationship Id="rId13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tags" Target="../tags/tag11-1.xml"/><Relationship Id="rId3" Type="http://schemas.openxmlformats.org/officeDocument/2006/relationships/tags" Target="../tags/tag11-2.xml"/><Relationship Id="rId5" Type="http://schemas.openxmlformats.org/officeDocument/2006/relationships/tags" Target="../tags/tag11-3.xml"/><Relationship Id="rId7" Type="http://schemas.openxmlformats.org/officeDocument/2006/relationships/tags" Target="../tags/tag11-4.xml"/><Relationship Id="rId2" Type="http://schemas.openxmlformats.org/officeDocument/2006/relationships/image" Target="../media/image-11-1.png"/><Relationship Id="rId4" Type="http://schemas.openxmlformats.org/officeDocument/2006/relationships/image" Target="../media/image-11-2.png"/><Relationship Id="rId6" Type="http://schemas.openxmlformats.org/officeDocument/2006/relationships/image" Target="../media/image-11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tags" Target="../tags/tag12-1.xml"/><Relationship Id="rId3" Type="http://schemas.openxmlformats.org/officeDocument/2006/relationships/tags" Target="../tags/tag12-2.xml"/><Relationship Id="rId2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tags" Target="../tags/tag13-1.xml"/><Relationship Id="rId3" Type="http://schemas.openxmlformats.org/officeDocument/2006/relationships/tags" Target="../tags/tag13-2.xml"/><Relationship Id="rId2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tags" Target="../tags/tag14-1.xml"/><Relationship Id="rId3" Type="http://schemas.openxmlformats.org/officeDocument/2006/relationships/tags" Target="../tags/tag14-2.xml"/><Relationship Id="rId2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tags" Target="../tags/tag15-1.xml"/><Relationship Id="rId3" Type="http://schemas.openxmlformats.org/officeDocument/2006/relationships/tags" Target="../tags/tag15-2.xml"/><Relationship Id="rId5" Type="http://schemas.openxmlformats.org/officeDocument/2006/relationships/tags" Target="../tags/tag15-3.xml"/><Relationship Id="rId7" Type="http://schemas.openxmlformats.org/officeDocument/2006/relationships/tags" Target="../tags/tag15-4.xml"/><Relationship Id="rId9" Type="http://schemas.openxmlformats.org/officeDocument/2006/relationships/tags" Target="../tags/tag15-5.xml"/><Relationship Id="rId11" Type="http://schemas.openxmlformats.org/officeDocument/2006/relationships/tags" Target="../tags/tag15-6.xml"/><Relationship Id="rId13" Type="http://schemas.openxmlformats.org/officeDocument/2006/relationships/tags" Target="../tags/tag15-7.xml"/><Relationship Id="rId15" Type="http://schemas.openxmlformats.org/officeDocument/2006/relationships/tags" Target="../tags/tag15-8.xml"/><Relationship Id="rId17" Type="http://schemas.openxmlformats.org/officeDocument/2006/relationships/tags" Target="../tags/tag15-9.xml"/><Relationship Id="rId19" Type="http://schemas.openxmlformats.org/officeDocument/2006/relationships/tags" Target="../tags/tag15-10.xml"/><Relationship Id="rId21" Type="http://schemas.openxmlformats.org/officeDocument/2006/relationships/tags" Target="../tags/tag15-11.xml"/><Relationship Id="rId23" Type="http://schemas.openxmlformats.org/officeDocument/2006/relationships/tags" Target="../tags/tag15-12.xml"/><Relationship Id="rId25" Type="http://schemas.openxmlformats.org/officeDocument/2006/relationships/tags" Target="../tags/tag15-13.xml"/><Relationship Id="rId27" Type="http://schemas.openxmlformats.org/officeDocument/2006/relationships/tags" Target="../tags/tag15-14.xml"/><Relationship Id="rId29" Type="http://schemas.openxmlformats.org/officeDocument/2006/relationships/tags" Target="../tags/tag15-15.xml"/><Relationship Id="rId31" Type="http://schemas.openxmlformats.org/officeDocument/2006/relationships/tags" Target="../tags/tag15-16.xml"/><Relationship Id="rId33" Type="http://schemas.openxmlformats.org/officeDocument/2006/relationships/tags" Target="../tags/tag15-17.xml"/><Relationship Id="rId35" Type="http://schemas.openxmlformats.org/officeDocument/2006/relationships/tags" Target="../tags/tag15-18.xml"/><Relationship Id="rId37" Type="http://schemas.openxmlformats.org/officeDocument/2006/relationships/tags" Target="../tags/tag15-19.xml"/><Relationship Id="rId39" Type="http://schemas.openxmlformats.org/officeDocument/2006/relationships/tags" Target="../tags/tag15-20.xml"/><Relationship Id="rId41" Type="http://schemas.openxmlformats.org/officeDocument/2006/relationships/tags" Target="../tags/tag15-21.xml"/><Relationship Id="rId43" Type="http://schemas.openxmlformats.org/officeDocument/2006/relationships/tags" Target="../tags/tag15-22.xml"/><Relationship Id="rId45" Type="http://schemas.openxmlformats.org/officeDocument/2006/relationships/tags" Target="../tags/tag15-23.xml"/><Relationship Id="rId47" Type="http://schemas.openxmlformats.org/officeDocument/2006/relationships/tags" Target="../tags/tag15-24.xml"/><Relationship Id="rId49" Type="http://schemas.openxmlformats.org/officeDocument/2006/relationships/tags" Target="../tags/tag15-25.xml"/><Relationship Id="rId51" Type="http://schemas.openxmlformats.org/officeDocument/2006/relationships/tags" Target="../tags/tag15-26.xml"/><Relationship Id="rId53" Type="http://schemas.openxmlformats.org/officeDocument/2006/relationships/tags" Target="../tags/tag15-27.xml"/><Relationship Id="rId55" Type="http://schemas.openxmlformats.org/officeDocument/2006/relationships/tags" Target="../tags/tag15-28.xml"/><Relationship Id="rId57" Type="http://schemas.openxmlformats.org/officeDocument/2006/relationships/tags" Target="../tags/tag15-29.xml"/><Relationship Id="rId59" Type="http://schemas.openxmlformats.org/officeDocument/2006/relationships/tags" Target="../tags/tag15-30.xml"/><Relationship Id="rId61" Type="http://schemas.openxmlformats.org/officeDocument/2006/relationships/tags" Target="../tags/tag15-31.xml"/><Relationship Id="rId63" Type="http://schemas.openxmlformats.org/officeDocument/2006/relationships/tags" Target="../tags/tag15-32.xml"/><Relationship Id="rId65" Type="http://schemas.openxmlformats.org/officeDocument/2006/relationships/tags" Target="../tags/tag15-33.xml"/><Relationship Id="rId67" Type="http://schemas.openxmlformats.org/officeDocument/2006/relationships/tags" Target="../tags/tag15-34.xml"/><Relationship Id="rId69" Type="http://schemas.openxmlformats.org/officeDocument/2006/relationships/tags" Target="../tags/tag15-35.xml"/><Relationship Id="rId71" Type="http://schemas.openxmlformats.org/officeDocument/2006/relationships/tags" Target="../tags/tag15-36.xml"/><Relationship Id="rId73" Type="http://schemas.openxmlformats.org/officeDocument/2006/relationships/tags" Target="../tags/tag15-37.xml"/><Relationship Id="rId75" Type="http://schemas.openxmlformats.org/officeDocument/2006/relationships/tags" Target="../tags/tag15-38.xml"/><Relationship Id="rId77" Type="http://schemas.openxmlformats.org/officeDocument/2006/relationships/tags" Target="../tags/tag15-39.xml"/><Relationship Id="rId79" Type="http://schemas.openxmlformats.org/officeDocument/2006/relationships/tags" Target="../tags/tag15-40.xml"/><Relationship Id="rId81" Type="http://schemas.openxmlformats.org/officeDocument/2006/relationships/tags" Target="../tags/tag15-41.xml"/><Relationship Id="rId83" Type="http://schemas.openxmlformats.org/officeDocument/2006/relationships/tags" Target="../tags/tag15-42.xml"/><Relationship Id="rId85" Type="http://schemas.openxmlformats.org/officeDocument/2006/relationships/tags" Target="../tags/tag15-43.xml"/><Relationship Id="rId87" Type="http://schemas.openxmlformats.org/officeDocument/2006/relationships/tags" Target="../tags/tag15-44.xml"/><Relationship Id="rId89" Type="http://schemas.openxmlformats.org/officeDocument/2006/relationships/tags" Target="../tags/tag15-45.xml"/><Relationship Id="rId91" Type="http://schemas.openxmlformats.org/officeDocument/2006/relationships/tags" Target="../tags/tag15-46.xml"/><Relationship Id="rId93" Type="http://schemas.openxmlformats.org/officeDocument/2006/relationships/tags" Target="../tags/tag15-47.xml"/><Relationship Id="rId95" Type="http://schemas.openxmlformats.org/officeDocument/2006/relationships/tags" Target="../tags/tag15-48.xml"/><Relationship Id="rId97" Type="http://schemas.openxmlformats.org/officeDocument/2006/relationships/tags" Target="../tags/tag15-49.xml"/><Relationship Id="rId99" Type="http://schemas.openxmlformats.org/officeDocument/2006/relationships/tags" Target="../tags/tag15-50.xml"/><Relationship Id="rId101" Type="http://schemas.openxmlformats.org/officeDocument/2006/relationships/tags" Target="../tags/tag15-51.xml"/><Relationship Id="rId103" Type="http://schemas.openxmlformats.org/officeDocument/2006/relationships/tags" Target="../tags/tag15-52.xml"/><Relationship Id="rId105" Type="http://schemas.openxmlformats.org/officeDocument/2006/relationships/tags" Target="../tags/tag15-53.xml"/><Relationship Id="rId107" Type="http://schemas.openxmlformats.org/officeDocument/2006/relationships/tags" Target="../tags/tag15-54.xml"/><Relationship Id="rId109" Type="http://schemas.openxmlformats.org/officeDocument/2006/relationships/tags" Target="../tags/tag15-55.xml"/><Relationship Id="rId111" Type="http://schemas.openxmlformats.org/officeDocument/2006/relationships/tags" Target="../tags/tag15-56.xml"/><Relationship Id="rId113" Type="http://schemas.openxmlformats.org/officeDocument/2006/relationships/tags" Target="../tags/tag15-57.xml"/><Relationship Id="rId115" Type="http://schemas.openxmlformats.org/officeDocument/2006/relationships/tags" Target="../tags/tag15-58.xml"/><Relationship Id="rId117" Type="http://schemas.openxmlformats.org/officeDocument/2006/relationships/tags" Target="../tags/tag15-59.xml"/><Relationship Id="rId119" Type="http://schemas.openxmlformats.org/officeDocument/2006/relationships/tags" Target="../tags/tag15-60.xml"/><Relationship Id="rId121" Type="http://schemas.openxmlformats.org/officeDocument/2006/relationships/tags" Target="../tags/tag15-61.xml"/><Relationship Id="rId123" Type="http://schemas.openxmlformats.org/officeDocument/2006/relationships/tags" Target="../tags/tag15-62.xml"/><Relationship Id="rId125" Type="http://schemas.openxmlformats.org/officeDocument/2006/relationships/tags" Target="../tags/tag15-63.xml"/><Relationship Id="rId127" Type="http://schemas.openxmlformats.org/officeDocument/2006/relationships/tags" Target="../tags/tag15-64.xml"/><Relationship Id="rId129" Type="http://schemas.openxmlformats.org/officeDocument/2006/relationships/tags" Target="../tags/tag15-65.xml"/><Relationship Id="rId131" Type="http://schemas.openxmlformats.org/officeDocument/2006/relationships/tags" Target="../tags/tag15-66.xml"/><Relationship Id="rId133" Type="http://schemas.openxmlformats.org/officeDocument/2006/relationships/tags" Target="../tags/tag15-67.xml"/><Relationship Id="rId135" Type="http://schemas.openxmlformats.org/officeDocument/2006/relationships/tags" Target="../tags/tag15-68.xml"/><Relationship Id="rId2" Type="http://schemas.openxmlformats.org/officeDocument/2006/relationships/image" Target="../media/image-15-1.png"/><Relationship Id="rId4" Type="http://schemas.openxmlformats.org/officeDocument/2006/relationships/image" Target="../media/image-15-2.png"/><Relationship Id="rId6" Type="http://schemas.openxmlformats.org/officeDocument/2006/relationships/image" Target="../media/image-15-3.png"/><Relationship Id="rId8" Type="http://schemas.openxmlformats.org/officeDocument/2006/relationships/image" Target="../media/image-15-4.png"/><Relationship Id="rId10" Type="http://schemas.openxmlformats.org/officeDocument/2006/relationships/image" Target="../media/image-15-5.png"/><Relationship Id="rId12" Type="http://schemas.openxmlformats.org/officeDocument/2006/relationships/image" Target="../media/image-15-6.png"/><Relationship Id="rId14" Type="http://schemas.openxmlformats.org/officeDocument/2006/relationships/image" Target="../media/image-15-7.png"/><Relationship Id="rId16" Type="http://schemas.openxmlformats.org/officeDocument/2006/relationships/image" Target="../media/image-15-8.png"/><Relationship Id="rId18" Type="http://schemas.openxmlformats.org/officeDocument/2006/relationships/image" Target="../media/image-15-9.png"/><Relationship Id="rId20" Type="http://schemas.openxmlformats.org/officeDocument/2006/relationships/image" Target="../media/image-15-10.png"/><Relationship Id="rId22" Type="http://schemas.openxmlformats.org/officeDocument/2006/relationships/image" Target="../media/image-15-11.png"/><Relationship Id="rId24" Type="http://schemas.openxmlformats.org/officeDocument/2006/relationships/image" Target="../media/image-15-12.png"/><Relationship Id="rId26" Type="http://schemas.openxmlformats.org/officeDocument/2006/relationships/image" Target="../media/image-15-13.png"/><Relationship Id="rId28" Type="http://schemas.openxmlformats.org/officeDocument/2006/relationships/image" Target="../media/image-15-14.png"/><Relationship Id="rId30" Type="http://schemas.openxmlformats.org/officeDocument/2006/relationships/image" Target="../media/image-15-15.png"/><Relationship Id="rId32" Type="http://schemas.openxmlformats.org/officeDocument/2006/relationships/image" Target="../media/image-15-16.png"/><Relationship Id="rId34" Type="http://schemas.openxmlformats.org/officeDocument/2006/relationships/image" Target="../media/image-15-17.png"/><Relationship Id="rId36" Type="http://schemas.openxmlformats.org/officeDocument/2006/relationships/image" Target="../media/image-15-18.png"/><Relationship Id="rId38" Type="http://schemas.openxmlformats.org/officeDocument/2006/relationships/image" Target="../media/image-15-19.png"/><Relationship Id="rId40" Type="http://schemas.openxmlformats.org/officeDocument/2006/relationships/image" Target="../media/image-15-20.png"/><Relationship Id="rId42" Type="http://schemas.openxmlformats.org/officeDocument/2006/relationships/image" Target="../media/image-15-21.png"/><Relationship Id="rId44" Type="http://schemas.openxmlformats.org/officeDocument/2006/relationships/image" Target="../media/image-15-22.png"/><Relationship Id="rId46" Type="http://schemas.openxmlformats.org/officeDocument/2006/relationships/image" Target="../media/image-15-23.png"/><Relationship Id="rId48" Type="http://schemas.openxmlformats.org/officeDocument/2006/relationships/image" Target="../media/image-15-24.png"/><Relationship Id="rId50" Type="http://schemas.openxmlformats.org/officeDocument/2006/relationships/image" Target="../media/image-15-25.png"/><Relationship Id="rId52" Type="http://schemas.openxmlformats.org/officeDocument/2006/relationships/image" Target="../media/image-15-26.png"/><Relationship Id="rId54" Type="http://schemas.openxmlformats.org/officeDocument/2006/relationships/image" Target="../media/image-15-27.png"/><Relationship Id="rId56" Type="http://schemas.openxmlformats.org/officeDocument/2006/relationships/image" Target="../media/image-15-28.png"/><Relationship Id="rId58" Type="http://schemas.openxmlformats.org/officeDocument/2006/relationships/image" Target="../media/image-15-29.png"/><Relationship Id="rId60" Type="http://schemas.openxmlformats.org/officeDocument/2006/relationships/image" Target="../media/image-15-30.png"/><Relationship Id="rId62" Type="http://schemas.openxmlformats.org/officeDocument/2006/relationships/image" Target="../media/image-15-31.png"/><Relationship Id="rId64" Type="http://schemas.openxmlformats.org/officeDocument/2006/relationships/image" Target="../media/image-15-32.png"/><Relationship Id="rId66" Type="http://schemas.openxmlformats.org/officeDocument/2006/relationships/image" Target="../media/image-15-33.png"/><Relationship Id="rId68" Type="http://schemas.openxmlformats.org/officeDocument/2006/relationships/image" Target="../media/image-15-34.png"/><Relationship Id="rId70" Type="http://schemas.openxmlformats.org/officeDocument/2006/relationships/image" Target="../media/image-15-35.png"/><Relationship Id="rId72" Type="http://schemas.openxmlformats.org/officeDocument/2006/relationships/image" Target="../media/image-15-36.png"/><Relationship Id="rId74" Type="http://schemas.openxmlformats.org/officeDocument/2006/relationships/image" Target="../media/image-15-37.png"/><Relationship Id="rId76" Type="http://schemas.openxmlformats.org/officeDocument/2006/relationships/image" Target="../media/image-15-38.png"/><Relationship Id="rId78" Type="http://schemas.openxmlformats.org/officeDocument/2006/relationships/image" Target="../media/image-15-39.png"/><Relationship Id="rId80" Type="http://schemas.openxmlformats.org/officeDocument/2006/relationships/image" Target="../media/image-15-40.png"/><Relationship Id="rId82" Type="http://schemas.openxmlformats.org/officeDocument/2006/relationships/image" Target="../media/image-15-41.png"/><Relationship Id="rId84" Type="http://schemas.openxmlformats.org/officeDocument/2006/relationships/image" Target="../media/image-15-42.png"/><Relationship Id="rId86" Type="http://schemas.openxmlformats.org/officeDocument/2006/relationships/image" Target="../media/image-15-43.png"/><Relationship Id="rId88" Type="http://schemas.openxmlformats.org/officeDocument/2006/relationships/image" Target="../media/image-15-44.png"/><Relationship Id="rId90" Type="http://schemas.openxmlformats.org/officeDocument/2006/relationships/image" Target="../media/image-15-45.png"/><Relationship Id="rId92" Type="http://schemas.openxmlformats.org/officeDocument/2006/relationships/image" Target="../media/image-15-46.png"/><Relationship Id="rId94" Type="http://schemas.openxmlformats.org/officeDocument/2006/relationships/image" Target="../media/image-15-47.png"/><Relationship Id="rId96" Type="http://schemas.openxmlformats.org/officeDocument/2006/relationships/image" Target="../media/image-15-48.png"/><Relationship Id="rId98" Type="http://schemas.openxmlformats.org/officeDocument/2006/relationships/image" Target="../media/image-15-49.png"/><Relationship Id="rId100" Type="http://schemas.openxmlformats.org/officeDocument/2006/relationships/image" Target="../media/image-15-50.png"/><Relationship Id="rId102" Type="http://schemas.openxmlformats.org/officeDocument/2006/relationships/image" Target="../media/image-15-51.png"/><Relationship Id="rId104" Type="http://schemas.openxmlformats.org/officeDocument/2006/relationships/image" Target="../media/image-15-52.png"/><Relationship Id="rId106" Type="http://schemas.openxmlformats.org/officeDocument/2006/relationships/image" Target="../media/image-15-53.png"/><Relationship Id="rId108" Type="http://schemas.openxmlformats.org/officeDocument/2006/relationships/image" Target="../media/image-15-54.png"/><Relationship Id="rId110" Type="http://schemas.openxmlformats.org/officeDocument/2006/relationships/image" Target="../media/image-15-55.png"/><Relationship Id="rId112" Type="http://schemas.openxmlformats.org/officeDocument/2006/relationships/image" Target="../media/image-15-56.png"/><Relationship Id="rId114" Type="http://schemas.openxmlformats.org/officeDocument/2006/relationships/image" Target="../media/image-15-57.png"/><Relationship Id="rId116" Type="http://schemas.openxmlformats.org/officeDocument/2006/relationships/image" Target="../media/image-15-58.png"/><Relationship Id="rId118" Type="http://schemas.openxmlformats.org/officeDocument/2006/relationships/image" Target="../media/image-15-59.png"/><Relationship Id="rId120" Type="http://schemas.openxmlformats.org/officeDocument/2006/relationships/image" Target="../media/image-15-60.png"/><Relationship Id="rId122" Type="http://schemas.openxmlformats.org/officeDocument/2006/relationships/image" Target="../media/image-15-61.png"/><Relationship Id="rId124" Type="http://schemas.openxmlformats.org/officeDocument/2006/relationships/image" Target="../media/image-15-62.png"/><Relationship Id="rId126" Type="http://schemas.openxmlformats.org/officeDocument/2006/relationships/image" Target="../media/image-15-63.png"/><Relationship Id="rId128" Type="http://schemas.openxmlformats.org/officeDocument/2006/relationships/image" Target="../media/image-15-64.png"/><Relationship Id="rId130" Type="http://schemas.openxmlformats.org/officeDocument/2006/relationships/image" Target="../media/image-15-65.png"/><Relationship Id="rId132" Type="http://schemas.openxmlformats.org/officeDocument/2006/relationships/image" Target="../media/image-15-66.png"/><Relationship Id="rId134" Type="http://schemas.openxmlformats.org/officeDocument/2006/relationships/image" Target="../media/image-15-67.png"/><Relationship Id="rId136" Type="http://schemas.openxmlformats.org/officeDocument/2006/relationships/slideLayout" Target="../slideLayouts/slideLayout1.xml"/><Relationship Id="rId13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tags" Target="../tags/tag16-1.xml"/><Relationship Id="rId3" Type="http://schemas.openxmlformats.org/officeDocument/2006/relationships/tags" Target="../tags/tag16-2.xml"/><Relationship Id="rId2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tags" Target="../tags/tag17-1.xml"/><Relationship Id="rId3" Type="http://schemas.openxmlformats.org/officeDocument/2006/relationships/tags" Target="../tags/tag17-2.xml"/><Relationship Id="rId5" Type="http://schemas.openxmlformats.org/officeDocument/2006/relationships/tags" Target="../tags/tag17-3.xml"/><Relationship Id="rId2" Type="http://schemas.openxmlformats.org/officeDocument/2006/relationships/image" Target="../media/image-17-1.png"/><Relationship Id="rId4" Type="http://schemas.openxmlformats.org/officeDocument/2006/relationships/image" Target="../media/image-1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tags" Target="../tags/tag18-1.xml"/><Relationship Id="rId3" Type="http://schemas.openxmlformats.org/officeDocument/2006/relationships/tags" Target="../tags/tag18-2.xml"/><Relationship Id="rId2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tags" Target="../tags/tag19-1.xml"/><Relationship Id="rId3" Type="http://schemas.openxmlformats.org/officeDocument/2006/relationships/tags" Target="../tags/tag19-2.xml"/><Relationship Id="rId2" Type="http://schemas.openxmlformats.org/officeDocument/2006/relationships/image" Target="../media/image-1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tags" Target="../tags/tag20-1.xml"/><Relationship Id="rId3" Type="http://schemas.openxmlformats.org/officeDocument/2006/relationships/tags" Target="../tags/tag20-2.xml"/><Relationship Id="rId5" Type="http://schemas.openxmlformats.org/officeDocument/2006/relationships/tags" Target="../tags/tag20-3.xml"/><Relationship Id="rId7" Type="http://schemas.openxmlformats.org/officeDocument/2006/relationships/tags" Target="../tags/tag20-4.xml"/><Relationship Id="rId2" Type="http://schemas.openxmlformats.org/officeDocument/2006/relationships/image" Target="../media/image-20-1.png"/><Relationship Id="rId4" Type="http://schemas.openxmlformats.org/officeDocument/2006/relationships/image" Target="../media/image-20-2.png"/><Relationship Id="rId6" Type="http://schemas.openxmlformats.org/officeDocument/2006/relationships/image" Target="../media/image-20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tags" Target="../tags/tag21-1.xml"/><Relationship Id="rId3" Type="http://schemas.openxmlformats.org/officeDocument/2006/relationships/tags" Target="../tags/tag21-2.xml"/><Relationship Id="rId5" Type="http://schemas.openxmlformats.org/officeDocument/2006/relationships/tags" Target="../tags/tag21-3.xml"/><Relationship Id="rId7" Type="http://schemas.openxmlformats.org/officeDocument/2006/relationships/tags" Target="../tags/tag21-4.xml"/><Relationship Id="rId9" Type="http://schemas.openxmlformats.org/officeDocument/2006/relationships/tags" Target="../tags/tag21-5.xml"/><Relationship Id="rId11" Type="http://schemas.openxmlformats.org/officeDocument/2006/relationships/tags" Target="../tags/tag21-6.xml"/><Relationship Id="rId13" Type="http://schemas.openxmlformats.org/officeDocument/2006/relationships/tags" Target="../tags/tag21-7.xml"/><Relationship Id="rId15" Type="http://schemas.openxmlformats.org/officeDocument/2006/relationships/tags" Target="../tags/tag21-8.xml"/><Relationship Id="rId17" Type="http://schemas.openxmlformats.org/officeDocument/2006/relationships/tags" Target="../tags/tag21-9.xml"/><Relationship Id="rId19" Type="http://schemas.openxmlformats.org/officeDocument/2006/relationships/tags" Target="../tags/tag21-10.xml"/><Relationship Id="rId21" Type="http://schemas.openxmlformats.org/officeDocument/2006/relationships/tags" Target="../tags/tag21-11.xml"/><Relationship Id="rId23" Type="http://schemas.openxmlformats.org/officeDocument/2006/relationships/tags" Target="../tags/tag21-12.xml"/><Relationship Id="rId25" Type="http://schemas.openxmlformats.org/officeDocument/2006/relationships/tags" Target="../tags/tag21-13.xml"/><Relationship Id="rId27" Type="http://schemas.openxmlformats.org/officeDocument/2006/relationships/tags" Target="../tags/tag21-14.xml"/><Relationship Id="rId29" Type="http://schemas.openxmlformats.org/officeDocument/2006/relationships/tags" Target="../tags/tag21-15.xml"/><Relationship Id="rId31" Type="http://schemas.openxmlformats.org/officeDocument/2006/relationships/tags" Target="../tags/tag21-16.xml"/><Relationship Id="rId33" Type="http://schemas.openxmlformats.org/officeDocument/2006/relationships/tags" Target="../tags/tag21-17.xml"/><Relationship Id="rId35" Type="http://schemas.openxmlformats.org/officeDocument/2006/relationships/tags" Target="../tags/tag21-18.xml"/><Relationship Id="rId37" Type="http://schemas.openxmlformats.org/officeDocument/2006/relationships/tags" Target="../tags/tag21-19.xml"/><Relationship Id="rId39" Type="http://schemas.openxmlformats.org/officeDocument/2006/relationships/tags" Target="../tags/tag21-20.xml"/><Relationship Id="rId41" Type="http://schemas.openxmlformats.org/officeDocument/2006/relationships/tags" Target="../tags/tag21-21.xml"/><Relationship Id="rId43" Type="http://schemas.openxmlformats.org/officeDocument/2006/relationships/tags" Target="../tags/tag21-22.xml"/><Relationship Id="rId45" Type="http://schemas.openxmlformats.org/officeDocument/2006/relationships/tags" Target="../tags/tag21-23.xml"/><Relationship Id="rId47" Type="http://schemas.openxmlformats.org/officeDocument/2006/relationships/tags" Target="../tags/tag21-24.xml"/><Relationship Id="rId49" Type="http://schemas.openxmlformats.org/officeDocument/2006/relationships/tags" Target="../tags/tag21-25.xml"/><Relationship Id="rId51" Type="http://schemas.openxmlformats.org/officeDocument/2006/relationships/tags" Target="../tags/tag21-26.xml"/><Relationship Id="rId53" Type="http://schemas.openxmlformats.org/officeDocument/2006/relationships/tags" Target="../tags/tag21-27.xml"/><Relationship Id="rId55" Type="http://schemas.openxmlformats.org/officeDocument/2006/relationships/tags" Target="../tags/tag21-28.xml"/><Relationship Id="rId57" Type="http://schemas.openxmlformats.org/officeDocument/2006/relationships/tags" Target="../tags/tag21-29.xml"/><Relationship Id="rId59" Type="http://schemas.openxmlformats.org/officeDocument/2006/relationships/tags" Target="../tags/tag21-30.xml"/><Relationship Id="rId61" Type="http://schemas.openxmlformats.org/officeDocument/2006/relationships/tags" Target="../tags/tag21-31.xml"/><Relationship Id="rId63" Type="http://schemas.openxmlformats.org/officeDocument/2006/relationships/tags" Target="../tags/tag21-32.xml"/><Relationship Id="rId65" Type="http://schemas.openxmlformats.org/officeDocument/2006/relationships/tags" Target="../tags/tag21-33.xml"/><Relationship Id="rId67" Type="http://schemas.openxmlformats.org/officeDocument/2006/relationships/tags" Target="../tags/tag21-34.xml"/><Relationship Id="rId69" Type="http://schemas.openxmlformats.org/officeDocument/2006/relationships/tags" Target="../tags/tag21-35.xml"/><Relationship Id="rId71" Type="http://schemas.openxmlformats.org/officeDocument/2006/relationships/tags" Target="../tags/tag21-36.xml"/><Relationship Id="rId73" Type="http://schemas.openxmlformats.org/officeDocument/2006/relationships/tags" Target="../tags/tag21-37.xml"/><Relationship Id="rId75" Type="http://schemas.openxmlformats.org/officeDocument/2006/relationships/tags" Target="../tags/tag21-38.xml"/><Relationship Id="rId77" Type="http://schemas.openxmlformats.org/officeDocument/2006/relationships/tags" Target="../tags/tag21-39.xml"/><Relationship Id="rId79" Type="http://schemas.openxmlformats.org/officeDocument/2006/relationships/tags" Target="../tags/tag21-40.xml"/><Relationship Id="rId81" Type="http://schemas.openxmlformats.org/officeDocument/2006/relationships/tags" Target="../tags/tag21-41.xml"/><Relationship Id="rId83" Type="http://schemas.openxmlformats.org/officeDocument/2006/relationships/tags" Target="../tags/tag21-42.xml"/><Relationship Id="rId85" Type="http://schemas.openxmlformats.org/officeDocument/2006/relationships/tags" Target="../tags/tag21-43.xml"/><Relationship Id="rId87" Type="http://schemas.openxmlformats.org/officeDocument/2006/relationships/tags" Target="../tags/tag21-44.xml"/><Relationship Id="rId89" Type="http://schemas.openxmlformats.org/officeDocument/2006/relationships/tags" Target="../tags/tag21-45.xml"/><Relationship Id="rId91" Type="http://schemas.openxmlformats.org/officeDocument/2006/relationships/tags" Target="../tags/tag21-46.xml"/><Relationship Id="rId93" Type="http://schemas.openxmlformats.org/officeDocument/2006/relationships/tags" Target="../tags/tag21-47.xml"/><Relationship Id="rId95" Type="http://schemas.openxmlformats.org/officeDocument/2006/relationships/tags" Target="../tags/tag21-48.xml"/><Relationship Id="rId97" Type="http://schemas.openxmlformats.org/officeDocument/2006/relationships/tags" Target="../tags/tag21-49.xml"/><Relationship Id="rId99" Type="http://schemas.openxmlformats.org/officeDocument/2006/relationships/tags" Target="../tags/tag21-50.xml"/><Relationship Id="rId101" Type="http://schemas.openxmlformats.org/officeDocument/2006/relationships/tags" Target="../tags/tag21-51.xml"/><Relationship Id="rId103" Type="http://schemas.openxmlformats.org/officeDocument/2006/relationships/tags" Target="../tags/tag21-52.xml"/><Relationship Id="rId105" Type="http://schemas.openxmlformats.org/officeDocument/2006/relationships/tags" Target="../tags/tag21-53.xml"/><Relationship Id="rId107" Type="http://schemas.openxmlformats.org/officeDocument/2006/relationships/tags" Target="../tags/tag21-54.xml"/><Relationship Id="rId109" Type="http://schemas.openxmlformats.org/officeDocument/2006/relationships/tags" Target="../tags/tag21-55.xml"/><Relationship Id="rId111" Type="http://schemas.openxmlformats.org/officeDocument/2006/relationships/tags" Target="../tags/tag21-56.xml"/><Relationship Id="rId113" Type="http://schemas.openxmlformats.org/officeDocument/2006/relationships/tags" Target="../tags/tag21-57.xml"/><Relationship Id="rId115" Type="http://schemas.openxmlformats.org/officeDocument/2006/relationships/tags" Target="../tags/tag21-58.xml"/><Relationship Id="rId117" Type="http://schemas.openxmlformats.org/officeDocument/2006/relationships/tags" Target="../tags/tag21-59.xml"/><Relationship Id="rId119" Type="http://schemas.openxmlformats.org/officeDocument/2006/relationships/tags" Target="../tags/tag21-60.xml"/><Relationship Id="rId121" Type="http://schemas.openxmlformats.org/officeDocument/2006/relationships/tags" Target="../tags/tag21-61.xml"/><Relationship Id="rId123" Type="http://schemas.openxmlformats.org/officeDocument/2006/relationships/tags" Target="../tags/tag21-62.xml"/><Relationship Id="rId125" Type="http://schemas.openxmlformats.org/officeDocument/2006/relationships/tags" Target="../tags/tag21-63.xml"/><Relationship Id="rId127" Type="http://schemas.openxmlformats.org/officeDocument/2006/relationships/tags" Target="../tags/tag21-64.xml"/><Relationship Id="rId129" Type="http://schemas.openxmlformats.org/officeDocument/2006/relationships/tags" Target="../tags/tag21-65.xml"/><Relationship Id="rId131" Type="http://schemas.openxmlformats.org/officeDocument/2006/relationships/tags" Target="../tags/tag21-66.xml"/><Relationship Id="rId133" Type="http://schemas.openxmlformats.org/officeDocument/2006/relationships/tags" Target="../tags/tag21-67.xml"/><Relationship Id="rId135" Type="http://schemas.openxmlformats.org/officeDocument/2006/relationships/tags" Target="../tags/tag21-68.xml"/><Relationship Id="rId2" Type="http://schemas.openxmlformats.org/officeDocument/2006/relationships/image" Target="../media/image-21-1.png"/><Relationship Id="rId4" Type="http://schemas.openxmlformats.org/officeDocument/2006/relationships/image" Target="../media/image-21-2.png"/><Relationship Id="rId6" Type="http://schemas.openxmlformats.org/officeDocument/2006/relationships/image" Target="../media/image-21-3.png"/><Relationship Id="rId8" Type="http://schemas.openxmlformats.org/officeDocument/2006/relationships/image" Target="../media/image-21-4.png"/><Relationship Id="rId10" Type="http://schemas.openxmlformats.org/officeDocument/2006/relationships/image" Target="../media/image-21-5.png"/><Relationship Id="rId12" Type="http://schemas.openxmlformats.org/officeDocument/2006/relationships/image" Target="../media/image-21-6.png"/><Relationship Id="rId14" Type="http://schemas.openxmlformats.org/officeDocument/2006/relationships/image" Target="../media/image-21-7.png"/><Relationship Id="rId16" Type="http://schemas.openxmlformats.org/officeDocument/2006/relationships/image" Target="../media/image-21-8.png"/><Relationship Id="rId18" Type="http://schemas.openxmlformats.org/officeDocument/2006/relationships/image" Target="../media/image-21-9.png"/><Relationship Id="rId20" Type="http://schemas.openxmlformats.org/officeDocument/2006/relationships/image" Target="../media/image-21-10.png"/><Relationship Id="rId22" Type="http://schemas.openxmlformats.org/officeDocument/2006/relationships/image" Target="../media/image-21-11.png"/><Relationship Id="rId24" Type="http://schemas.openxmlformats.org/officeDocument/2006/relationships/image" Target="../media/image-21-12.png"/><Relationship Id="rId26" Type="http://schemas.openxmlformats.org/officeDocument/2006/relationships/image" Target="../media/image-21-13.png"/><Relationship Id="rId28" Type="http://schemas.openxmlformats.org/officeDocument/2006/relationships/image" Target="../media/image-21-14.png"/><Relationship Id="rId30" Type="http://schemas.openxmlformats.org/officeDocument/2006/relationships/image" Target="../media/image-21-15.png"/><Relationship Id="rId32" Type="http://schemas.openxmlformats.org/officeDocument/2006/relationships/image" Target="../media/image-21-16.png"/><Relationship Id="rId34" Type="http://schemas.openxmlformats.org/officeDocument/2006/relationships/image" Target="../media/image-21-17.png"/><Relationship Id="rId36" Type="http://schemas.openxmlformats.org/officeDocument/2006/relationships/image" Target="../media/image-21-18.png"/><Relationship Id="rId38" Type="http://schemas.openxmlformats.org/officeDocument/2006/relationships/image" Target="../media/image-21-19.png"/><Relationship Id="rId40" Type="http://schemas.openxmlformats.org/officeDocument/2006/relationships/image" Target="../media/image-21-20.png"/><Relationship Id="rId42" Type="http://schemas.openxmlformats.org/officeDocument/2006/relationships/image" Target="../media/image-21-21.png"/><Relationship Id="rId44" Type="http://schemas.openxmlformats.org/officeDocument/2006/relationships/image" Target="../media/image-21-22.png"/><Relationship Id="rId46" Type="http://schemas.openxmlformats.org/officeDocument/2006/relationships/image" Target="../media/image-21-23.png"/><Relationship Id="rId48" Type="http://schemas.openxmlformats.org/officeDocument/2006/relationships/image" Target="../media/image-21-24.png"/><Relationship Id="rId50" Type="http://schemas.openxmlformats.org/officeDocument/2006/relationships/image" Target="../media/image-21-25.png"/><Relationship Id="rId52" Type="http://schemas.openxmlformats.org/officeDocument/2006/relationships/image" Target="../media/image-21-26.png"/><Relationship Id="rId54" Type="http://schemas.openxmlformats.org/officeDocument/2006/relationships/image" Target="../media/image-21-27.png"/><Relationship Id="rId56" Type="http://schemas.openxmlformats.org/officeDocument/2006/relationships/image" Target="../media/image-21-28.png"/><Relationship Id="rId58" Type="http://schemas.openxmlformats.org/officeDocument/2006/relationships/image" Target="../media/image-21-29.png"/><Relationship Id="rId60" Type="http://schemas.openxmlformats.org/officeDocument/2006/relationships/image" Target="../media/image-21-30.png"/><Relationship Id="rId62" Type="http://schemas.openxmlformats.org/officeDocument/2006/relationships/image" Target="../media/image-21-31.png"/><Relationship Id="rId64" Type="http://schemas.openxmlformats.org/officeDocument/2006/relationships/image" Target="../media/image-21-32.png"/><Relationship Id="rId66" Type="http://schemas.openxmlformats.org/officeDocument/2006/relationships/image" Target="../media/image-21-33.png"/><Relationship Id="rId68" Type="http://schemas.openxmlformats.org/officeDocument/2006/relationships/image" Target="../media/image-21-34.png"/><Relationship Id="rId70" Type="http://schemas.openxmlformats.org/officeDocument/2006/relationships/image" Target="../media/image-21-35.png"/><Relationship Id="rId72" Type="http://schemas.openxmlformats.org/officeDocument/2006/relationships/image" Target="../media/image-21-36.png"/><Relationship Id="rId74" Type="http://schemas.openxmlformats.org/officeDocument/2006/relationships/image" Target="../media/image-21-37.png"/><Relationship Id="rId76" Type="http://schemas.openxmlformats.org/officeDocument/2006/relationships/image" Target="../media/image-21-38.png"/><Relationship Id="rId78" Type="http://schemas.openxmlformats.org/officeDocument/2006/relationships/image" Target="../media/image-21-39.png"/><Relationship Id="rId80" Type="http://schemas.openxmlformats.org/officeDocument/2006/relationships/image" Target="../media/image-21-40.png"/><Relationship Id="rId82" Type="http://schemas.openxmlformats.org/officeDocument/2006/relationships/image" Target="../media/image-21-41.png"/><Relationship Id="rId84" Type="http://schemas.openxmlformats.org/officeDocument/2006/relationships/image" Target="../media/image-21-42.png"/><Relationship Id="rId86" Type="http://schemas.openxmlformats.org/officeDocument/2006/relationships/image" Target="../media/image-21-43.png"/><Relationship Id="rId88" Type="http://schemas.openxmlformats.org/officeDocument/2006/relationships/image" Target="../media/image-21-44.png"/><Relationship Id="rId90" Type="http://schemas.openxmlformats.org/officeDocument/2006/relationships/image" Target="../media/image-21-45.png"/><Relationship Id="rId92" Type="http://schemas.openxmlformats.org/officeDocument/2006/relationships/image" Target="../media/image-21-46.png"/><Relationship Id="rId94" Type="http://schemas.openxmlformats.org/officeDocument/2006/relationships/image" Target="../media/image-21-47.png"/><Relationship Id="rId96" Type="http://schemas.openxmlformats.org/officeDocument/2006/relationships/image" Target="../media/image-21-48.png"/><Relationship Id="rId98" Type="http://schemas.openxmlformats.org/officeDocument/2006/relationships/image" Target="../media/image-21-49.png"/><Relationship Id="rId100" Type="http://schemas.openxmlformats.org/officeDocument/2006/relationships/image" Target="../media/image-21-50.png"/><Relationship Id="rId102" Type="http://schemas.openxmlformats.org/officeDocument/2006/relationships/image" Target="../media/image-21-51.png"/><Relationship Id="rId104" Type="http://schemas.openxmlformats.org/officeDocument/2006/relationships/image" Target="../media/image-21-52.png"/><Relationship Id="rId106" Type="http://schemas.openxmlformats.org/officeDocument/2006/relationships/image" Target="../media/image-21-53.png"/><Relationship Id="rId108" Type="http://schemas.openxmlformats.org/officeDocument/2006/relationships/image" Target="../media/image-21-54.png"/><Relationship Id="rId110" Type="http://schemas.openxmlformats.org/officeDocument/2006/relationships/image" Target="../media/image-21-55.png"/><Relationship Id="rId112" Type="http://schemas.openxmlformats.org/officeDocument/2006/relationships/image" Target="../media/image-21-56.png"/><Relationship Id="rId114" Type="http://schemas.openxmlformats.org/officeDocument/2006/relationships/image" Target="../media/image-21-57.png"/><Relationship Id="rId116" Type="http://schemas.openxmlformats.org/officeDocument/2006/relationships/image" Target="../media/image-21-58.png"/><Relationship Id="rId118" Type="http://schemas.openxmlformats.org/officeDocument/2006/relationships/image" Target="../media/image-21-59.png"/><Relationship Id="rId120" Type="http://schemas.openxmlformats.org/officeDocument/2006/relationships/image" Target="../media/image-21-60.png"/><Relationship Id="rId122" Type="http://schemas.openxmlformats.org/officeDocument/2006/relationships/image" Target="../media/image-21-61.png"/><Relationship Id="rId124" Type="http://schemas.openxmlformats.org/officeDocument/2006/relationships/image" Target="../media/image-21-62.png"/><Relationship Id="rId126" Type="http://schemas.openxmlformats.org/officeDocument/2006/relationships/image" Target="../media/image-21-63.png"/><Relationship Id="rId128" Type="http://schemas.openxmlformats.org/officeDocument/2006/relationships/image" Target="../media/image-21-64.png"/><Relationship Id="rId130" Type="http://schemas.openxmlformats.org/officeDocument/2006/relationships/image" Target="../media/image-21-65.png"/><Relationship Id="rId132" Type="http://schemas.openxmlformats.org/officeDocument/2006/relationships/image" Target="../media/image-21-66.png"/><Relationship Id="rId134" Type="http://schemas.openxmlformats.org/officeDocument/2006/relationships/image" Target="../media/image-21-67.png"/><Relationship Id="rId136" Type="http://schemas.openxmlformats.org/officeDocument/2006/relationships/slideLayout" Target="../slideLayouts/slideLayout1.xml"/><Relationship Id="rId13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tags" Target="../tags/tag22-1.xml"/><Relationship Id="rId3" Type="http://schemas.openxmlformats.org/officeDocument/2006/relationships/tags" Target="../tags/tag22-2.xml"/><Relationship Id="rId2" Type="http://schemas.openxmlformats.org/officeDocument/2006/relationships/image" Target="../media/image-2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tags" Target="../tags/tag23-1.xml"/><Relationship Id="rId3" Type="http://schemas.openxmlformats.org/officeDocument/2006/relationships/tags" Target="../tags/tag23-2.xml"/><Relationship Id="rId5" Type="http://schemas.openxmlformats.org/officeDocument/2006/relationships/tags" Target="../tags/tag23-3.xml"/><Relationship Id="rId2" Type="http://schemas.openxmlformats.org/officeDocument/2006/relationships/image" Target="../media/image-23-1.png"/><Relationship Id="rId4" Type="http://schemas.openxmlformats.org/officeDocument/2006/relationships/image" Target="../media/image-2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tags" Target="../tags/tag24-1.xml"/><Relationship Id="rId3" Type="http://schemas.openxmlformats.org/officeDocument/2006/relationships/tags" Target="../tags/tag24-2.xml"/><Relationship Id="rId5" Type="http://schemas.openxmlformats.org/officeDocument/2006/relationships/tags" Target="../tags/tag24-3.xml"/><Relationship Id="rId7" Type="http://schemas.openxmlformats.org/officeDocument/2006/relationships/tags" Target="../tags/tag24-4.xml"/><Relationship Id="rId9" Type="http://schemas.openxmlformats.org/officeDocument/2006/relationships/tags" Target="../tags/tag24-5.xml"/><Relationship Id="rId11" Type="http://schemas.openxmlformats.org/officeDocument/2006/relationships/tags" Target="../tags/tag24-6.xml"/><Relationship Id="rId13" Type="http://schemas.openxmlformats.org/officeDocument/2006/relationships/tags" Target="../tags/tag24-7.xml"/><Relationship Id="rId15" Type="http://schemas.openxmlformats.org/officeDocument/2006/relationships/tags" Target="../tags/tag24-8.xml"/><Relationship Id="rId17" Type="http://schemas.openxmlformats.org/officeDocument/2006/relationships/tags" Target="../tags/tag24-9.xml"/><Relationship Id="rId19" Type="http://schemas.openxmlformats.org/officeDocument/2006/relationships/tags" Target="../tags/tag24-10.xml"/><Relationship Id="rId21" Type="http://schemas.openxmlformats.org/officeDocument/2006/relationships/tags" Target="../tags/tag24-11.xml"/><Relationship Id="rId23" Type="http://schemas.openxmlformats.org/officeDocument/2006/relationships/tags" Target="../tags/tag24-12.xml"/><Relationship Id="rId25" Type="http://schemas.openxmlformats.org/officeDocument/2006/relationships/tags" Target="../tags/tag24-13.xml"/><Relationship Id="rId27" Type="http://schemas.openxmlformats.org/officeDocument/2006/relationships/tags" Target="../tags/tag24-14.xml"/><Relationship Id="rId29" Type="http://schemas.openxmlformats.org/officeDocument/2006/relationships/tags" Target="../tags/tag24-15.xml"/><Relationship Id="rId31" Type="http://schemas.openxmlformats.org/officeDocument/2006/relationships/tags" Target="../tags/tag24-16.xml"/><Relationship Id="rId33" Type="http://schemas.openxmlformats.org/officeDocument/2006/relationships/tags" Target="../tags/tag24-17.xml"/><Relationship Id="rId35" Type="http://schemas.openxmlformats.org/officeDocument/2006/relationships/tags" Target="../tags/tag24-18.xml"/><Relationship Id="rId37" Type="http://schemas.openxmlformats.org/officeDocument/2006/relationships/tags" Target="../tags/tag24-19.xml"/><Relationship Id="rId39" Type="http://schemas.openxmlformats.org/officeDocument/2006/relationships/tags" Target="../tags/tag24-20.xml"/><Relationship Id="rId41" Type="http://schemas.openxmlformats.org/officeDocument/2006/relationships/tags" Target="../tags/tag24-21.xml"/><Relationship Id="rId43" Type="http://schemas.openxmlformats.org/officeDocument/2006/relationships/tags" Target="../tags/tag24-22.xml"/><Relationship Id="rId45" Type="http://schemas.openxmlformats.org/officeDocument/2006/relationships/tags" Target="../tags/tag24-23.xml"/><Relationship Id="rId47" Type="http://schemas.openxmlformats.org/officeDocument/2006/relationships/tags" Target="../tags/tag24-24.xml"/><Relationship Id="rId49" Type="http://schemas.openxmlformats.org/officeDocument/2006/relationships/tags" Target="../tags/tag24-25.xml"/><Relationship Id="rId51" Type="http://schemas.openxmlformats.org/officeDocument/2006/relationships/tags" Target="../tags/tag24-26.xml"/><Relationship Id="rId53" Type="http://schemas.openxmlformats.org/officeDocument/2006/relationships/tags" Target="../tags/tag24-27.xml"/><Relationship Id="rId55" Type="http://schemas.openxmlformats.org/officeDocument/2006/relationships/tags" Target="../tags/tag24-28.xml"/><Relationship Id="rId57" Type="http://schemas.openxmlformats.org/officeDocument/2006/relationships/tags" Target="../tags/tag24-29.xml"/><Relationship Id="rId59" Type="http://schemas.openxmlformats.org/officeDocument/2006/relationships/tags" Target="../tags/tag24-30.xml"/><Relationship Id="rId61" Type="http://schemas.openxmlformats.org/officeDocument/2006/relationships/tags" Target="../tags/tag24-31.xml"/><Relationship Id="rId63" Type="http://schemas.openxmlformats.org/officeDocument/2006/relationships/tags" Target="../tags/tag24-32.xml"/><Relationship Id="rId65" Type="http://schemas.openxmlformats.org/officeDocument/2006/relationships/tags" Target="../tags/tag24-33.xml"/><Relationship Id="rId67" Type="http://schemas.openxmlformats.org/officeDocument/2006/relationships/tags" Target="../tags/tag24-34.xml"/><Relationship Id="rId69" Type="http://schemas.openxmlformats.org/officeDocument/2006/relationships/tags" Target="../tags/tag24-35.xml"/><Relationship Id="rId71" Type="http://schemas.openxmlformats.org/officeDocument/2006/relationships/tags" Target="../tags/tag24-36.xml"/><Relationship Id="rId73" Type="http://schemas.openxmlformats.org/officeDocument/2006/relationships/tags" Target="../tags/tag24-37.xml"/><Relationship Id="rId75" Type="http://schemas.openxmlformats.org/officeDocument/2006/relationships/tags" Target="../tags/tag24-38.xml"/><Relationship Id="rId77" Type="http://schemas.openxmlformats.org/officeDocument/2006/relationships/tags" Target="../tags/tag24-39.xml"/><Relationship Id="rId79" Type="http://schemas.openxmlformats.org/officeDocument/2006/relationships/tags" Target="../tags/tag24-40.xml"/><Relationship Id="rId81" Type="http://schemas.openxmlformats.org/officeDocument/2006/relationships/tags" Target="../tags/tag24-41.xml"/><Relationship Id="rId83" Type="http://schemas.openxmlformats.org/officeDocument/2006/relationships/tags" Target="../tags/tag24-42.xml"/><Relationship Id="rId85" Type="http://schemas.openxmlformats.org/officeDocument/2006/relationships/tags" Target="../tags/tag24-43.xml"/><Relationship Id="rId87" Type="http://schemas.openxmlformats.org/officeDocument/2006/relationships/tags" Target="../tags/tag24-44.xml"/><Relationship Id="rId89" Type="http://schemas.openxmlformats.org/officeDocument/2006/relationships/tags" Target="../tags/tag24-45.xml"/><Relationship Id="rId91" Type="http://schemas.openxmlformats.org/officeDocument/2006/relationships/tags" Target="../tags/tag24-46.xml"/><Relationship Id="rId93" Type="http://schemas.openxmlformats.org/officeDocument/2006/relationships/tags" Target="../tags/tag24-47.xml"/><Relationship Id="rId95" Type="http://schemas.openxmlformats.org/officeDocument/2006/relationships/tags" Target="../tags/tag24-48.xml"/><Relationship Id="rId97" Type="http://schemas.openxmlformats.org/officeDocument/2006/relationships/tags" Target="../tags/tag24-49.xml"/><Relationship Id="rId99" Type="http://schemas.openxmlformats.org/officeDocument/2006/relationships/tags" Target="../tags/tag24-50.xml"/><Relationship Id="rId101" Type="http://schemas.openxmlformats.org/officeDocument/2006/relationships/tags" Target="../tags/tag24-51.xml"/><Relationship Id="rId103" Type="http://schemas.openxmlformats.org/officeDocument/2006/relationships/tags" Target="../tags/tag24-52.xml"/><Relationship Id="rId105" Type="http://schemas.openxmlformats.org/officeDocument/2006/relationships/tags" Target="../tags/tag24-53.xml"/><Relationship Id="rId107" Type="http://schemas.openxmlformats.org/officeDocument/2006/relationships/tags" Target="../tags/tag24-54.xml"/><Relationship Id="rId109" Type="http://schemas.openxmlformats.org/officeDocument/2006/relationships/tags" Target="../tags/tag24-55.xml"/><Relationship Id="rId111" Type="http://schemas.openxmlformats.org/officeDocument/2006/relationships/tags" Target="../tags/tag24-56.xml"/><Relationship Id="rId113" Type="http://schemas.openxmlformats.org/officeDocument/2006/relationships/tags" Target="../tags/tag24-57.xml"/><Relationship Id="rId115" Type="http://schemas.openxmlformats.org/officeDocument/2006/relationships/tags" Target="../tags/tag24-58.xml"/><Relationship Id="rId117" Type="http://schemas.openxmlformats.org/officeDocument/2006/relationships/tags" Target="../tags/tag24-59.xml"/><Relationship Id="rId119" Type="http://schemas.openxmlformats.org/officeDocument/2006/relationships/tags" Target="../tags/tag24-60.xml"/><Relationship Id="rId121" Type="http://schemas.openxmlformats.org/officeDocument/2006/relationships/tags" Target="../tags/tag24-61.xml"/><Relationship Id="rId123" Type="http://schemas.openxmlformats.org/officeDocument/2006/relationships/tags" Target="../tags/tag24-62.xml"/><Relationship Id="rId125" Type="http://schemas.openxmlformats.org/officeDocument/2006/relationships/tags" Target="../tags/tag24-63.xml"/><Relationship Id="rId127" Type="http://schemas.openxmlformats.org/officeDocument/2006/relationships/tags" Target="../tags/tag24-64.xml"/><Relationship Id="rId129" Type="http://schemas.openxmlformats.org/officeDocument/2006/relationships/tags" Target="../tags/tag24-65.xml"/><Relationship Id="rId131" Type="http://schemas.openxmlformats.org/officeDocument/2006/relationships/tags" Target="../tags/tag24-66.xml"/><Relationship Id="rId133" Type="http://schemas.openxmlformats.org/officeDocument/2006/relationships/tags" Target="../tags/tag24-67.xml"/><Relationship Id="rId135" Type="http://schemas.openxmlformats.org/officeDocument/2006/relationships/tags" Target="../tags/tag24-68.xml"/><Relationship Id="rId2" Type="http://schemas.openxmlformats.org/officeDocument/2006/relationships/image" Target="../media/image-24-1.png"/><Relationship Id="rId4" Type="http://schemas.openxmlformats.org/officeDocument/2006/relationships/image" Target="../media/image-24-2.png"/><Relationship Id="rId6" Type="http://schemas.openxmlformats.org/officeDocument/2006/relationships/image" Target="../media/image-24-3.png"/><Relationship Id="rId8" Type="http://schemas.openxmlformats.org/officeDocument/2006/relationships/image" Target="../media/image-24-4.png"/><Relationship Id="rId10" Type="http://schemas.openxmlformats.org/officeDocument/2006/relationships/image" Target="../media/image-24-5.png"/><Relationship Id="rId12" Type="http://schemas.openxmlformats.org/officeDocument/2006/relationships/image" Target="../media/image-24-6.png"/><Relationship Id="rId14" Type="http://schemas.openxmlformats.org/officeDocument/2006/relationships/image" Target="../media/image-24-7.png"/><Relationship Id="rId16" Type="http://schemas.openxmlformats.org/officeDocument/2006/relationships/image" Target="../media/image-24-8.png"/><Relationship Id="rId18" Type="http://schemas.openxmlformats.org/officeDocument/2006/relationships/image" Target="../media/image-24-9.png"/><Relationship Id="rId20" Type="http://schemas.openxmlformats.org/officeDocument/2006/relationships/image" Target="../media/image-24-10.png"/><Relationship Id="rId22" Type="http://schemas.openxmlformats.org/officeDocument/2006/relationships/image" Target="../media/image-24-11.png"/><Relationship Id="rId24" Type="http://schemas.openxmlformats.org/officeDocument/2006/relationships/image" Target="../media/image-24-12.png"/><Relationship Id="rId26" Type="http://schemas.openxmlformats.org/officeDocument/2006/relationships/image" Target="../media/image-24-13.png"/><Relationship Id="rId28" Type="http://schemas.openxmlformats.org/officeDocument/2006/relationships/image" Target="../media/image-24-14.png"/><Relationship Id="rId30" Type="http://schemas.openxmlformats.org/officeDocument/2006/relationships/image" Target="../media/image-24-15.png"/><Relationship Id="rId32" Type="http://schemas.openxmlformats.org/officeDocument/2006/relationships/image" Target="../media/image-24-16.png"/><Relationship Id="rId34" Type="http://schemas.openxmlformats.org/officeDocument/2006/relationships/image" Target="../media/image-24-17.png"/><Relationship Id="rId36" Type="http://schemas.openxmlformats.org/officeDocument/2006/relationships/image" Target="../media/image-24-18.png"/><Relationship Id="rId38" Type="http://schemas.openxmlformats.org/officeDocument/2006/relationships/image" Target="../media/image-24-19.png"/><Relationship Id="rId40" Type="http://schemas.openxmlformats.org/officeDocument/2006/relationships/image" Target="../media/image-24-20.png"/><Relationship Id="rId42" Type="http://schemas.openxmlformats.org/officeDocument/2006/relationships/image" Target="../media/image-24-21.png"/><Relationship Id="rId44" Type="http://schemas.openxmlformats.org/officeDocument/2006/relationships/image" Target="../media/image-24-22.png"/><Relationship Id="rId46" Type="http://schemas.openxmlformats.org/officeDocument/2006/relationships/image" Target="../media/image-24-23.png"/><Relationship Id="rId48" Type="http://schemas.openxmlformats.org/officeDocument/2006/relationships/image" Target="../media/image-24-24.png"/><Relationship Id="rId50" Type="http://schemas.openxmlformats.org/officeDocument/2006/relationships/image" Target="../media/image-24-25.png"/><Relationship Id="rId52" Type="http://schemas.openxmlformats.org/officeDocument/2006/relationships/image" Target="../media/image-24-26.png"/><Relationship Id="rId54" Type="http://schemas.openxmlformats.org/officeDocument/2006/relationships/image" Target="../media/image-24-27.png"/><Relationship Id="rId56" Type="http://schemas.openxmlformats.org/officeDocument/2006/relationships/image" Target="../media/image-24-28.png"/><Relationship Id="rId58" Type="http://schemas.openxmlformats.org/officeDocument/2006/relationships/image" Target="../media/image-24-29.png"/><Relationship Id="rId60" Type="http://schemas.openxmlformats.org/officeDocument/2006/relationships/image" Target="../media/image-24-30.png"/><Relationship Id="rId62" Type="http://schemas.openxmlformats.org/officeDocument/2006/relationships/image" Target="../media/image-24-31.png"/><Relationship Id="rId64" Type="http://schemas.openxmlformats.org/officeDocument/2006/relationships/image" Target="../media/image-24-32.png"/><Relationship Id="rId66" Type="http://schemas.openxmlformats.org/officeDocument/2006/relationships/image" Target="../media/image-24-33.png"/><Relationship Id="rId68" Type="http://schemas.openxmlformats.org/officeDocument/2006/relationships/image" Target="../media/image-24-34.png"/><Relationship Id="rId70" Type="http://schemas.openxmlformats.org/officeDocument/2006/relationships/image" Target="../media/image-24-35.png"/><Relationship Id="rId72" Type="http://schemas.openxmlformats.org/officeDocument/2006/relationships/image" Target="../media/image-24-36.png"/><Relationship Id="rId74" Type="http://schemas.openxmlformats.org/officeDocument/2006/relationships/image" Target="../media/image-24-37.png"/><Relationship Id="rId76" Type="http://schemas.openxmlformats.org/officeDocument/2006/relationships/image" Target="../media/image-24-38.png"/><Relationship Id="rId78" Type="http://schemas.openxmlformats.org/officeDocument/2006/relationships/image" Target="../media/image-24-39.png"/><Relationship Id="rId80" Type="http://schemas.openxmlformats.org/officeDocument/2006/relationships/image" Target="../media/image-24-40.png"/><Relationship Id="rId82" Type="http://schemas.openxmlformats.org/officeDocument/2006/relationships/image" Target="../media/image-24-41.png"/><Relationship Id="rId84" Type="http://schemas.openxmlformats.org/officeDocument/2006/relationships/image" Target="../media/image-24-42.png"/><Relationship Id="rId86" Type="http://schemas.openxmlformats.org/officeDocument/2006/relationships/image" Target="../media/image-24-43.png"/><Relationship Id="rId88" Type="http://schemas.openxmlformats.org/officeDocument/2006/relationships/image" Target="../media/image-24-44.png"/><Relationship Id="rId90" Type="http://schemas.openxmlformats.org/officeDocument/2006/relationships/image" Target="../media/image-24-45.png"/><Relationship Id="rId92" Type="http://schemas.openxmlformats.org/officeDocument/2006/relationships/image" Target="../media/image-24-46.png"/><Relationship Id="rId94" Type="http://schemas.openxmlformats.org/officeDocument/2006/relationships/image" Target="../media/image-24-47.png"/><Relationship Id="rId96" Type="http://schemas.openxmlformats.org/officeDocument/2006/relationships/image" Target="../media/image-24-48.png"/><Relationship Id="rId98" Type="http://schemas.openxmlformats.org/officeDocument/2006/relationships/image" Target="../media/image-24-49.png"/><Relationship Id="rId100" Type="http://schemas.openxmlformats.org/officeDocument/2006/relationships/image" Target="../media/image-24-50.png"/><Relationship Id="rId102" Type="http://schemas.openxmlformats.org/officeDocument/2006/relationships/image" Target="../media/image-24-51.png"/><Relationship Id="rId104" Type="http://schemas.openxmlformats.org/officeDocument/2006/relationships/image" Target="../media/image-24-52.png"/><Relationship Id="rId106" Type="http://schemas.openxmlformats.org/officeDocument/2006/relationships/image" Target="../media/image-24-53.png"/><Relationship Id="rId108" Type="http://schemas.openxmlformats.org/officeDocument/2006/relationships/image" Target="../media/image-24-54.png"/><Relationship Id="rId110" Type="http://schemas.openxmlformats.org/officeDocument/2006/relationships/image" Target="../media/image-24-55.png"/><Relationship Id="rId112" Type="http://schemas.openxmlformats.org/officeDocument/2006/relationships/image" Target="../media/image-24-56.png"/><Relationship Id="rId114" Type="http://schemas.openxmlformats.org/officeDocument/2006/relationships/image" Target="../media/image-24-57.png"/><Relationship Id="rId116" Type="http://schemas.openxmlformats.org/officeDocument/2006/relationships/image" Target="../media/image-24-58.png"/><Relationship Id="rId118" Type="http://schemas.openxmlformats.org/officeDocument/2006/relationships/image" Target="../media/image-24-59.png"/><Relationship Id="rId120" Type="http://schemas.openxmlformats.org/officeDocument/2006/relationships/image" Target="../media/image-24-60.png"/><Relationship Id="rId122" Type="http://schemas.openxmlformats.org/officeDocument/2006/relationships/image" Target="../media/image-24-61.png"/><Relationship Id="rId124" Type="http://schemas.openxmlformats.org/officeDocument/2006/relationships/image" Target="../media/image-24-62.png"/><Relationship Id="rId126" Type="http://schemas.openxmlformats.org/officeDocument/2006/relationships/image" Target="../media/image-24-63.png"/><Relationship Id="rId128" Type="http://schemas.openxmlformats.org/officeDocument/2006/relationships/image" Target="../media/image-24-64.png"/><Relationship Id="rId130" Type="http://schemas.openxmlformats.org/officeDocument/2006/relationships/image" Target="../media/image-24-65.png"/><Relationship Id="rId132" Type="http://schemas.openxmlformats.org/officeDocument/2006/relationships/image" Target="../media/image-24-66.png"/><Relationship Id="rId134" Type="http://schemas.openxmlformats.org/officeDocument/2006/relationships/image" Target="../media/image-24-67.png"/><Relationship Id="rId136" Type="http://schemas.openxmlformats.org/officeDocument/2006/relationships/slideLayout" Target="../slideLayouts/slideLayout1.xml"/><Relationship Id="rId13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tags" Target="../tags/tag25-1.xml"/><Relationship Id="rId3" Type="http://schemas.openxmlformats.org/officeDocument/2006/relationships/tags" Target="../tags/tag25-2.xml"/><Relationship Id="rId5" Type="http://schemas.openxmlformats.org/officeDocument/2006/relationships/tags" Target="../tags/tag25-3.xml"/><Relationship Id="rId7" Type="http://schemas.openxmlformats.org/officeDocument/2006/relationships/tags" Target="../tags/tag25-4.xml"/><Relationship Id="rId9" Type="http://schemas.openxmlformats.org/officeDocument/2006/relationships/tags" Target="../tags/tag25-5.xml"/><Relationship Id="rId11" Type="http://schemas.openxmlformats.org/officeDocument/2006/relationships/tags" Target="../tags/tag25-6.xml"/><Relationship Id="rId13" Type="http://schemas.openxmlformats.org/officeDocument/2006/relationships/tags" Target="../tags/tag25-7.xml"/><Relationship Id="rId15" Type="http://schemas.openxmlformats.org/officeDocument/2006/relationships/tags" Target="../tags/tag25-8.xml"/><Relationship Id="rId2" Type="http://schemas.openxmlformats.org/officeDocument/2006/relationships/image" Target="../media/image-25-1.png"/><Relationship Id="rId4" Type="http://schemas.openxmlformats.org/officeDocument/2006/relationships/image" Target="../media/image-25-2.png"/><Relationship Id="rId6" Type="http://schemas.openxmlformats.org/officeDocument/2006/relationships/image" Target="../media/image-25-3.png"/><Relationship Id="rId8" Type="http://schemas.openxmlformats.org/officeDocument/2006/relationships/image" Target="../media/image-25-4.png"/><Relationship Id="rId10" Type="http://schemas.openxmlformats.org/officeDocument/2006/relationships/image" Target="../media/image-25-5.png"/><Relationship Id="rId12" Type="http://schemas.openxmlformats.org/officeDocument/2006/relationships/image" Target="../media/image-25-6.png"/><Relationship Id="rId14" Type="http://schemas.openxmlformats.org/officeDocument/2006/relationships/image" Target="../media/image-25-7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tags" Target="../tags/tag26-1.xml"/><Relationship Id="rId3" Type="http://schemas.openxmlformats.org/officeDocument/2006/relationships/tags" Target="../tags/tag26-2.xml"/><Relationship Id="rId5" Type="http://schemas.openxmlformats.org/officeDocument/2006/relationships/tags" Target="../tags/tag26-3.xml"/><Relationship Id="rId7" Type="http://schemas.openxmlformats.org/officeDocument/2006/relationships/tags" Target="../tags/tag26-4.xml"/><Relationship Id="rId9" Type="http://schemas.openxmlformats.org/officeDocument/2006/relationships/tags" Target="../tags/tag26-5.xml"/><Relationship Id="rId11" Type="http://schemas.openxmlformats.org/officeDocument/2006/relationships/tags" Target="../tags/tag26-6.xml"/><Relationship Id="rId13" Type="http://schemas.openxmlformats.org/officeDocument/2006/relationships/tags" Target="../tags/tag26-7.xml"/><Relationship Id="rId15" Type="http://schemas.openxmlformats.org/officeDocument/2006/relationships/tags" Target="../tags/tag26-8.xml"/><Relationship Id="rId17" Type="http://schemas.openxmlformats.org/officeDocument/2006/relationships/tags" Target="../tags/tag26-9.xml"/><Relationship Id="rId19" Type="http://schemas.openxmlformats.org/officeDocument/2006/relationships/tags" Target="../tags/tag26-10.xml"/><Relationship Id="rId2" Type="http://schemas.openxmlformats.org/officeDocument/2006/relationships/image" Target="../media/image-26-1.png"/><Relationship Id="rId4" Type="http://schemas.openxmlformats.org/officeDocument/2006/relationships/image" Target="../media/image-26-2.png"/><Relationship Id="rId6" Type="http://schemas.openxmlformats.org/officeDocument/2006/relationships/image" Target="../media/image-26-3.png"/><Relationship Id="rId8" Type="http://schemas.openxmlformats.org/officeDocument/2006/relationships/image" Target="../media/image-26-4.png"/><Relationship Id="rId10" Type="http://schemas.openxmlformats.org/officeDocument/2006/relationships/image" Target="../media/image-26-5.png"/><Relationship Id="rId12" Type="http://schemas.openxmlformats.org/officeDocument/2006/relationships/image" Target="../media/image-26-6.png"/><Relationship Id="rId14" Type="http://schemas.openxmlformats.org/officeDocument/2006/relationships/image" Target="../media/image-26-7.png"/><Relationship Id="rId16" Type="http://schemas.openxmlformats.org/officeDocument/2006/relationships/image" Target="../media/image-26-8.png"/><Relationship Id="rId18" Type="http://schemas.openxmlformats.org/officeDocument/2006/relationships/image" Target="../media/image-26-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tags" Target="../tags/tag27-1.xml"/><Relationship Id="rId3" Type="http://schemas.openxmlformats.org/officeDocument/2006/relationships/tags" Target="../tags/tag27-2.xml"/><Relationship Id="rId5" Type="http://schemas.openxmlformats.org/officeDocument/2006/relationships/tags" Target="../tags/tag27-3.xml"/><Relationship Id="rId2" Type="http://schemas.openxmlformats.org/officeDocument/2006/relationships/image" Target="../media/image-27-1.png"/><Relationship Id="rId4" Type="http://schemas.openxmlformats.org/officeDocument/2006/relationships/image" Target="../media/image-2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tags" Target="../tags/tag28-1.xml"/><Relationship Id="rId3" Type="http://schemas.openxmlformats.org/officeDocument/2006/relationships/tags" Target="../tags/tag28-2.xml"/><Relationship Id="rId2" Type="http://schemas.openxmlformats.org/officeDocument/2006/relationships/image" Target="../media/image-2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tags" Target="../tags/tag29-1.xml"/><Relationship Id="rId3" Type="http://schemas.openxmlformats.org/officeDocument/2006/relationships/tags" Target="../tags/tag29-2.xml"/><Relationship Id="rId2" Type="http://schemas.openxmlformats.org/officeDocument/2006/relationships/image" Target="../media/image-2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tags" Target="../tags/tag30-1.xml"/><Relationship Id="rId3" Type="http://schemas.openxmlformats.org/officeDocument/2006/relationships/tags" Target="../tags/tag30-2.xml"/><Relationship Id="rId2" Type="http://schemas.openxmlformats.org/officeDocument/2006/relationships/image" Target="../media/image-3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tags" Target="../tags/tag31-1.xml"/><Relationship Id="rId3" Type="http://schemas.openxmlformats.org/officeDocument/2006/relationships/tags" Target="../tags/tag31-2.xml"/><Relationship Id="rId2" Type="http://schemas.openxmlformats.org/officeDocument/2006/relationships/image" Target="../media/image-3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tags" Target="../tags/tag32-1.xml"/><Relationship Id="rId3" Type="http://schemas.openxmlformats.org/officeDocument/2006/relationships/tags" Target="../tags/tag32-2.xml"/><Relationship Id="rId2" Type="http://schemas.openxmlformats.org/officeDocument/2006/relationships/image" Target="../media/image-3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tags" Target="../tags/tag33-1.xml"/><Relationship Id="rId3" Type="http://schemas.openxmlformats.org/officeDocument/2006/relationships/tags" Target="../tags/tag33-2.xml"/><Relationship Id="rId2" Type="http://schemas.openxmlformats.org/officeDocument/2006/relationships/image" Target="../media/image-3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tags" Target="../tags/tag34-1.xml"/><Relationship Id="rId3" Type="http://schemas.openxmlformats.org/officeDocument/2006/relationships/tags" Target="../tags/tag34-2.xml"/><Relationship Id="rId2" Type="http://schemas.openxmlformats.org/officeDocument/2006/relationships/image" Target="../media/image-3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tags" Target="../tags/tag35-1.xml"/><Relationship Id="rId3" Type="http://schemas.openxmlformats.org/officeDocument/2006/relationships/tags" Target="../tags/tag35-2.xml"/><Relationship Id="rId2" Type="http://schemas.openxmlformats.org/officeDocument/2006/relationships/image" Target="../media/image-3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tags" Target="../tags/tag36-1.xml"/><Relationship Id="rId3" Type="http://schemas.openxmlformats.org/officeDocument/2006/relationships/tags" Target="../tags/tag36-2.xml"/><Relationship Id="rId5" Type="http://schemas.openxmlformats.org/officeDocument/2006/relationships/tags" Target="../tags/tag36-3.xml"/><Relationship Id="rId7" Type="http://schemas.openxmlformats.org/officeDocument/2006/relationships/tags" Target="../tags/tag36-4.xml"/><Relationship Id="rId2" Type="http://schemas.openxmlformats.org/officeDocument/2006/relationships/image" Target="../media/image-36-1.png"/><Relationship Id="rId4" Type="http://schemas.openxmlformats.org/officeDocument/2006/relationships/image" Target="../media/image-36-2.png"/><Relationship Id="rId6" Type="http://schemas.openxmlformats.org/officeDocument/2006/relationships/image" Target="../media/image-36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tags" Target="../tags/tag37-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tags" Target="../tags/tag38-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tags" Target="../tags/tag39-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tags" Target="../tags/tag40-1.xml"/><Relationship Id="rId3" Type="http://schemas.openxmlformats.org/officeDocument/2006/relationships/tags" Target="../tags/tag40-2.xml"/><Relationship Id="rId5" Type="http://schemas.openxmlformats.org/officeDocument/2006/relationships/tags" Target="../tags/tag40-3.xml"/><Relationship Id="rId7" Type="http://schemas.openxmlformats.org/officeDocument/2006/relationships/tags" Target="../tags/tag40-4.xml"/><Relationship Id="rId2" Type="http://schemas.openxmlformats.org/officeDocument/2006/relationships/image" Target="../media/image-40-1.png"/><Relationship Id="rId4" Type="http://schemas.openxmlformats.org/officeDocument/2006/relationships/image" Target="../media/image-40-2.png"/><Relationship Id="rId6" Type="http://schemas.openxmlformats.org/officeDocument/2006/relationships/image" Target="../media/image-40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tags" Target="../tags/tag41-1.xml"/><Relationship Id="rId3" Type="http://schemas.openxmlformats.org/officeDocument/2006/relationships/tags" Target="../tags/tag41-2.xml"/><Relationship Id="rId2" Type="http://schemas.openxmlformats.org/officeDocument/2006/relationships/image" Target="../media/image-4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tags" Target="../tags/tag42-1.xml"/><Relationship Id="rId3" Type="http://schemas.openxmlformats.org/officeDocument/2006/relationships/tags" Target="../tags/tag42-2.xml"/><Relationship Id="rId2" Type="http://schemas.openxmlformats.org/officeDocument/2006/relationships/image" Target="../media/image-4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tags" Target="../tags/tag43-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biorender.com/illustrations/69b96f2a1430d46b77cb34d9" TargetMode="External"/><Relationship Id="rId4" Type="http://schemas.openxmlformats.org/officeDocument/2006/relationships/hyperlink" Target="http://www.biorender.com" TargetMode="External"/><Relationship Id="rId7" Type="http://schemas.openxmlformats.org/officeDocument/2006/relationships/hyperlink" Target="https://appsource.microsoft.com/en-us/product/office/wa200006038?src=product&amp;mktcmpid=pptx_export" TargetMode="External"/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5" Type="http://schemas.openxmlformats.org/officeDocument/2006/relationships/image" Target="../media/image-44-3.png"/><Relationship Id="rId6" Type="http://schemas.openxmlformats.org/officeDocument/2006/relationships/image" Target="../media/image-44-4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497" y="4272929"/>
            <a:ext cx="543390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</a:t>
            </a:r>
            <a:pPr algn="l" indent="0" marL="0">
              <a:lnSpc>
                <a:spcPct val="96985"/>
              </a:lnSpc>
              <a:buNone/>
            </a:pPr>
            <a:r>
              <a:rPr lang="en-US" sz="2000" b="1" baseline="30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nd</a:t>
            </a:r>
            <a:pPr algn="l" indent="0" marL="0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July, 2026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1792" y="1700280"/>
            <a:ext cx="252984" cy="1392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2441" y="1747976"/>
            <a:ext cx="10403000" cy="143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Multi-Tiered Framework for Mimotopes Optimization: Integrating Systematic Scanning with Deep-Learning Structural Proteomics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75364" y="5918202"/>
            <a:ext cx="591312" cy="5882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444" y="1369718"/>
            <a:ext cx="4017190" cy="4434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508000" indent="-362857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</a:t>
            </a:r>
            <a:endParaRPr lang="en-US" sz="2000" dirty="0"/>
          </a:p>
          <a:p>
            <a:pPr algn="l" lvl="1" marL="508000" indent="-362857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Analysis Workflow</a:t>
            </a:r>
            <a:endParaRPr lang="en-US" sz="2000" dirty="0"/>
          </a:p>
          <a:p>
            <a:pPr algn="l" lvl="1" marL="508000" indent="-362857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000" dirty="0"/>
          </a:p>
          <a:p>
            <a:pPr algn="l" lvl="1" marL="508000" indent="-362857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000" dirty="0"/>
          </a:p>
          <a:p>
            <a:pPr algn="l" lvl="1" marL="508000" indent="-362857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Discussion</a:t>
            </a:r>
            <a:endParaRPr lang="en-US" sz="2000" dirty="0"/>
          </a:p>
          <a:p>
            <a:pPr algn="l" lvl="1" marL="508000" indent="-362857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98450" y="492665"/>
            <a:ext cx="1451278" cy="49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7790"/>
              </a:lnSpc>
              <a:buNone/>
            </a:pPr>
            <a:r>
              <a:rPr lang="en-US" sz="3199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</a:t>
            </a:r>
            <a:endParaRPr lang="en-US" sz="3199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2931" y="492667"/>
            <a:ext cx="1451278" cy="49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7790"/>
              </a:lnSpc>
              <a:buNone/>
            </a:pPr>
            <a:r>
              <a:rPr lang="en-US" sz="3199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199" dirty="0"/>
          </a:p>
        </p:txBody>
      </p:sp>
      <p:sp>
        <p:nvSpPr>
          <p:cNvPr id="3" name="Text 1"/>
          <p:cNvSpPr/>
          <p:nvPr/>
        </p:nvSpPr>
        <p:spPr>
          <a:xfrm>
            <a:off x="2546304" y="299352"/>
            <a:ext cx="7109734" cy="44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 antigens are often poor immunogens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7270" y="865115"/>
            <a:ext cx="1882592" cy="43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Tumor-derived peptide presented on MHC-I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06070" y="1206003"/>
            <a:ext cx="1450848" cy="171907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6348" y="5152862"/>
            <a:ext cx="1408176" cy="142951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39894" y="3960521"/>
            <a:ext cx="1021080" cy="1033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6314" y="4305355"/>
            <a:ext cx="427372" cy="29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b="1" dirty="0">
                <a:solidFill>
                  <a:srgbClr val="614B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 cell</a:t>
            </a:r>
            <a:endParaRPr lang="en-US" sz="964" dirty="0"/>
          </a:p>
        </p:txBody>
      </p:sp>
      <p:sp>
        <p:nvSpPr>
          <p:cNvPr id="9" name="Text 4"/>
          <p:cNvSpPr/>
          <p:nvPr/>
        </p:nvSpPr>
        <p:spPr>
          <a:xfrm>
            <a:off x="1870246" y="4981721"/>
            <a:ext cx="679111" cy="15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MHC class I</a:t>
            </a:r>
            <a:endParaRPr lang="en-US" sz="964" dirty="0"/>
          </a:p>
        </p:txBody>
      </p:sp>
      <p:sp>
        <p:nvSpPr>
          <p:cNvPr id="10" name="Text 5"/>
          <p:cNvSpPr/>
          <p:nvPr/>
        </p:nvSpPr>
        <p:spPr>
          <a:xfrm>
            <a:off x="1874161" y="5196582"/>
            <a:ext cx="257457" cy="15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TCR</a:t>
            </a:r>
            <a:endParaRPr lang="en-US" sz="96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47793" y="4772772"/>
            <a:ext cx="231648" cy="853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2207" y="5703166"/>
            <a:ext cx="581643" cy="29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b="1" dirty="0">
                <a:solidFill>
                  <a:srgbClr val="3A68A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Cytotoxic T cell</a:t>
            </a:r>
            <a:endParaRPr lang="en-US" sz="964" dirty="0"/>
          </a:p>
        </p:txBody>
      </p:sp>
      <p:sp>
        <p:nvSpPr>
          <p:cNvPr id="13" name="Text 7"/>
          <p:cNvSpPr/>
          <p:nvPr/>
        </p:nvSpPr>
        <p:spPr>
          <a:xfrm>
            <a:off x="896575" y="3545650"/>
            <a:ext cx="1882592" cy="43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CD8+ T-cell Activation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12518" y="5739621"/>
            <a:ext cx="173736" cy="17373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42388" y="5866842"/>
            <a:ext cx="167640" cy="16764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02226" y="5745666"/>
            <a:ext cx="170688" cy="170688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319690" y="5772107"/>
            <a:ext cx="176784" cy="176784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366878" y="5866150"/>
            <a:ext cx="176784" cy="176784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236403" y="5635677"/>
            <a:ext cx="902208" cy="53035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2237806" y="5484450"/>
            <a:ext cx="867706" cy="2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signaling</a:t>
            </a:r>
            <a:endParaRPr lang="en-US" sz="964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747952" y="2825317"/>
            <a:ext cx="170688" cy="643128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2952387" y="2288963"/>
            <a:ext cx="3833431" cy="2314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tumor antigens are </a:t>
            </a:r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self-antigens</a:t>
            </a:r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differ only slightly from self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High-affinity T cells recognizing these peptides are often deleted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 when peptide presentation occurs, the immune response can be weak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limits vaccine efficacy 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6530226" y="1251357"/>
            <a:ext cx="2194560" cy="295656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311967" y="1242215"/>
            <a:ext cx="2203704" cy="313944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7012816" y="915248"/>
            <a:ext cx="1238528" cy="22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C038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peptide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9620215" y="915247"/>
            <a:ext cx="1596341" cy="22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mimotope</a:t>
            </a:r>
            <a:endParaRPr lang="en-US" sz="14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725220" y="1313843"/>
            <a:ext cx="569976" cy="170688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53244" y="2660766"/>
            <a:ext cx="478536" cy="509016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931539" y="2677162"/>
            <a:ext cx="981456" cy="1005840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6831910" y="2183750"/>
            <a:ext cx="2182368" cy="2191512"/>
          </a:xfrm>
          <a:prstGeom prst="rect">
            <a:avLst/>
          </a:prstGeom>
        </p:spPr>
      </p:pic>
      <p:pic>
        <p:nvPicPr>
          <p:cNvPr id="31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8551504" y="3022556"/>
            <a:ext cx="569976" cy="216408"/>
          </a:xfrm>
          <a:prstGeom prst="rect">
            <a:avLst/>
          </a:prstGeom>
        </p:spPr>
      </p:pic>
      <p:pic>
        <p:nvPicPr>
          <p:cNvPr id="32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8164951" y="3286498"/>
            <a:ext cx="603504" cy="222504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7461356" y="2355811"/>
            <a:ext cx="766433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Dendritic cell</a:t>
            </a:r>
            <a:endParaRPr lang="en-US" sz="850" dirty="0"/>
          </a:p>
        </p:txBody>
      </p:sp>
      <p:sp>
        <p:nvSpPr>
          <p:cNvPr id="34" name="Text 13"/>
          <p:cNvSpPr/>
          <p:nvPr/>
        </p:nvSpPr>
        <p:spPr>
          <a:xfrm>
            <a:off x="9069510" y="2355807"/>
            <a:ext cx="81457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Cytotoxic T cell</a:t>
            </a:r>
            <a:endParaRPr lang="en-US" sz="850" dirty="0"/>
          </a:p>
        </p:txBody>
      </p:sp>
      <p:sp>
        <p:nvSpPr>
          <p:cNvPr id="35" name="Text 14"/>
          <p:cNvSpPr/>
          <p:nvPr/>
        </p:nvSpPr>
        <p:spPr>
          <a:xfrm rot="0">
            <a:off x="8396317" y="3215033"/>
            <a:ext cx="210198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MHC-I</a:t>
            </a:r>
            <a:endParaRPr lang="en-US" sz="492" dirty="0"/>
          </a:p>
        </p:txBody>
      </p:sp>
      <p:sp>
        <p:nvSpPr>
          <p:cNvPr id="36" name="Text 15"/>
          <p:cNvSpPr/>
          <p:nvPr/>
        </p:nvSpPr>
        <p:spPr>
          <a:xfrm>
            <a:off x="8438349" y="3480560"/>
            <a:ext cx="288746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CD80</a:t>
            </a:r>
            <a:endParaRPr lang="en-US" sz="492" dirty="0"/>
          </a:p>
        </p:txBody>
      </p:sp>
      <p:sp>
        <p:nvSpPr>
          <p:cNvPr id="37" name="Text 16"/>
          <p:cNvSpPr/>
          <p:nvPr/>
        </p:nvSpPr>
        <p:spPr>
          <a:xfrm rot="0">
            <a:off x="8766123" y="3481278"/>
            <a:ext cx="288746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CD28</a:t>
            </a:r>
            <a:endParaRPr lang="en-US" sz="492" dirty="0"/>
          </a:p>
        </p:txBody>
      </p:sp>
      <p:sp>
        <p:nvSpPr>
          <p:cNvPr id="38" name="Text 17"/>
          <p:cNvSpPr/>
          <p:nvPr/>
        </p:nvSpPr>
        <p:spPr>
          <a:xfrm rot="0">
            <a:off x="8604792" y="3215033"/>
            <a:ext cx="288746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TCR</a:t>
            </a:r>
            <a:endParaRPr lang="en-US" sz="492" dirty="0"/>
          </a:p>
        </p:txBody>
      </p:sp>
      <p:sp>
        <p:nvSpPr>
          <p:cNvPr id="39" name="Text 18"/>
          <p:cNvSpPr/>
          <p:nvPr/>
        </p:nvSpPr>
        <p:spPr>
          <a:xfrm>
            <a:off x="8667659" y="2869489"/>
            <a:ext cx="163011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</a:t>
            </a:r>
            <a:endParaRPr lang="en-US" sz="492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8683555" y="3266821"/>
            <a:ext cx="429768" cy="259080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8174414" y="3023482"/>
            <a:ext cx="469392" cy="219456"/>
          </a:xfrm>
          <a:prstGeom prst="rect">
            <a:avLst/>
          </a:prstGeom>
        </p:spPr>
      </p:pic>
      <p:pic>
        <p:nvPicPr>
          <p:cNvPr id="42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8469851" y="3027803"/>
            <a:ext cx="204216" cy="207264"/>
          </a:xfrm>
          <a:prstGeom prst="rect">
            <a:avLst/>
          </a:prstGeom>
        </p:spPr>
      </p:pic>
      <p:pic>
        <p:nvPicPr>
          <p:cNvPr id="43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8358004" y="2869821"/>
            <a:ext cx="752856" cy="22860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8458888" y="2522527"/>
            <a:ext cx="471561" cy="2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00" b="1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mimotope</a:t>
            </a:r>
            <a:endParaRPr lang="en-US" sz="800" dirty="0"/>
          </a:p>
        </p:txBody>
      </p:sp>
      <p:pic>
        <p:nvPicPr>
          <p:cNvPr id="45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9863006" y="3088581"/>
            <a:ext cx="1420368" cy="179832"/>
          </a:xfrm>
          <a:prstGeom prst="rect">
            <a:avLst/>
          </a:prstGeom>
        </p:spPr>
      </p:pic>
      <p:pic>
        <p:nvPicPr>
          <p:cNvPr id="46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10120681" y="3050302"/>
            <a:ext cx="173736" cy="173736"/>
          </a:xfrm>
          <a:prstGeom prst="rect">
            <a:avLst/>
          </a:prstGeom>
        </p:spPr>
      </p:pic>
      <p:pic>
        <p:nvPicPr>
          <p:cNvPr id="47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10334595" y="2900680"/>
            <a:ext cx="173736" cy="173736"/>
          </a:xfrm>
          <a:prstGeom prst="rect">
            <a:avLst/>
          </a:prstGeom>
        </p:spPr>
      </p:pic>
      <p:pic>
        <p:nvPicPr>
          <p:cNvPr id="48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10288335" y="3021333"/>
            <a:ext cx="170688" cy="170688"/>
          </a:xfrm>
          <a:prstGeom prst="rect">
            <a:avLst/>
          </a:prstGeom>
        </p:spPr>
      </p:pic>
      <p:pic>
        <p:nvPicPr>
          <p:cNvPr id="49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10249465" y="3153442"/>
            <a:ext cx="170688" cy="170688"/>
          </a:xfrm>
          <a:prstGeom prst="rect">
            <a:avLst/>
          </a:prstGeom>
        </p:spPr>
      </p:pic>
      <p:pic>
        <p:nvPicPr>
          <p:cNvPr id="50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10406618" y="3184680"/>
            <a:ext cx="170688" cy="170688"/>
          </a:xfrm>
          <a:prstGeom prst="rect">
            <a:avLst/>
          </a:prstGeom>
        </p:spPr>
      </p:pic>
      <p:pic>
        <p:nvPicPr>
          <p:cNvPr id="51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10131288" y="3175129"/>
            <a:ext cx="170688" cy="170688"/>
          </a:xfrm>
          <a:prstGeom prst="rect">
            <a:avLst/>
          </a:prstGeom>
        </p:spPr>
      </p:pic>
      <p:pic>
        <p:nvPicPr>
          <p:cNvPr id="52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10024728" y="3143217"/>
            <a:ext cx="173736" cy="173736"/>
          </a:xfrm>
          <a:prstGeom prst="rect">
            <a:avLst/>
          </a:prstGeom>
        </p:spPr>
      </p:pic>
      <p:pic>
        <p:nvPicPr>
          <p:cNvPr id="53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10352719" y="3326172"/>
            <a:ext cx="170688" cy="170688"/>
          </a:xfrm>
          <a:prstGeom prst="rect">
            <a:avLst/>
          </a:prstGeom>
        </p:spPr>
      </p:pic>
      <p:pic>
        <p:nvPicPr>
          <p:cNvPr id="54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10024327" y="2943272"/>
            <a:ext cx="176784" cy="176784"/>
          </a:xfrm>
          <a:prstGeom prst="rect">
            <a:avLst/>
          </a:prstGeom>
        </p:spPr>
      </p:pic>
      <p:pic>
        <p:nvPicPr>
          <p:cNvPr id="55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10168840" y="2957131"/>
            <a:ext cx="176784" cy="176784"/>
          </a:xfrm>
          <a:prstGeom prst="rect">
            <a:avLst/>
          </a:prstGeom>
        </p:spPr>
      </p:pic>
      <p:pic>
        <p:nvPicPr>
          <p:cNvPr id="56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10392284" y="2990456"/>
            <a:ext cx="176784" cy="176784"/>
          </a:xfrm>
          <a:prstGeom prst="rect">
            <a:avLst/>
          </a:prstGeom>
        </p:spPr>
      </p:pic>
      <p:pic>
        <p:nvPicPr>
          <p:cNvPr id="57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10008781" y="3223965"/>
            <a:ext cx="176784" cy="176784"/>
          </a:xfrm>
          <a:prstGeom prst="rect">
            <a:avLst/>
          </a:prstGeom>
        </p:spPr>
      </p:pic>
      <p:pic>
        <p:nvPicPr>
          <p:cNvPr id="58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10132813" y="3285874"/>
            <a:ext cx="176784" cy="176784"/>
          </a:xfrm>
          <a:prstGeom prst="rect">
            <a:avLst/>
          </a:prstGeom>
        </p:spPr>
      </p:pic>
      <p:pic>
        <p:nvPicPr>
          <p:cNvPr id="59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10306291" y="3238688"/>
            <a:ext cx="176784" cy="176784"/>
          </a:xfrm>
          <a:prstGeom prst="rect">
            <a:avLst/>
          </a:prstGeom>
        </p:spPr>
      </p:pic>
      <p:sp>
        <p:nvSpPr>
          <p:cNvPr id="60" name="Text 20"/>
          <p:cNvSpPr/>
          <p:nvPr/>
        </p:nvSpPr>
        <p:spPr>
          <a:xfrm>
            <a:off x="10007567" y="2771899"/>
            <a:ext cx="1036558" cy="19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signaling</a:t>
            </a:r>
            <a:endParaRPr lang="en-US" sz="964" dirty="0"/>
          </a:p>
        </p:txBody>
      </p:sp>
      <p:pic>
        <p:nvPicPr>
          <p:cNvPr id="6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10651392" y="3040123"/>
            <a:ext cx="173736" cy="173736"/>
          </a:xfrm>
          <a:prstGeom prst="rect">
            <a:avLst/>
          </a:prstGeom>
        </p:spPr>
      </p:pic>
      <p:pic>
        <p:nvPicPr>
          <p:cNvPr id="62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10865306" y="2890501"/>
            <a:ext cx="173736" cy="173736"/>
          </a:xfrm>
          <a:prstGeom prst="rect">
            <a:avLst/>
          </a:prstGeom>
        </p:spPr>
      </p:pic>
      <p:pic>
        <p:nvPicPr>
          <p:cNvPr id="63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10819047" y="3011154"/>
            <a:ext cx="170688" cy="170688"/>
          </a:xfrm>
          <a:prstGeom prst="rect">
            <a:avLst/>
          </a:prstGeom>
        </p:spPr>
      </p:pic>
      <p:pic>
        <p:nvPicPr>
          <p:cNvPr id="64" name="Image 41" descr="preencoded.png">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>
            <a:off x="10780176" y="3143263"/>
            <a:ext cx="170688" cy="170688"/>
          </a:xfrm>
          <a:prstGeom prst="rect">
            <a:avLst/>
          </a:prstGeom>
        </p:spPr>
      </p:pic>
      <p:pic>
        <p:nvPicPr>
          <p:cNvPr id="65" name="Image 42" descr="preencoded.png">    </p:cNvPr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6"/>
          <a:stretch>
            <a:fillRect/>
          </a:stretch>
        </p:blipFill>
        <p:spPr>
          <a:xfrm>
            <a:off x="10937329" y="3174501"/>
            <a:ext cx="170688" cy="170688"/>
          </a:xfrm>
          <a:prstGeom prst="rect">
            <a:avLst/>
          </a:prstGeom>
        </p:spPr>
      </p:pic>
      <p:pic>
        <p:nvPicPr>
          <p:cNvPr id="66" name="Image 43" descr="preencoded.png">    </p:cNvPr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10661999" y="3164950"/>
            <a:ext cx="170688" cy="170688"/>
          </a:xfrm>
          <a:prstGeom prst="rect">
            <a:avLst/>
          </a:prstGeom>
        </p:spPr>
      </p:pic>
      <p:pic>
        <p:nvPicPr>
          <p:cNvPr id="67" name="Image 44" descr="preencoded.png">    </p:cNvPr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10555440" y="3133038"/>
            <a:ext cx="173736" cy="173736"/>
          </a:xfrm>
          <a:prstGeom prst="rect">
            <a:avLst/>
          </a:prstGeom>
        </p:spPr>
      </p:pic>
      <p:pic>
        <p:nvPicPr>
          <p:cNvPr id="68" name="Image 45" descr="preencoded.png">    </p:cNvPr>
          <p:cNvPicPr>
            <a:picLocks noChangeAspect="1"/>
          </p:cNvPicPr>
          <p:nvPr>
            <p:custDataLst>
              <p:tags r:id="rId93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10883431" y="3315993"/>
            <a:ext cx="170688" cy="170688"/>
          </a:xfrm>
          <a:prstGeom prst="rect">
            <a:avLst/>
          </a:prstGeom>
        </p:spPr>
      </p:pic>
      <p:pic>
        <p:nvPicPr>
          <p:cNvPr id="69" name="Image 46" descr="preencoded.png">    </p:cNvPr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4"/>
          <a:stretch>
            <a:fillRect/>
          </a:stretch>
        </p:blipFill>
        <p:spPr>
          <a:xfrm>
            <a:off x="10555039" y="2933093"/>
            <a:ext cx="176784" cy="176784"/>
          </a:xfrm>
          <a:prstGeom prst="rect">
            <a:avLst/>
          </a:prstGeom>
        </p:spPr>
      </p:pic>
      <p:pic>
        <p:nvPicPr>
          <p:cNvPr id="70" name="Image 47" descr="preencoded.png">    </p:cNvPr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6"/>
          <a:stretch>
            <a:fillRect/>
          </a:stretch>
        </p:blipFill>
        <p:spPr>
          <a:xfrm>
            <a:off x="10699551" y="2946952"/>
            <a:ext cx="176784" cy="176784"/>
          </a:xfrm>
          <a:prstGeom prst="rect">
            <a:avLst/>
          </a:prstGeom>
        </p:spPr>
      </p:pic>
      <p:pic>
        <p:nvPicPr>
          <p:cNvPr id="71" name="Image 48" descr="preencoded.png">    </p:cNvPr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10922996" y="2980277"/>
            <a:ext cx="176784" cy="176784"/>
          </a:xfrm>
          <a:prstGeom prst="rect">
            <a:avLst/>
          </a:prstGeom>
        </p:spPr>
      </p:pic>
      <p:pic>
        <p:nvPicPr>
          <p:cNvPr id="72" name="Image 49" descr="preencoded.png">    </p:cNvPr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10539492" y="3213786"/>
            <a:ext cx="176784" cy="176784"/>
          </a:xfrm>
          <a:prstGeom prst="rect">
            <a:avLst/>
          </a:prstGeom>
        </p:spPr>
      </p:pic>
      <p:pic>
        <p:nvPicPr>
          <p:cNvPr id="73" name="Image 50" descr="preencoded.png">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2"/>
          <a:stretch>
            <a:fillRect/>
          </a:stretch>
        </p:blipFill>
        <p:spPr>
          <a:xfrm>
            <a:off x="10663525" y="3275695"/>
            <a:ext cx="176784" cy="176784"/>
          </a:xfrm>
          <a:prstGeom prst="rect">
            <a:avLst/>
          </a:prstGeom>
        </p:spPr>
      </p:pic>
      <p:pic>
        <p:nvPicPr>
          <p:cNvPr id="74" name="Image 51" descr="preencoded.png">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4"/>
          <a:stretch>
            <a:fillRect/>
          </a:stretch>
        </p:blipFill>
        <p:spPr>
          <a:xfrm>
            <a:off x="10837002" y="3228509"/>
            <a:ext cx="176784" cy="176784"/>
          </a:xfrm>
          <a:prstGeom prst="rect">
            <a:avLst/>
          </a:prstGeom>
        </p:spPr>
      </p:pic>
      <p:sp>
        <p:nvSpPr>
          <p:cNvPr id="75" name="Text 21"/>
          <p:cNvSpPr/>
          <p:nvPr/>
        </p:nvSpPr>
        <p:spPr>
          <a:xfrm>
            <a:off x="8048438" y="2047873"/>
            <a:ext cx="1932686" cy="22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TCR stimulation</a:t>
            </a:r>
            <a:endParaRPr lang="en-US" sz="1400" dirty="0"/>
          </a:p>
        </p:txBody>
      </p:sp>
      <p:pic>
        <p:nvPicPr>
          <p:cNvPr id="76" name="Image 52" descr="preencoded.png">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8924869" y="1475094"/>
            <a:ext cx="170688" cy="569976"/>
          </a:xfrm>
          <a:prstGeom prst="rect">
            <a:avLst/>
          </a:prstGeom>
        </p:spPr>
      </p:pic>
      <p:pic>
        <p:nvPicPr>
          <p:cNvPr id="77" name="Image 53" descr="preencoded.png">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8938614" y="3717227"/>
            <a:ext cx="170688" cy="569976"/>
          </a:xfrm>
          <a:prstGeom prst="rect">
            <a:avLst/>
          </a:prstGeom>
        </p:spPr>
      </p:pic>
      <p:pic>
        <p:nvPicPr>
          <p:cNvPr id="78" name="Image 54" descr="preencoded.png">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9307385" y="4864799"/>
            <a:ext cx="1225296" cy="1222248"/>
          </a:xfrm>
          <a:prstGeom prst="rect">
            <a:avLst/>
          </a:prstGeom>
        </p:spPr>
      </p:pic>
      <p:pic>
        <p:nvPicPr>
          <p:cNvPr id="79" name="Image 55" descr="preencoded.png">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10135435" y="5372603"/>
            <a:ext cx="813816" cy="225552"/>
          </a:xfrm>
          <a:prstGeom prst="rect">
            <a:avLst/>
          </a:prstGeom>
        </p:spPr>
      </p:pic>
      <p:pic>
        <p:nvPicPr>
          <p:cNvPr id="80" name="Image 56" descr="preencoded.png">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4"/>
          <a:stretch>
            <a:fillRect/>
          </a:stretch>
        </p:blipFill>
        <p:spPr>
          <a:xfrm>
            <a:off x="8524263" y="5393627"/>
            <a:ext cx="957072" cy="164592"/>
          </a:xfrm>
          <a:prstGeom prst="rect">
            <a:avLst/>
          </a:prstGeom>
        </p:spPr>
      </p:pic>
      <p:pic>
        <p:nvPicPr>
          <p:cNvPr id="81" name="Image 57" descr="preencoded.png">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6"/>
          <a:stretch>
            <a:fillRect/>
          </a:stretch>
        </p:blipFill>
        <p:spPr>
          <a:xfrm>
            <a:off x="9995403" y="4695987"/>
            <a:ext cx="1161288" cy="35356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 r:embed="rId118"/>
          <a:stretch>
            <a:fillRect/>
          </a:stretch>
        </p:blipFill>
        <p:spPr>
          <a:xfrm>
            <a:off x="10004377" y="4630801"/>
            <a:ext cx="1075944" cy="374904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20"/>
          <a:stretch>
            <a:fillRect/>
          </a:stretch>
        </p:blipFill>
        <p:spPr>
          <a:xfrm>
            <a:off x="10079598" y="4667376"/>
            <a:ext cx="883920" cy="301752"/>
          </a:xfrm>
          <a:prstGeom prst="rect">
            <a:avLst/>
          </a:prstGeom>
        </p:spPr>
      </p:pic>
      <p:pic>
        <p:nvPicPr>
          <p:cNvPr id="84" name="Image 60" descr="preencoded.png">    </p:cNvPr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2"/>
          <a:stretch>
            <a:fillRect/>
          </a:stretch>
        </p:blipFill>
        <p:spPr>
          <a:xfrm>
            <a:off x="9995408" y="5921208"/>
            <a:ext cx="1161288" cy="353568"/>
          </a:xfrm>
          <a:prstGeom prst="rect">
            <a:avLst/>
          </a:prstGeom>
        </p:spPr>
      </p:pic>
      <p:pic>
        <p:nvPicPr>
          <p:cNvPr id="85" name="Image 61" descr="preencoded.png">    </p:cNvPr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24"/>
          <a:stretch>
            <a:fillRect/>
          </a:stretch>
        </p:blipFill>
        <p:spPr>
          <a:xfrm>
            <a:off x="10032638" y="5946428"/>
            <a:ext cx="850392" cy="384048"/>
          </a:xfrm>
          <a:prstGeom prst="rect">
            <a:avLst/>
          </a:prstGeom>
        </p:spPr>
      </p:pic>
      <p:pic>
        <p:nvPicPr>
          <p:cNvPr id="86" name="Image 62" descr="preencoded.png">    </p:cNvPr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6"/>
          <a:stretch>
            <a:fillRect/>
          </a:stretch>
        </p:blipFill>
        <p:spPr>
          <a:xfrm>
            <a:off x="10081159" y="6059446"/>
            <a:ext cx="993648" cy="249936"/>
          </a:xfrm>
          <a:prstGeom prst="rect">
            <a:avLst/>
          </a:prstGeom>
        </p:spPr>
      </p:pic>
      <p:sp>
        <p:nvSpPr>
          <p:cNvPr id="87" name="Text 22"/>
          <p:cNvSpPr/>
          <p:nvPr/>
        </p:nvSpPr>
        <p:spPr>
          <a:xfrm>
            <a:off x="10427200" y="4886394"/>
            <a:ext cx="305039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BD6D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PFN</a:t>
            </a:r>
            <a:endParaRPr lang="en-US" sz="763" dirty="0"/>
          </a:p>
        </p:txBody>
      </p:sp>
      <p:sp>
        <p:nvSpPr>
          <p:cNvPr id="88" name="Text 23"/>
          <p:cNvSpPr/>
          <p:nvPr/>
        </p:nvSpPr>
        <p:spPr>
          <a:xfrm>
            <a:off x="10427202" y="5865967"/>
            <a:ext cx="305039" cy="12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37C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IFNγ</a:t>
            </a:r>
            <a:endParaRPr lang="en-US" sz="763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>
            <p:custDataLst>
              <p:tags r:id="rId129"/>
            </p:custDataLst>
          </p:nvPr>
        </p:nvPicPr>
        <p:blipFill>
          <a:blip r:embed="rId128"/>
          <a:stretch>
            <a:fillRect/>
          </a:stretch>
        </p:blipFill>
        <p:spPr>
          <a:xfrm>
            <a:off x="6070430" y="4588251"/>
            <a:ext cx="1600200" cy="1636776"/>
          </a:xfrm>
          <a:prstGeom prst="rect">
            <a:avLst/>
          </a:prstGeom>
        </p:spPr>
      </p:pic>
      <p:sp>
        <p:nvSpPr>
          <p:cNvPr id="90" name="Text 24"/>
          <p:cNvSpPr/>
          <p:nvPr/>
        </p:nvSpPr>
        <p:spPr>
          <a:xfrm>
            <a:off x="7561597" y="5712011"/>
            <a:ext cx="305039" cy="140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C85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CD28</a:t>
            </a:r>
            <a:endParaRPr lang="en-US" sz="763" dirty="0"/>
          </a:p>
        </p:txBody>
      </p:sp>
      <p:sp>
        <p:nvSpPr>
          <p:cNvPr id="91" name="Text 25"/>
          <p:cNvSpPr/>
          <p:nvPr/>
        </p:nvSpPr>
        <p:spPr>
          <a:xfrm>
            <a:off x="7590691" y="5145210"/>
            <a:ext cx="229392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C85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TCR</a:t>
            </a:r>
            <a:endParaRPr lang="en-US" sz="763" dirty="0"/>
          </a:p>
        </p:txBody>
      </p:sp>
      <p:sp>
        <p:nvSpPr>
          <p:cNvPr id="92" name="Text 26"/>
          <p:cNvSpPr/>
          <p:nvPr/>
        </p:nvSpPr>
        <p:spPr>
          <a:xfrm>
            <a:off x="7296828" y="5702595"/>
            <a:ext cx="284339" cy="24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4C32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CD80/</a:t>
            </a:r>
            <a:endParaRPr lang="en-US" sz="763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4C32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</a:t>
            </a:r>
            <a:endParaRPr lang="en-US" sz="763" dirty="0"/>
          </a:p>
        </p:txBody>
      </p:sp>
      <p:sp>
        <p:nvSpPr>
          <p:cNvPr id="93" name="Text 27"/>
          <p:cNvSpPr/>
          <p:nvPr/>
        </p:nvSpPr>
        <p:spPr>
          <a:xfrm>
            <a:off x="6565088" y="6291885"/>
            <a:ext cx="676924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Dendritic cell</a:t>
            </a:r>
            <a:endParaRPr lang="en-US" sz="763" dirty="0"/>
          </a:p>
        </p:txBody>
      </p:sp>
      <p:sp>
        <p:nvSpPr>
          <p:cNvPr id="94" name="Text 28"/>
          <p:cNvSpPr/>
          <p:nvPr/>
        </p:nvSpPr>
        <p:spPr>
          <a:xfrm>
            <a:off x="7274427" y="5145208"/>
            <a:ext cx="305039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4C32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MHC I</a:t>
            </a:r>
            <a:endParaRPr lang="en-US" sz="763" dirty="0"/>
          </a:p>
        </p:txBody>
      </p:sp>
      <p:sp>
        <p:nvSpPr>
          <p:cNvPr id="95" name="Text 29"/>
          <p:cNvSpPr/>
          <p:nvPr/>
        </p:nvSpPr>
        <p:spPr>
          <a:xfrm>
            <a:off x="8001267" y="6240657"/>
            <a:ext cx="371403" cy="2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cell (naïve)</a:t>
            </a:r>
            <a:endParaRPr lang="en-US" sz="763" dirty="0"/>
          </a:p>
        </p:txBody>
      </p:sp>
      <p:sp>
        <p:nvSpPr>
          <p:cNvPr id="96" name="Text 30"/>
          <p:cNvSpPr/>
          <p:nvPr/>
        </p:nvSpPr>
        <p:spPr>
          <a:xfrm>
            <a:off x="9653432" y="6249919"/>
            <a:ext cx="463840" cy="2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cell (effector)</a:t>
            </a:r>
            <a:endParaRPr lang="en-US" sz="763" dirty="0"/>
          </a:p>
        </p:txBody>
      </p:sp>
      <p:sp>
        <p:nvSpPr>
          <p:cNvPr id="97" name="Text 31"/>
          <p:cNvSpPr/>
          <p:nvPr/>
        </p:nvSpPr>
        <p:spPr>
          <a:xfrm>
            <a:off x="11133595" y="6240657"/>
            <a:ext cx="562879" cy="2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8C43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Cancer cell death</a:t>
            </a:r>
            <a:endParaRPr lang="en-US" sz="763" dirty="0"/>
          </a:p>
        </p:txBody>
      </p:sp>
      <p:sp>
        <p:nvSpPr>
          <p:cNvPr id="98" name="Text 32"/>
          <p:cNvSpPr/>
          <p:nvPr/>
        </p:nvSpPr>
        <p:spPr>
          <a:xfrm>
            <a:off x="6571244" y="4611038"/>
            <a:ext cx="838052" cy="25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70488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Germinal centre</a:t>
            </a:r>
            <a:endParaRPr lang="en-US" sz="850" dirty="0"/>
          </a:p>
        </p:txBody>
      </p:sp>
      <p:sp>
        <p:nvSpPr>
          <p:cNvPr id="99" name="Text 33"/>
          <p:cNvSpPr/>
          <p:nvPr/>
        </p:nvSpPr>
        <p:spPr>
          <a:xfrm>
            <a:off x="11306155" y="4607445"/>
            <a:ext cx="539836" cy="25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E283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 site</a:t>
            </a:r>
            <a:endParaRPr lang="en-US" sz="850" dirty="0"/>
          </a:p>
        </p:txBody>
      </p:sp>
      <p:sp>
        <p:nvSpPr>
          <p:cNvPr id="100" name="Text 34"/>
          <p:cNvSpPr/>
          <p:nvPr/>
        </p:nvSpPr>
        <p:spPr>
          <a:xfrm>
            <a:off x="8721085" y="5072307"/>
            <a:ext cx="572567" cy="36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Activation,</a:t>
            </a:r>
            <a:endParaRPr lang="en-US" sz="763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proliferation,</a:t>
            </a:r>
            <a:endParaRPr lang="en-US" sz="763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migration</a:t>
            </a:r>
            <a:endParaRPr lang="en-US" sz="763" dirty="0"/>
          </a:p>
        </p:txBody>
      </p:sp>
      <p:sp>
        <p:nvSpPr>
          <p:cNvPr id="101" name="Text 35"/>
          <p:cNvSpPr/>
          <p:nvPr/>
        </p:nvSpPr>
        <p:spPr>
          <a:xfrm>
            <a:off x="10427198" y="5006655"/>
            <a:ext cx="299659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dirty="0">
                <a:solidFill>
                  <a:srgbClr val="885D9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GzmB</a:t>
            </a:r>
            <a:endParaRPr lang="en-US" sz="763" dirty="0"/>
          </a:p>
        </p:txBody>
      </p:sp>
      <p:sp>
        <p:nvSpPr>
          <p:cNvPr id="102" name="Text 36"/>
          <p:cNvSpPr/>
          <p:nvPr/>
        </p:nvSpPr>
        <p:spPr>
          <a:xfrm>
            <a:off x="10453906" y="5996921"/>
            <a:ext cx="253441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dirty="0">
                <a:solidFill>
                  <a:srgbClr val="2F8C45">
                    <a:alpha val="74902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TNFα</a:t>
            </a:r>
            <a:endParaRPr lang="en-US" sz="763" dirty="0"/>
          </a:p>
        </p:txBody>
      </p:sp>
      <p:pic>
        <p:nvPicPr>
          <p:cNvPr id="103" name="Image 64" descr="preencoded.png">    </p:cNvPr>
          <p:cNvPicPr>
            <a:picLocks noChangeAspect="1"/>
          </p:cNvPicPr>
          <p:nvPr>
            <p:custDataLst>
              <p:tags r:id="rId131"/>
            </p:custDataLst>
          </p:nvPr>
        </p:nvPicPr>
        <p:blipFill>
          <a:blip r:embed="rId130"/>
          <a:stretch>
            <a:fillRect/>
          </a:stretch>
        </p:blipFill>
        <p:spPr>
          <a:xfrm>
            <a:off x="7754149" y="5051319"/>
            <a:ext cx="856488" cy="880872"/>
          </a:xfrm>
          <a:prstGeom prst="rect">
            <a:avLst/>
          </a:prstGeom>
        </p:spPr>
      </p:pic>
      <p:pic>
        <p:nvPicPr>
          <p:cNvPr id="104" name="Image 65" descr="preencoded.png">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132"/>
          <a:stretch>
            <a:fillRect/>
          </a:stretch>
        </p:blipFill>
        <p:spPr>
          <a:xfrm>
            <a:off x="7108953" y="5280905"/>
            <a:ext cx="813816" cy="225552"/>
          </a:xfrm>
          <a:prstGeom prst="rect">
            <a:avLst/>
          </a:prstGeom>
        </p:spPr>
      </p:pic>
      <p:pic>
        <p:nvPicPr>
          <p:cNvPr id="105" name="Image 66" descr="preencoded.png">    </p:cNvPr>
          <p:cNvPicPr>
            <a:picLocks noChangeAspect="1"/>
          </p:cNvPicPr>
          <p:nvPr>
            <p:custDataLst>
              <p:tags r:id="rId135"/>
            </p:custDataLst>
          </p:nvPr>
        </p:nvPicPr>
        <p:blipFill>
          <a:blip r:embed="rId134"/>
          <a:stretch>
            <a:fillRect/>
          </a:stretch>
        </p:blipFill>
        <p:spPr>
          <a:xfrm>
            <a:off x="7131830" y="5472902"/>
            <a:ext cx="774192" cy="225552"/>
          </a:xfrm>
          <a:prstGeom prst="rect">
            <a:avLst/>
          </a:prstGeom>
        </p:spPr>
      </p:pic>
      <p:pic>
        <p:nvPicPr>
          <p:cNvPr id="106" name="Image 67" descr="preencoded.png">    </p:cNvPr>
          <p:cNvPicPr>
            <a:picLocks noChangeAspect="1"/>
          </p:cNvPicPr>
          <p:nvPr>
            <p:custDataLst>
              <p:tags r:id="rId137"/>
            </p:custDataLst>
          </p:nvPr>
        </p:nvPicPr>
        <p:blipFill>
          <a:blip r:embed="rId136"/>
          <a:stretch>
            <a:fillRect/>
          </a:stretch>
        </p:blipFill>
        <p:spPr>
          <a:xfrm>
            <a:off x="10872777" y="4917607"/>
            <a:ext cx="1097280" cy="1121664"/>
          </a:xfrm>
          <a:prstGeom prst="rect">
            <a:avLst/>
          </a:prstGeom>
        </p:spPr>
      </p:pic>
      <p:sp>
        <p:nvSpPr>
          <p:cNvPr id="107" name="Text 37"/>
          <p:cNvSpPr/>
          <p:nvPr/>
        </p:nvSpPr>
        <p:spPr>
          <a:xfrm>
            <a:off x="8062182" y="4364810"/>
            <a:ext cx="1932686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Cross-recognition of the native tumor peptide</a:t>
            </a:r>
            <a:endParaRPr lang="en-US" sz="1400" dirty="0"/>
          </a:p>
        </p:txBody>
      </p:sp>
      <p:sp>
        <p:nvSpPr>
          <p:cNvPr id="108" name="Text 38"/>
          <p:cNvSpPr/>
          <p:nvPr/>
        </p:nvSpPr>
        <p:spPr>
          <a:xfrm>
            <a:off x="10353407" y="5140434"/>
            <a:ext cx="471561" cy="2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00" b="1" dirty="0">
                <a:solidFill>
                  <a:srgbClr val="C038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peptide</a:t>
            </a:r>
            <a:endParaRPr lang="en-US" sz="800" dirty="0"/>
          </a:p>
        </p:txBody>
      </p:sp>
      <p:pic>
        <p:nvPicPr>
          <p:cNvPr id="109" name="Image 68" descr="preencoded.png">    </p:cNvPr>
          <p:cNvPicPr>
            <a:picLocks noChangeAspect="1"/>
          </p:cNvPicPr>
          <p:nvPr>
            <p:custDataLst>
              <p:tags r:id="rId139"/>
            </p:custDataLst>
          </p:nvPr>
        </p:nvPicPr>
        <p:blipFill>
          <a:blip r:embed="rId138"/>
          <a:stretch>
            <a:fillRect/>
          </a:stretch>
        </p:blipFill>
        <p:spPr>
          <a:xfrm>
            <a:off x="7407850" y="4965449"/>
            <a:ext cx="286512" cy="463296"/>
          </a:xfrm>
          <a:prstGeom prst="rect">
            <a:avLst/>
          </a:prstGeom>
        </p:spPr>
      </p:pic>
      <p:sp>
        <p:nvSpPr>
          <p:cNvPr id="110" name="Text 39"/>
          <p:cNvSpPr/>
          <p:nvPr/>
        </p:nvSpPr>
        <p:spPr>
          <a:xfrm>
            <a:off x="7417896" y="4801725"/>
            <a:ext cx="471561" cy="2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00" b="1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mimotope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2931" y="492667"/>
            <a:ext cx="1451278" cy="49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7790"/>
              </a:lnSpc>
              <a:buNone/>
            </a:pPr>
            <a:r>
              <a:rPr lang="en-US" sz="3199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199" dirty="0"/>
          </a:p>
        </p:txBody>
      </p:sp>
      <p:sp>
        <p:nvSpPr>
          <p:cNvPr id="3" name="Text 1"/>
          <p:cNvSpPr/>
          <p:nvPr/>
        </p:nvSpPr>
        <p:spPr>
          <a:xfrm>
            <a:off x="2546304" y="299352"/>
            <a:ext cx="7109734" cy="44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 antigens are often poor immunogens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7270" y="865115"/>
            <a:ext cx="1882592" cy="43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Tumor-derived peptide presented on MHC-I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06070" y="1206003"/>
            <a:ext cx="1450848" cy="171907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6348" y="5152862"/>
            <a:ext cx="1408176" cy="142951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39894" y="3960521"/>
            <a:ext cx="1021080" cy="1033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6314" y="4305355"/>
            <a:ext cx="427372" cy="29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b="1" dirty="0">
                <a:solidFill>
                  <a:srgbClr val="614B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 cell</a:t>
            </a:r>
            <a:endParaRPr lang="en-US" sz="964" dirty="0"/>
          </a:p>
        </p:txBody>
      </p:sp>
      <p:sp>
        <p:nvSpPr>
          <p:cNvPr id="9" name="Text 4"/>
          <p:cNvSpPr/>
          <p:nvPr/>
        </p:nvSpPr>
        <p:spPr>
          <a:xfrm>
            <a:off x="1870246" y="4981721"/>
            <a:ext cx="679111" cy="15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MHC class I</a:t>
            </a:r>
            <a:endParaRPr lang="en-US" sz="964" dirty="0"/>
          </a:p>
        </p:txBody>
      </p:sp>
      <p:sp>
        <p:nvSpPr>
          <p:cNvPr id="10" name="Text 5"/>
          <p:cNvSpPr/>
          <p:nvPr/>
        </p:nvSpPr>
        <p:spPr>
          <a:xfrm>
            <a:off x="1874161" y="5196582"/>
            <a:ext cx="257457" cy="15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TCR</a:t>
            </a:r>
            <a:endParaRPr lang="en-US" sz="96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47793" y="4772772"/>
            <a:ext cx="231648" cy="853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2207" y="5703166"/>
            <a:ext cx="581643" cy="29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b="1" dirty="0">
                <a:solidFill>
                  <a:srgbClr val="3A68A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Cytotoxic T cell</a:t>
            </a:r>
            <a:endParaRPr lang="en-US" sz="964" dirty="0"/>
          </a:p>
        </p:txBody>
      </p:sp>
      <p:sp>
        <p:nvSpPr>
          <p:cNvPr id="13" name="Text 7"/>
          <p:cNvSpPr/>
          <p:nvPr/>
        </p:nvSpPr>
        <p:spPr>
          <a:xfrm>
            <a:off x="896575" y="3545650"/>
            <a:ext cx="1882592" cy="43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CD8+ T-cell Activation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12518" y="5739621"/>
            <a:ext cx="173736" cy="17373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42388" y="5866842"/>
            <a:ext cx="167640" cy="16764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02226" y="5745666"/>
            <a:ext cx="170688" cy="170688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319690" y="5772107"/>
            <a:ext cx="176784" cy="176784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366878" y="5866150"/>
            <a:ext cx="176784" cy="176784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236403" y="5635677"/>
            <a:ext cx="902208" cy="53035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2237806" y="5484450"/>
            <a:ext cx="867706" cy="2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signaling</a:t>
            </a:r>
            <a:endParaRPr lang="en-US" sz="964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747952" y="2825317"/>
            <a:ext cx="170688" cy="643128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2952387" y="2288963"/>
            <a:ext cx="3833431" cy="2314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tumor antigens are </a:t>
            </a:r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self-antigens</a:t>
            </a:r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differ only slightly from self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High-affinity T cells recognizing these peptides are often deleted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 when peptide presentation occurs, the immune response can be weak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limits vaccine efficacy 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6530226" y="1251357"/>
            <a:ext cx="2194560" cy="295656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311967" y="1242215"/>
            <a:ext cx="2203704" cy="313944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7012816" y="915248"/>
            <a:ext cx="1238528" cy="22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C038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peptide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9620215" y="915247"/>
            <a:ext cx="1596341" cy="22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mimotope</a:t>
            </a:r>
            <a:endParaRPr lang="en-US" sz="14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725220" y="1313843"/>
            <a:ext cx="569976" cy="170688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53244" y="2660766"/>
            <a:ext cx="478536" cy="509016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931539" y="2677162"/>
            <a:ext cx="981456" cy="1005840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6831910" y="2183750"/>
            <a:ext cx="2182368" cy="2191512"/>
          </a:xfrm>
          <a:prstGeom prst="rect">
            <a:avLst/>
          </a:prstGeom>
        </p:spPr>
      </p:pic>
      <p:pic>
        <p:nvPicPr>
          <p:cNvPr id="31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8551504" y="3022556"/>
            <a:ext cx="569976" cy="216408"/>
          </a:xfrm>
          <a:prstGeom prst="rect">
            <a:avLst/>
          </a:prstGeom>
        </p:spPr>
      </p:pic>
      <p:pic>
        <p:nvPicPr>
          <p:cNvPr id="32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8164951" y="3286498"/>
            <a:ext cx="603504" cy="222504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7461356" y="2355811"/>
            <a:ext cx="766433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Dendritic cell</a:t>
            </a:r>
            <a:endParaRPr lang="en-US" sz="850" dirty="0"/>
          </a:p>
        </p:txBody>
      </p:sp>
      <p:sp>
        <p:nvSpPr>
          <p:cNvPr id="34" name="Text 13"/>
          <p:cNvSpPr/>
          <p:nvPr/>
        </p:nvSpPr>
        <p:spPr>
          <a:xfrm>
            <a:off x="9069510" y="2355807"/>
            <a:ext cx="81457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5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Cytotoxic T cell</a:t>
            </a:r>
            <a:endParaRPr lang="en-US" sz="850" dirty="0"/>
          </a:p>
        </p:txBody>
      </p:sp>
      <p:sp>
        <p:nvSpPr>
          <p:cNvPr id="35" name="Text 14"/>
          <p:cNvSpPr/>
          <p:nvPr/>
        </p:nvSpPr>
        <p:spPr>
          <a:xfrm rot="0">
            <a:off x="8396317" y="3215033"/>
            <a:ext cx="210198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MHC-I</a:t>
            </a:r>
            <a:endParaRPr lang="en-US" sz="492" dirty="0"/>
          </a:p>
        </p:txBody>
      </p:sp>
      <p:sp>
        <p:nvSpPr>
          <p:cNvPr id="36" name="Text 15"/>
          <p:cNvSpPr/>
          <p:nvPr/>
        </p:nvSpPr>
        <p:spPr>
          <a:xfrm>
            <a:off x="8438349" y="3480560"/>
            <a:ext cx="288746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CD80</a:t>
            </a:r>
            <a:endParaRPr lang="en-US" sz="492" dirty="0"/>
          </a:p>
        </p:txBody>
      </p:sp>
      <p:sp>
        <p:nvSpPr>
          <p:cNvPr id="37" name="Text 16"/>
          <p:cNvSpPr/>
          <p:nvPr/>
        </p:nvSpPr>
        <p:spPr>
          <a:xfrm rot="0">
            <a:off x="8766123" y="3481278"/>
            <a:ext cx="288746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CD28</a:t>
            </a:r>
            <a:endParaRPr lang="en-US" sz="492" dirty="0"/>
          </a:p>
        </p:txBody>
      </p:sp>
      <p:sp>
        <p:nvSpPr>
          <p:cNvPr id="38" name="Text 17"/>
          <p:cNvSpPr/>
          <p:nvPr/>
        </p:nvSpPr>
        <p:spPr>
          <a:xfrm rot="0">
            <a:off x="8604792" y="3215033"/>
            <a:ext cx="288746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TCR</a:t>
            </a:r>
            <a:endParaRPr lang="en-US" sz="492" dirty="0"/>
          </a:p>
        </p:txBody>
      </p:sp>
      <p:sp>
        <p:nvSpPr>
          <p:cNvPr id="39" name="Text 18"/>
          <p:cNvSpPr/>
          <p:nvPr/>
        </p:nvSpPr>
        <p:spPr>
          <a:xfrm>
            <a:off x="8667659" y="2869489"/>
            <a:ext cx="163011" cy="8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492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</a:t>
            </a:r>
            <a:endParaRPr lang="en-US" sz="492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8683555" y="3266821"/>
            <a:ext cx="429768" cy="259080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8174414" y="3023482"/>
            <a:ext cx="469392" cy="219456"/>
          </a:xfrm>
          <a:prstGeom prst="rect">
            <a:avLst/>
          </a:prstGeom>
        </p:spPr>
      </p:pic>
      <p:pic>
        <p:nvPicPr>
          <p:cNvPr id="42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8469851" y="3027803"/>
            <a:ext cx="204216" cy="207264"/>
          </a:xfrm>
          <a:prstGeom prst="rect">
            <a:avLst/>
          </a:prstGeom>
        </p:spPr>
      </p:pic>
      <p:pic>
        <p:nvPicPr>
          <p:cNvPr id="43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8358004" y="2869821"/>
            <a:ext cx="752856" cy="22860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8458888" y="2522527"/>
            <a:ext cx="471561" cy="2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00" b="1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mimotope</a:t>
            </a:r>
            <a:endParaRPr lang="en-US" sz="800" dirty="0"/>
          </a:p>
        </p:txBody>
      </p:sp>
      <p:pic>
        <p:nvPicPr>
          <p:cNvPr id="45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9863006" y="3088581"/>
            <a:ext cx="1420368" cy="179832"/>
          </a:xfrm>
          <a:prstGeom prst="rect">
            <a:avLst/>
          </a:prstGeom>
        </p:spPr>
      </p:pic>
      <p:pic>
        <p:nvPicPr>
          <p:cNvPr id="46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10120681" y="3050302"/>
            <a:ext cx="173736" cy="173736"/>
          </a:xfrm>
          <a:prstGeom prst="rect">
            <a:avLst/>
          </a:prstGeom>
        </p:spPr>
      </p:pic>
      <p:pic>
        <p:nvPicPr>
          <p:cNvPr id="47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10334595" y="2900680"/>
            <a:ext cx="173736" cy="173736"/>
          </a:xfrm>
          <a:prstGeom prst="rect">
            <a:avLst/>
          </a:prstGeom>
        </p:spPr>
      </p:pic>
      <p:pic>
        <p:nvPicPr>
          <p:cNvPr id="48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10288335" y="3021333"/>
            <a:ext cx="170688" cy="170688"/>
          </a:xfrm>
          <a:prstGeom prst="rect">
            <a:avLst/>
          </a:prstGeom>
        </p:spPr>
      </p:pic>
      <p:pic>
        <p:nvPicPr>
          <p:cNvPr id="49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10249465" y="3153442"/>
            <a:ext cx="170688" cy="170688"/>
          </a:xfrm>
          <a:prstGeom prst="rect">
            <a:avLst/>
          </a:prstGeom>
        </p:spPr>
      </p:pic>
      <p:pic>
        <p:nvPicPr>
          <p:cNvPr id="50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10406618" y="3184680"/>
            <a:ext cx="170688" cy="170688"/>
          </a:xfrm>
          <a:prstGeom prst="rect">
            <a:avLst/>
          </a:prstGeom>
        </p:spPr>
      </p:pic>
      <p:pic>
        <p:nvPicPr>
          <p:cNvPr id="51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10131288" y="3175129"/>
            <a:ext cx="170688" cy="170688"/>
          </a:xfrm>
          <a:prstGeom prst="rect">
            <a:avLst/>
          </a:prstGeom>
        </p:spPr>
      </p:pic>
      <p:pic>
        <p:nvPicPr>
          <p:cNvPr id="52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10024728" y="3143217"/>
            <a:ext cx="173736" cy="173736"/>
          </a:xfrm>
          <a:prstGeom prst="rect">
            <a:avLst/>
          </a:prstGeom>
        </p:spPr>
      </p:pic>
      <p:pic>
        <p:nvPicPr>
          <p:cNvPr id="53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10352719" y="3326172"/>
            <a:ext cx="170688" cy="170688"/>
          </a:xfrm>
          <a:prstGeom prst="rect">
            <a:avLst/>
          </a:prstGeom>
        </p:spPr>
      </p:pic>
      <p:pic>
        <p:nvPicPr>
          <p:cNvPr id="54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10024327" y="2943272"/>
            <a:ext cx="176784" cy="176784"/>
          </a:xfrm>
          <a:prstGeom prst="rect">
            <a:avLst/>
          </a:prstGeom>
        </p:spPr>
      </p:pic>
      <p:pic>
        <p:nvPicPr>
          <p:cNvPr id="55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10168840" y="2957131"/>
            <a:ext cx="176784" cy="176784"/>
          </a:xfrm>
          <a:prstGeom prst="rect">
            <a:avLst/>
          </a:prstGeom>
        </p:spPr>
      </p:pic>
      <p:pic>
        <p:nvPicPr>
          <p:cNvPr id="56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10392284" y="2990456"/>
            <a:ext cx="176784" cy="176784"/>
          </a:xfrm>
          <a:prstGeom prst="rect">
            <a:avLst/>
          </a:prstGeom>
        </p:spPr>
      </p:pic>
      <p:pic>
        <p:nvPicPr>
          <p:cNvPr id="57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10008781" y="3223965"/>
            <a:ext cx="176784" cy="176784"/>
          </a:xfrm>
          <a:prstGeom prst="rect">
            <a:avLst/>
          </a:prstGeom>
        </p:spPr>
      </p:pic>
      <p:pic>
        <p:nvPicPr>
          <p:cNvPr id="58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10132813" y="3285874"/>
            <a:ext cx="176784" cy="176784"/>
          </a:xfrm>
          <a:prstGeom prst="rect">
            <a:avLst/>
          </a:prstGeom>
        </p:spPr>
      </p:pic>
      <p:pic>
        <p:nvPicPr>
          <p:cNvPr id="59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10306291" y="3238688"/>
            <a:ext cx="176784" cy="176784"/>
          </a:xfrm>
          <a:prstGeom prst="rect">
            <a:avLst/>
          </a:prstGeom>
        </p:spPr>
      </p:pic>
      <p:sp>
        <p:nvSpPr>
          <p:cNvPr id="60" name="Text 20"/>
          <p:cNvSpPr/>
          <p:nvPr/>
        </p:nvSpPr>
        <p:spPr>
          <a:xfrm>
            <a:off x="10007567" y="2771899"/>
            <a:ext cx="1036558" cy="19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64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signaling</a:t>
            </a:r>
            <a:endParaRPr lang="en-US" sz="964" dirty="0"/>
          </a:p>
        </p:txBody>
      </p:sp>
      <p:pic>
        <p:nvPicPr>
          <p:cNvPr id="6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10651392" y="3040123"/>
            <a:ext cx="173736" cy="173736"/>
          </a:xfrm>
          <a:prstGeom prst="rect">
            <a:avLst/>
          </a:prstGeom>
        </p:spPr>
      </p:pic>
      <p:pic>
        <p:nvPicPr>
          <p:cNvPr id="62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10865306" y="2890501"/>
            <a:ext cx="173736" cy="173736"/>
          </a:xfrm>
          <a:prstGeom prst="rect">
            <a:avLst/>
          </a:prstGeom>
        </p:spPr>
      </p:pic>
      <p:pic>
        <p:nvPicPr>
          <p:cNvPr id="63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10819047" y="3011154"/>
            <a:ext cx="170688" cy="170688"/>
          </a:xfrm>
          <a:prstGeom prst="rect">
            <a:avLst/>
          </a:prstGeom>
        </p:spPr>
      </p:pic>
      <p:pic>
        <p:nvPicPr>
          <p:cNvPr id="64" name="Image 41" descr="preencoded.png">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>
            <a:off x="10780176" y="3143263"/>
            <a:ext cx="170688" cy="170688"/>
          </a:xfrm>
          <a:prstGeom prst="rect">
            <a:avLst/>
          </a:prstGeom>
        </p:spPr>
      </p:pic>
      <p:pic>
        <p:nvPicPr>
          <p:cNvPr id="65" name="Image 42" descr="preencoded.png">    </p:cNvPr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6"/>
          <a:stretch>
            <a:fillRect/>
          </a:stretch>
        </p:blipFill>
        <p:spPr>
          <a:xfrm>
            <a:off x="10937329" y="3174501"/>
            <a:ext cx="170688" cy="170688"/>
          </a:xfrm>
          <a:prstGeom prst="rect">
            <a:avLst/>
          </a:prstGeom>
        </p:spPr>
      </p:pic>
      <p:pic>
        <p:nvPicPr>
          <p:cNvPr id="66" name="Image 43" descr="preencoded.png">    </p:cNvPr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10661999" y="3164950"/>
            <a:ext cx="170688" cy="170688"/>
          </a:xfrm>
          <a:prstGeom prst="rect">
            <a:avLst/>
          </a:prstGeom>
        </p:spPr>
      </p:pic>
      <p:pic>
        <p:nvPicPr>
          <p:cNvPr id="67" name="Image 44" descr="preencoded.png">    </p:cNvPr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10555440" y="3133038"/>
            <a:ext cx="173736" cy="173736"/>
          </a:xfrm>
          <a:prstGeom prst="rect">
            <a:avLst/>
          </a:prstGeom>
        </p:spPr>
      </p:pic>
      <p:pic>
        <p:nvPicPr>
          <p:cNvPr id="68" name="Image 45" descr="preencoded.png">    </p:cNvPr>
          <p:cNvPicPr>
            <a:picLocks noChangeAspect="1"/>
          </p:cNvPicPr>
          <p:nvPr>
            <p:custDataLst>
              <p:tags r:id="rId93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10883431" y="3315993"/>
            <a:ext cx="170688" cy="170688"/>
          </a:xfrm>
          <a:prstGeom prst="rect">
            <a:avLst/>
          </a:prstGeom>
        </p:spPr>
      </p:pic>
      <p:pic>
        <p:nvPicPr>
          <p:cNvPr id="69" name="Image 46" descr="preencoded.png">    </p:cNvPr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4"/>
          <a:stretch>
            <a:fillRect/>
          </a:stretch>
        </p:blipFill>
        <p:spPr>
          <a:xfrm>
            <a:off x="10555039" y="2933093"/>
            <a:ext cx="176784" cy="176784"/>
          </a:xfrm>
          <a:prstGeom prst="rect">
            <a:avLst/>
          </a:prstGeom>
        </p:spPr>
      </p:pic>
      <p:pic>
        <p:nvPicPr>
          <p:cNvPr id="70" name="Image 47" descr="preencoded.png">    </p:cNvPr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6"/>
          <a:stretch>
            <a:fillRect/>
          </a:stretch>
        </p:blipFill>
        <p:spPr>
          <a:xfrm>
            <a:off x="10699551" y="2946952"/>
            <a:ext cx="176784" cy="176784"/>
          </a:xfrm>
          <a:prstGeom prst="rect">
            <a:avLst/>
          </a:prstGeom>
        </p:spPr>
      </p:pic>
      <p:pic>
        <p:nvPicPr>
          <p:cNvPr id="71" name="Image 48" descr="preencoded.png">    </p:cNvPr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10922996" y="2980277"/>
            <a:ext cx="176784" cy="176784"/>
          </a:xfrm>
          <a:prstGeom prst="rect">
            <a:avLst/>
          </a:prstGeom>
        </p:spPr>
      </p:pic>
      <p:pic>
        <p:nvPicPr>
          <p:cNvPr id="72" name="Image 49" descr="preencoded.png">    </p:cNvPr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10539492" y="3213786"/>
            <a:ext cx="176784" cy="176784"/>
          </a:xfrm>
          <a:prstGeom prst="rect">
            <a:avLst/>
          </a:prstGeom>
        </p:spPr>
      </p:pic>
      <p:pic>
        <p:nvPicPr>
          <p:cNvPr id="73" name="Image 50" descr="preencoded.png">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2"/>
          <a:stretch>
            <a:fillRect/>
          </a:stretch>
        </p:blipFill>
        <p:spPr>
          <a:xfrm>
            <a:off x="10663525" y="3275695"/>
            <a:ext cx="176784" cy="176784"/>
          </a:xfrm>
          <a:prstGeom prst="rect">
            <a:avLst/>
          </a:prstGeom>
        </p:spPr>
      </p:pic>
      <p:pic>
        <p:nvPicPr>
          <p:cNvPr id="74" name="Image 51" descr="preencoded.png">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4"/>
          <a:stretch>
            <a:fillRect/>
          </a:stretch>
        </p:blipFill>
        <p:spPr>
          <a:xfrm>
            <a:off x="10837002" y="3228509"/>
            <a:ext cx="176784" cy="176784"/>
          </a:xfrm>
          <a:prstGeom prst="rect">
            <a:avLst/>
          </a:prstGeom>
        </p:spPr>
      </p:pic>
      <p:sp>
        <p:nvSpPr>
          <p:cNvPr id="75" name="Text 21"/>
          <p:cNvSpPr/>
          <p:nvPr/>
        </p:nvSpPr>
        <p:spPr>
          <a:xfrm>
            <a:off x="8048438" y="2047873"/>
            <a:ext cx="1932686" cy="22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TCR stimulation</a:t>
            </a:r>
            <a:endParaRPr lang="en-US" sz="1400" dirty="0"/>
          </a:p>
        </p:txBody>
      </p:sp>
      <p:pic>
        <p:nvPicPr>
          <p:cNvPr id="76" name="Image 52" descr="preencoded.png">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8924869" y="1475094"/>
            <a:ext cx="170688" cy="569976"/>
          </a:xfrm>
          <a:prstGeom prst="rect">
            <a:avLst/>
          </a:prstGeom>
        </p:spPr>
      </p:pic>
      <p:pic>
        <p:nvPicPr>
          <p:cNvPr id="77" name="Image 53" descr="preencoded.png">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8938614" y="3717227"/>
            <a:ext cx="170688" cy="569976"/>
          </a:xfrm>
          <a:prstGeom prst="rect">
            <a:avLst/>
          </a:prstGeom>
        </p:spPr>
      </p:pic>
      <p:pic>
        <p:nvPicPr>
          <p:cNvPr id="78" name="Image 54" descr="preencoded.png">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9307385" y="4864799"/>
            <a:ext cx="1225296" cy="1222248"/>
          </a:xfrm>
          <a:prstGeom prst="rect">
            <a:avLst/>
          </a:prstGeom>
        </p:spPr>
      </p:pic>
      <p:pic>
        <p:nvPicPr>
          <p:cNvPr id="79" name="Image 55" descr="preencoded.png">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10135435" y="5372603"/>
            <a:ext cx="813816" cy="225552"/>
          </a:xfrm>
          <a:prstGeom prst="rect">
            <a:avLst/>
          </a:prstGeom>
        </p:spPr>
      </p:pic>
      <p:pic>
        <p:nvPicPr>
          <p:cNvPr id="80" name="Image 56" descr="preencoded.png">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4"/>
          <a:stretch>
            <a:fillRect/>
          </a:stretch>
        </p:blipFill>
        <p:spPr>
          <a:xfrm>
            <a:off x="8524263" y="5393627"/>
            <a:ext cx="957072" cy="164592"/>
          </a:xfrm>
          <a:prstGeom prst="rect">
            <a:avLst/>
          </a:prstGeom>
        </p:spPr>
      </p:pic>
      <p:pic>
        <p:nvPicPr>
          <p:cNvPr id="81" name="Image 57" descr="preencoded.png">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6"/>
          <a:stretch>
            <a:fillRect/>
          </a:stretch>
        </p:blipFill>
        <p:spPr>
          <a:xfrm>
            <a:off x="9995403" y="4695987"/>
            <a:ext cx="1161288" cy="35356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 r:embed="rId118"/>
          <a:stretch>
            <a:fillRect/>
          </a:stretch>
        </p:blipFill>
        <p:spPr>
          <a:xfrm>
            <a:off x="10004377" y="4630801"/>
            <a:ext cx="1075944" cy="374904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20"/>
          <a:stretch>
            <a:fillRect/>
          </a:stretch>
        </p:blipFill>
        <p:spPr>
          <a:xfrm>
            <a:off x="10079598" y="4667376"/>
            <a:ext cx="883920" cy="301752"/>
          </a:xfrm>
          <a:prstGeom prst="rect">
            <a:avLst/>
          </a:prstGeom>
        </p:spPr>
      </p:pic>
      <p:pic>
        <p:nvPicPr>
          <p:cNvPr id="84" name="Image 60" descr="preencoded.png">    </p:cNvPr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2"/>
          <a:stretch>
            <a:fillRect/>
          </a:stretch>
        </p:blipFill>
        <p:spPr>
          <a:xfrm>
            <a:off x="9995408" y="5921208"/>
            <a:ext cx="1161288" cy="353568"/>
          </a:xfrm>
          <a:prstGeom prst="rect">
            <a:avLst/>
          </a:prstGeom>
        </p:spPr>
      </p:pic>
      <p:pic>
        <p:nvPicPr>
          <p:cNvPr id="85" name="Image 61" descr="preencoded.png">    </p:cNvPr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24"/>
          <a:stretch>
            <a:fillRect/>
          </a:stretch>
        </p:blipFill>
        <p:spPr>
          <a:xfrm>
            <a:off x="10032638" y="5946428"/>
            <a:ext cx="850392" cy="384048"/>
          </a:xfrm>
          <a:prstGeom prst="rect">
            <a:avLst/>
          </a:prstGeom>
        </p:spPr>
      </p:pic>
      <p:pic>
        <p:nvPicPr>
          <p:cNvPr id="86" name="Image 62" descr="preencoded.png">    </p:cNvPr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6"/>
          <a:stretch>
            <a:fillRect/>
          </a:stretch>
        </p:blipFill>
        <p:spPr>
          <a:xfrm>
            <a:off x="10081159" y="6059446"/>
            <a:ext cx="993648" cy="249936"/>
          </a:xfrm>
          <a:prstGeom prst="rect">
            <a:avLst/>
          </a:prstGeom>
        </p:spPr>
      </p:pic>
      <p:sp>
        <p:nvSpPr>
          <p:cNvPr id="87" name="Text 22"/>
          <p:cNvSpPr/>
          <p:nvPr/>
        </p:nvSpPr>
        <p:spPr>
          <a:xfrm>
            <a:off x="10427200" y="4886394"/>
            <a:ext cx="305039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BD6D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PFN</a:t>
            </a:r>
            <a:endParaRPr lang="en-US" sz="763" dirty="0"/>
          </a:p>
        </p:txBody>
      </p:sp>
      <p:sp>
        <p:nvSpPr>
          <p:cNvPr id="88" name="Text 23"/>
          <p:cNvSpPr/>
          <p:nvPr/>
        </p:nvSpPr>
        <p:spPr>
          <a:xfrm>
            <a:off x="10427202" y="5865967"/>
            <a:ext cx="305039" cy="12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37C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IFNγ</a:t>
            </a:r>
            <a:endParaRPr lang="en-US" sz="763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>
            <p:custDataLst>
              <p:tags r:id="rId129"/>
            </p:custDataLst>
          </p:nvPr>
        </p:nvPicPr>
        <p:blipFill>
          <a:blip r:embed="rId128"/>
          <a:stretch>
            <a:fillRect/>
          </a:stretch>
        </p:blipFill>
        <p:spPr>
          <a:xfrm>
            <a:off x="6070430" y="4588251"/>
            <a:ext cx="1600200" cy="1636776"/>
          </a:xfrm>
          <a:prstGeom prst="rect">
            <a:avLst/>
          </a:prstGeom>
        </p:spPr>
      </p:pic>
      <p:sp>
        <p:nvSpPr>
          <p:cNvPr id="90" name="Text 24"/>
          <p:cNvSpPr/>
          <p:nvPr/>
        </p:nvSpPr>
        <p:spPr>
          <a:xfrm>
            <a:off x="7561597" y="5712011"/>
            <a:ext cx="305039" cy="140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C85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CD28</a:t>
            </a:r>
            <a:endParaRPr lang="en-US" sz="763" dirty="0"/>
          </a:p>
        </p:txBody>
      </p:sp>
      <p:sp>
        <p:nvSpPr>
          <p:cNvPr id="91" name="Text 25"/>
          <p:cNvSpPr/>
          <p:nvPr/>
        </p:nvSpPr>
        <p:spPr>
          <a:xfrm>
            <a:off x="7590691" y="5145210"/>
            <a:ext cx="229392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C85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TCR</a:t>
            </a:r>
            <a:endParaRPr lang="en-US" sz="763" dirty="0"/>
          </a:p>
        </p:txBody>
      </p:sp>
      <p:sp>
        <p:nvSpPr>
          <p:cNvPr id="92" name="Text 26"/>
          <p:cNvSpPr/>
          <p:nvPr/>
        </p:nvSpPr>
        <p:spPr>
          <a:xfrm>
            <a:off x="7296828" y="5702595"/>
            <a:ext cx="284339" cy="24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4C32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CD80/</a:t>
            </a:r>
            <a:endParaRPr lang="en-US" sz="763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4C32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</a:t>
            </a:r>
            <a:endParaRPr lang="en-US" sz="763" dirty="0"/>
          </a:p>
        </p:txBody>
      </p:sp>
      <p:sp>
        <p:nvSpPr>
          <p:cNvPr id="93" name="Text 27"/>
          <p:cNvSpPr/>
          <p:nvPr/>
        </p:nvSpPr>
        <p:spPr>
          <a:xfrm>
            <a:off x="6565088" y="6291885"/>
            <a:ext cx="676924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Dendritic cell</a:t>
            </a:r>
            <a:endParaRPr lang="en-US" sz="763" dirty="0"/>
          </a:p>
        </p:txBody>
      </p:sp>
      <p:sp>
        <p:nvSpPr>
          <p:cNvPr id="94" name="Text 28"/>
          <p:cNvSpPr/>
          <p:nvPr/>
        </p:nvSpPr>
        <p:spPr>
          <a:xfrm>
            <a:off x="7274427" y="5145208"/>
            <a:ext cx="305039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4C32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MHC I</a:t>
            </a:r>
            <a:endParaRPr lang="en-US" sz="763" dirty="0"/>
          </a:p>
        </p:txBody>
      </p:sp>
      <p:sp>
        <p:nvSpPr>
          <p:cNvPr id="95" name="Text 29"/>
          <p:cNvSpPr/>
          <p:nvPr/>
        </p:nvSpPr>
        <p:spPr>
          <a:xfrm>
            <a:off x="8001267" y="6240657"/>
            <a:ext cx="371403" cy="2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cell (naïve)</a:t>
            </a:r>
            <a:endParaRPr lang="en-US" sz="763" dirty="0"/>
          </a:p>
        </p:txBody>
      </p:sp>
      <p:sp>
        <p:nvSpPr>
          <p:cNvPr id="96" name="Text 30"/>
          <p:cNvSpPr/>
          <p:nvPr/>
        </p:nvSpPr>
        <p:spPr>
          <a:xfrm>
            <a:off x="9653432" y="6249919"/>
            <a:ext cx="463840" cy="2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cell (effector)</a:t>
            </a:r>
            <a:endParaRPr lang="en-US" sz="763" dirty="0"/>
          </a:p>
        </p:txBody>
      </p:sp>
      <p:sp>
        <p:nvSpPr>
          <p:cNvPr id="97" name="Text 31"/>
          <p:cNvSpPr/>
          <p:nvPr/>
        </p:nvSpPr>
        <p:spPr>
          <a:xfrm>
            <a:off x="11133595" y="6240657"/>
            <a:ext cx="562879" cy="23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b="1" dirty="0">
                <a:solidFill>
                  <a:srgbClr val="8C43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Cancer cell death</a:t>
            </a:r>
            <a:endParaRPr lang="en-US" sz="763" dirty="0"/>
          </a:p>
        </p:txBody>
      </p:sp>
      <p:sp>
        <p:nvSpPr>
          <p:cNvPr id="98" name="Text 32"/>
          <p:cNvSpPr/>
          <p:nvPr/>
        </p:nvSpPr>
        <p:spPr>
          <a:xfrm>
            <a:off x="6571244" y="4611038"/>
            <a:ext cx="838052" cy="25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70488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Germinal centre</a:t>
            </a:r>
            <a:endParaRPr lang="en-US" sz="850" dirty="0"/>
          </a:p>
        </p:txBody>
      </p:sp>
      <p:sp>
        <p:nvSpPr>
          <p:cNvPr id="99" name="Text 33"/>
          <p:cNvSpPr/>
          <p:nvPr/>
        </p:nvSpPr>
        <p:spPr>
          <a:xfrm>
            <a:off x="11306155" y="4607445"/>
            <a:ext cx="539836" cy="25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E283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Tumor site</a:t>
            </a:r>
            <a:endParaRPr lang="en-US" sz="850" dirty="0"/>
          </a:p>
        </p:txBody>
      </p:sp>
      <p:sp>
        <p:nvSpPr>
          <p:cNvPr id="100" name="Text 34"/>
          <p:cNvSpPr/>
          <p:nvPr/>
        </p:nvSpPr>
        <p:spPr>
          <a:xfrm>
            <a:off x="8721085" y="5072307"/>
            <a:ext cx="572567" cy="36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Activation,</a:t>
            </a:r>
            <a:endParaRPr lang="en-US" sz="763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proliferation,</a:t>
            </a:r>
            <a:endParaRPr lang="en-US" sz="763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migration</a:t>
            </a:r>
            <a:endParaRPr lang="en-US" sz="763" dirty="0"/>
          </a:p>
        </p:txBody>
      </p:sp>
      <p:sp>
        <p:nvSpPr>
          <p:cNvPr id="101" name="Text 35"/>
          <p:cNvSpPr/>
          <p:nvPr/>
        </p:nvSpPr>
        <p:spPr>
          <a:xfrm>
            <a:off x="10427198" y="5006655"/>
            <a:ext cx="299659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dirty="0">
                <a:solidFill>
                  <a:srgbClr val="885D9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GzmB</a:t>
            </a:r>
            <a:endParaRPr lang="en-US" sz="763" dirty="0"/>
          </a:p>
        </p:txBody>
      </p:sp>
      <p:sp>
        <p:nvSpPr>
          <p:cNvPr id="102" name="Text 36"/>
          <p:cNvSpPr/>
          <p:nvPr/>
        </p:nvSpPr>
        <p:spPr>
          <a:xfrm>
            <a:off x="10453906" y="5996921"/>
            <a:ext cx="253441" cy="12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3" dirty="0">
                <a:solidFill>
                  <a:srgbClr val="2F8C45">
                    <a:alpha val="74902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TNFα</a:t>
            </a:r>
            <a:endParaRPr lang="en-US" sz="763" dirty="0"/>
          </a:p>
        </p:txBody>
      </p:sp>
      <p:pic>
        <p:nvPicPr>
          <p:cNvPr id="103" name="Image 64" descr="preencoded.png">    </p:cNvPr>
          <p:cNvPicPr>
            <a:picLocks noChangeAspect="1"/>
          </p:cNvPicPr>
          <p:nvPr>
            <p:custDataLst>
              <p:tags r:id="rId131"/>
            </p:custDataLst>
          </p:nvPr>
        </p:nvPicPr>
        <p:blipFill>
          <a:blip r:embed="rId130"/>
          <a:stretch>
            <a:fillRect/>
          </a:stretch>
        </p:blipFill>
        <p:spPr>
          <a:xfrm>
            <a:off x="7754149" y="5051319"/>
            <a:ext cx="856488" cy="880872"/>
          </a:xfrm>
          <a:prstGeom prst="rect">
            <a:avLst/>
          </a:prstGeom>
        </p:spPr>
      </p:pic>
      <p:pic>
        <p:nvPicPr>
          <p:cNvPr id="104" name="Image 65" descr="preencoded.png">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132"/>
          <a:stretch>
            <a:fillRect/>
          </a:stretch>
        </p:blipFill>
        <p:spPr>
          <a:xfrm>
            <a:off x="7108953" y="5280905"/>
            <a:ext cx="813816" cy="225552"/>
          </a:xfrm>
          <a:prstGeom prst="rect">
            <a:avLst/>
          </a:prstGeom>
        </p:spPr>
      </p:pic>
      <p:pic>
        <p:nvPicPr>
          <p:cNvPr id="105" name="Image 66" descr="preencoded.png">    </p:cNvPr>
          <p:cNvPicPr>
            <a:picLocks noChangeAspect="1"/>
          </p:cNvPicPr>
          <p:nvPr>
            <p:custDataLst>
              <p:tags r:id="rId135"/>
            </p:custDataLst>
          </p:nvPr>
        </p:nvPicPr>
        <p:blipFill>
          <a:blip r:embed="rId134"/>
          <a:stretch>
            <a:fillRect/>
          </a:stretch>
        </p:blipFill>
        <p:spPr>
          <a:xfrm>
            <a:off x="7131830" y="5472902"/>
            <a:ext cx="774192" cy="225552"/>
          </a:xfrm>
          <a:prstGeom prst="rect">
            <a:avLst/>
          </a:prstGeom>
        </p:spPr>
      </p:pic>
      <p:pic>
        <p:nvPicPr>
          <p:cNvPr id="106" name="Image 67" descr="preencoded.png">    </p:cNvPr>
          <p:cNvPicPr>
            <a:picLocks noChangeAspect="1"/>
          </p:cNvPicPr>
          <p:nvPr>
            <p:custDataLst>
              <p:tags r:id="rId137"/>
            </p:custDataLst>
          </p:nvPr>
        </p:nvPicPr>
        <p:blipFill>
          <a:blip r:embed="rId136"/>
          <a:stretch>
            <a:fillRect/>
          </a:stretch>
        </p:blipFill>
        <p:spPr>
          <a:xfrm>
            <a:off x="10872777" y="4917607"/>
            <a:ext cx="1097280" cy="1121664"/>
          </a:xfrm>
          <a:prstGeom prst="rect">
            <a:avLst/>
          </a:prstGeom>
        </p:spPr>
      </p:pic>
      <p:sp>
        <p:nvSpPr>
          <p:cNvPr id="107" name="Text 37"/>
          <p:cNvSpPr/>
          <p:nvPr/>
        </p:nvSpPr>
        <p:spPr>
          <a:xfrm>
            <a:off x="8062182" y="4364810"/>
            <a:ext cx="1932686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Cross-recognition of the native tumor peptide</a:t>
            </a:r>
            <a:endParaRPr lang="en-US" sz="1400" dirty="0"/>
          </a:p>
        </p:txBody>
      </p:sp>
      <p:sp>
        <p:nvSpPr>
          <p:cNvPr id="108" name="Text 38"/>
          <p:cNvSpPr/>
          <p:nvPr/>
        </p:nvSpPr>
        <p:spPr>
          <a:xfrm>
            <a:off x="10353407" y="5140434"/>
            <a:ext cx="471561" cy="2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00" b="1" dirty="0">
                <a:solidFill>
                  <a:srgbClr val="C038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peptide</a:t>
            </a:r>
            <a:endParaRPr lang="en-US" sz="800" dirty="0"/>
          </a:p>
        </p:txBody>
      </p:sp>
      <p:pic>
        <p:nvPicPr>
          <p:cNvPr id="109" name="Image 68" descr="preencoded.png">    </p:cNvPr>
          <p:cNvPicPr>
            <a:picLocks noChangeAspect="1"/>
          </p:cNvPicPr>
          <p:nvPr>
            <p:custDataLst>
              <p:tags r:id="rId139"/>
            </p:custDataLst>
          </p:nvPr>
        </p:nvPicPr>
        <p:blipFill>
          <a:blip r:embed="rId138"/>
          <a:stretch>
            <a:fillRect/>
          </a:stretch>
        </p:blipFill>
        <p:spPr>
          <a:xfrm>
            <a:off x="7407850" y="4965449"/>
            <a:ext cx="286512" cy="463296"/>
          </a:xfrm>
          <a:prstGeom prst="rect">
            <a:avLst/>
          </a:prstGeom>
        </p:spPr>
      </p:pic>
      <p:sp>
        <p:nvSpPr>
          <p:cNvPr id="110" name="Text 39"/>
          <p:cNvSpPr/>
          <p:nvPr/>
        </p:nvSpPr>
        <p:spPr>
          <a:xfrm>
            <a:off x="7417896" y="4801725"/>
            <a:ext cx="471561" cy="25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800" b="1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mimotope</a:t>
            </a:r>
            <a:endParaRPr lang="en-US" sz="800" dirty="0"/>
          </a:p>
        </p:txBody>
      </p:sp>
      <p:pic>
        <p:nvPicPr>
          <p:cNvPr id="111" name="Image 69" descr="preencoded.png">    </p:cNvPr>
          <p:cNvPicPr>
            <a:picLocks noChangeAspect="1"/>
          </p:cNvPicPr>
          <p:nvPr>
            <p:custDataLst>
              <p:tags r:id="rId141"/>
            </p:custDataLst>
          </p:nvPr>
        </p:nvPicPr>
        <p:blipFill>
          <a:blip r:embed="rId140"/>
          <a:stretch>
            <a:fillRect/>
          </a:stretch>
        </p:blipFill>
        <p:spPr>
          <a:xfrm>
            <a:off x="2161352" y="5184376"/>
            <a:ext cx="8083296" cy="107594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2123" y="253498"/>
            <a:ext cx="5458095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World Native Antigen Failures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0686" y="1373849"/>
            <a:ext cx="3407664" cy="3788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238" y="2097400"/>
            <a:ext cx="2525691" cy="30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WT Survivin (SVN53-67)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4811" y="1566858"/>
            <a:ext cx="2819400" cy="329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9413" y="2492769"/>
            <a:ext cx="226143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Target: Glioblastoma &amp; Solid Tumors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38345" y="3106335"/>
            <a:ext cx="280922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Wildtype </a:t>
            </a:r>
            <a:pPr algn="l" indent="0" marL="0">
              <a:lnSpc>
                <a:spcPct val="96985"/>
              </a:lnSpc>
              <a:buNone/>
            </a:pPr>
            <a:r>
              <a:rPr lang="en-US" sz="1500" b="1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Survivin</a:t>
            </a:r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universally overexpressed in cancer, yet the 9-mer core </a:t>
            </a:r>
            <a:pPr algn="l" indent="0" marL="0">
              <a:lnSpc>
                <a:spcPct val="96985"/>
              </a:lnSpc>
              <a:buNone/>
            </a:pPr>
            <a:r>
              <a:rPr lang="en-US" sz="1500" b="1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QCFFCFKEL</a:t>
            </a:r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exhibits </a:t>
            </a:r>
            <a:pPr algn="l" indent="0" marL="0">
              <a:lnSpc>
                <a:spcPct val="96985"/>
              </a:lnSpc>
              <a:buNone/>
            </a:pPr>
            <a:r>
              <a:rPr lang="en-US" sz="1500" b="1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negligible</a:t>
            </a:r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HLA-A*02:01 binding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9822" y="4517736"/>
            <a:ext cx="3194304" cy="49987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1958" y="4631565"/>
            <a:ext cx="292608" cy="29260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392768" y="1373853"/>
            <a:ext cx="3407664" cy="378866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759370" y="2074847"/>
            <a:ext cx="266746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MART-1 WT (EAAGIGILTV)</a:t>
            </a:r>
            <a:endParaRPr lang="en-US" sz="18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86892" y="1566863"/>
            <a:ext cx="2819400" cy="3291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91494" y="2492774"/>
            <a:ext cx="226143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Target: Metastatic Melanoma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4574524" y="3102387"/>
            <a:ext cx="3053300" cy="985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Unmodified MART-1</a:t>
            </a:r>
            <a:pPr algn="l" indent="0" marL="0">
              <a:lnSpc>
                <a:spcPct val="96985"/>
              </a:lnSpc>
              <a:buNone/>
            </a:pPr>
            <a:r>
              <a:rPr lang="en-US" sz="1500" baseline="-40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26-35 </a:t>
            </a:r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failed to consistently elicit CTL expansion in clinical trials. Native Alanine at P2 destabilizes MHC-I anchor binding</a:t>
            </a:r>
            <a:endParaRPr lang="en-US" sz="15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81904" y="4517740"/>
            <a:ext cx="3194304" cy="499872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84040" y="4631569"/>
            <a:ext cx="292608" cy="29260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559635" y="1373852"/>
            <a:ext cx="3407664" cy="3788664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005187" y="2097404"/>
            <a:ext cx="2525691" cy="30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gp100 WT (g209-1G)</a:t>
            </a:r>
            <a:endParaRPr lang="en-US" sz="18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853760" y="1566862"/>
            <a:ext cx="2819400" cy="32918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9058362" y="2492773"/>
            <a:ext cx="226143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Target: Cutaneous Melanoma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8759015" y="3091106"/>
            <a:ext cx="29285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gp100</a:t>
            </a:r>
            <a:pPr algn="l" indent="0" marL="0">
              <a:lnSpc>
                <a:spcPct val="96985"/>
              </a:lnSpc>
              <a:buNone/>
            </a:pPr>
            <a:r>
              <a:rPr lang="en-US" sz="1500" baseline="-400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209-217</a:t>
            </a:r>
            <a:pPr algn="l" indent="0" marL="0">
              <a:lnSpc>
                <a:spcPct val="96985"/>
              </a:lnSpc>
              <a:buNone/>
            </a:pPr>
            <a:r>
              <a:rPr lang="en-US" sz="1500" dirty="0">
                <a:solidFill>
                  <a:srgbClr val="7070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(ITDQVPFSV) produced minimal systemic T-cell responses in early human trials, necessitating anchor alteration (g209-2M) to stabilize the peptide.</a:t>
            </a:r>
            <a:endParaRPr lang="en-US" sz="150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648771" y="4517739"/>
            <a:ext cx="3194304" cy="499872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8750907" y="4631568"/>
            <a:ext cx="292608" cy="2926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1806" y="276055"/>
            <a:ext cx="6698727" cy="47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SurVaxM: Rational Mimotope Engineering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2507" y="1776718"/>
            <a:ext cx="5910072" cy="2392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0281" y="2491482"/>
            <a:ext cx="5114544" cy="963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6521" y="2131750"/>
            <a:ext cx="2586189" cy="236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Wildtype Core 9-mer (AA 56-64)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54095" y="2749742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</a:t>
            </a:r>
            <a:endParaRPr lang="en-US" sz="3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40691" y="2624679"/>
            <a:ext cx="588264" cy="713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43107" y="2757970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2514224" y="2757969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3200" dirty="0"/>
          </a:p>
        </p:txBody>
      </p:sp>
      <p:sp>
        <p:nvSpPr>
          <p:cNvPr id="10" name="Text 5"/>
          <p:cNvSpPr/>
          <p:nvPr/>
        </p:nvSpPr>
        <p:spPr>
          <a:xfrm>
            <a:off x="2985337" y="2749744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3456454" y="2749743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3200" dirty="0"/>
          </a:p>
        </p:txBody>
      </p:sp>
      <p:sp>
        <p:nvSpPr>
          <p:cNvPr id="12" name="Text 7"/>
          <p:cNvSpPr/>
          <p:nvPr/>
        </p:nvSpPr>
        <p:spPr>
          <a:xfrm>
            <a:off x="3927567" y="2757968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4398681" y="2749743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4869797" y="2749742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393513" y="3545077"/>
            <a:ext cx="5477205" cy="403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200" b="1" dirty="0">
                <a:solidFill>
                  <a:srgbClr val="6366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NCBI Ref / WT Survivin:</a:t>
            </a:r>
            <a:pPr algn="l" indent="0" marL="0">
              <a:lnSpc>
                <a:spcPct val="96985"/>
              </a:lnSpc>
              <a:buNone/>
            </a:pPr>
            <a:r>
              <a:rPr lang="en-US" sz="1200" b="1" dirty="0">
                <a:solidFill>
                  <a:srgbClr val="6366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96985"/>
              </a:lnSpc>
              <a:buNone/>
            </a:pPr>
            <a:r>
              <a:rPr lang="en-US" sz="1200" dirty="0">
                <a:solidFill>
                  <a:srgbClr val="6366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Cysteine (C) at position 57 forms a weak P2 anchor. Rapid dissociation from HLA-A*02:01 groove prevents robust immune priming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74689" y="1970272"/>
            <a:ext cx="1231392" cy="359664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089800" y="1776724"/>
            <a:ext cx="5910072" cy="239268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87574" y="2491488"/>
            <a:ext cx="5114544" cy="963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311164" y="2145501"/>
            <a:ext cx="3570738" cy="29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Mimotope Core 9-mer (M57 Modification)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871388" y="2749748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</a:t>
            </a:r>
            <a:endParaRPr lang="en-US" sz="3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257984" y="2624685"/>
            <a:ext cx="588264" cy="7132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60400" y="2757976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3200" dirty="0"/>
          </a:p>
        </p:txBody>
      </p:sp>
      <p:sp>
        <p:nvSpPr>
          <p:cNvPr id="23" name="Text 14"/>
          <p:cNvSpPr/>
          <p:nvPr/>
        </p:nvSpPr>
        <p:spPr>
          <a:xfrm>
            <a:off x="8431517" y="2757975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3200" dirty="0"/>
          </a:p>
        </p:txBody>
      </p:sp>
      <p:sp>
        <p:nvSpPr>
          <p:cNvPr id="24" name="Text 15"/>
          <p:cNvSpPr/>
          <p:nvPr/>
        </p:nvSpPr>
        <p:spPr>
          <a:xfrm>
            <a:off x="8902630" y="2749750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3200" dirty="0"/>
          </a:p>
        </p:txBody>
      </p:sp>
      <p:sp>
        <p:nvSpPr>
          <p:cNvPr id="25" name="Text 16"/>
          <p:cNvSpPr/>
          <p:nvPr/>
        </p:nvSpPr>
        <p:spPr>
          <a:xfrm>
            <a:off x="9373747" y="2749749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endParaRPr lang="en-US" sz="3200" dirty="0"/>
          </a:p>
        </p:txBody>
      </p:sp>
      <p:sp>
        <p:nvSpPr>
          <p:cNvPr id="26" name="Text 17"/>
          <p:cNvSpPr/>
          <p:nvPr/>
        </p:nvSpPr>
        <p:spPr>
          <a:xfrm>
            <a:off x="9844860" y="2757974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endParaRPr lang="en-US" sz="3200" dirty="0"/>
          </a:p>
        </p:txBody>
      </p:sp>
      <p:sp>
        <p:nvSpPr>
          <p:cNvPr id="27" name="Text 18"/>
          <p:cNvSpPr/>
          <p:nvPr/>
        </p:nvSpPr>
        <p:spPr>
          <a:xfrm>
            <a:off x="10315974" y="2749749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3200" dirty="0"/>
          </a:p>
        </p:txBody>
      </p:sp>
      <p:sp>
        <p:nvSpPr>
          <p:cNvPr id="28" name="Text 19"/>
          <p:cNvSpPr/>
          <p:nvPr/>
        </p:nvSpPr>
        <p:spPr>
          <a:xfrm>
            <a:off x="10787091" y="2749748"/>
            <a:ext cx="289691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</a:t>
            </a:r>
            <a:endParaRPr lang="en-US" sz="3200" dirty="0"/>
          </a:p>
        </p:txBody>
      </p:sp>
      <p:sp>
        <p:nvSpPr>
          <p:cNvPr id="29" name="Text 20"/>
          <p:cNvSpPr/>
          <p:nvPr/>
        </p:nvSpPr>
        <p:spPr>
          <a:xfrm>
            <a:off x="6320106" y="3507881"/>
            <a:ext cx="5355376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200" b="1" dirty="0">
                <a:solidFill>
                  <a:srgbClr val="6366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SurVaxM C57M Engineering:</a:t>
            </a:r>
            <a:pPr algn="l" indent="0" marL="0">
              <a:lnSpc>
                <a:spcPct val="96985"/>
              </a:lnSpc>
              <a:buNone/>
            </a:pPr>
            <a:r>
              <a:rPr lang="en-US" sz="1200" dirty="0">
                <a:solidFill>
                  <a:srgbClr val="6366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Methionine (M) replacement at P2 provides optimal hydrophobic anchor docking, elevating MHC-I binding kinetics without altering TCR specificity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778715" y="2021288"/>
            <a:ext cx="1953768" cy="384048"/>
          </a:xfrm>
          <a:prstGeom prst="rect">
            <a:avLst/>
          </a:prstGeom>
        </p:spPr>
      </p:pic>
      <p:pic>
        <p:nvPicPr>
          <p:cNvPr id="31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17528" y="4832116"/>
            <a:ext cx="11347704" cy="118567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0867" y="5129859"/>
            <a:ext cx="9814249" cy="66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250" b="1" dirty="0">
                <a:solidFill>
                  <a:srgbClr val="B9DB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Milestone (Phase II Glioblastoma):</a:t>
            </a:r>
            <a:pPr algn="l" indent="0" marL="0">
              <a:lnSpc>
                <a:spcPct val="96985"/>
              </a:lnSpc>
              <a:buNone/>
            </a:pPr>
            <a:r>
              <a:rPr lang="en-US" sz="1250" b="1" dirty="0">
                <a:solidFill>
                  <a:srgbClr val="B9DB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96985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SurVaxM (15-mer DLAQMFFCFKELEGW) coupled to KLH demonstrated strong CD8+ CTL expansion and high anti-survivin IgG titers, breaking self-tolerance to deliver</a:t>
            </a:r>
            <a:pPr algn="l" indent="0" marL="0">
              <a:lnSpc>
                <a:spcPct val="96985"/>
              </a:lnSpc>
              <a:buNone/>
            </a:pPr>
            <a:r>
              <a:rPr lang="en-US" sz="1250" dirty="0">
                <a:solidFill>
                  <a:srgbClr val="B9DB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30.5 months median overall survival </a:t>
            </a:r>
            <a:pPr algn="l" indent="0" marL="0">
              <a:lnSpc>
                <a:spcPct val="96985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GBM.</a:t>
            </a:r>
            <a:endParaRPr lang="en-US" sz="12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979881" y="5020660"/>
            <a:ext cx="1551432" cy="77114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2633" y="186724"/>
            <a:ext cx="769707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Andrew Sewell's Positional Scanning Approach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6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Combinatorial Peptide Libraries (PS-CPLs)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1232" y="1072670"/>
            <a:ext cx="4946904" cy="263347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90443" y="1756309"/>
            <a:ext cx="4946904" cy="359054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3002" y="3703302"/>
            <a:ext cx="5324856" cy="300837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2633" y="186724"/>
            <a:ext cx="769707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Andrew Sewell's Positional Scanning Approach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6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Synthetic Combinatorial Peptide Libraries (PS-CPLs)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2621" y="1089187"/>
            <a:ext cx="11807952" cy="55778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871" y="272449"/>
            <a:ext cx="4658595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Missing in the Field?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1198" y="1133249"/>
            <a:ext cx="11340713" cy="5077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947" dirty="0"/>
          </a:p>
          <a:p>
            <a:pPr algn="l" lvl="1" marL="494421" indent="-353158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194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"Positional Independence" Fallacy in CPLs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CPL screening evaluates amino acid preferences at each position independently ignoring non-linear side-chain interactions, steric clashes, and cooperative pocket dynamics in 3D space.</a:t>
            </a:r>
            <a:endParaRPr lang="en-US" sz="1947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2. Disconnect Between Sequence Predictors &amp; Functional Activation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deep-learning models (NetMHCpan BA/EL) excel at predicting MHC presentation, but fail to predict true T-cell receptor (TCR) functional triggering potency or super-agonism.</a:t>
            </a:r>
            <a:endParaRPr lang="en-US" sz="1947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3. The Computational Bottleneck of Unconstrained 3D Modeling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Running atomic-resolution structural screens (AlphaFold3 / Rosetta) across massive combinatorial spaces (</a:t>
            </a:r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10^11</a:t>
            </a:r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candidates) is computationally intractable without an empirical pre-filtration funnel.</a:t>
            </a:r>
            <a:endParaRPr lang="en-US" sz="1947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4. Lack of Atomistic Rationale for Super-Agonism</a:t>
            </a:r>
            <a:endParaRPr lang="en-US" sz="1947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approaches discover potent mimotopes empirically, but leave </a:t>
            </a:r>
            <a:pPr algn="l" indent="0" marL="0">
              <a:lnSpc>
                <a:spcPct val="96985"/>
              </a:lnSpc>
              <a:buNone/>
            </a:pPr>
            <a:r>
              <a:rPr lang="en-US" sz="1947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</a:t>
            </a:r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work as a black box missing the energetic (ΔG</a:t>
            </a:r>
            <a:pPr algn="l" indent="0" marL="0">
              <a:lnSpc>
                <a:spcPct val="96985"/>
              </a:lnSpc>
              <a:buNone/>
            </a:pPr>
            <a:r>
              <a:rPr lang="en-US" sz="194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and structural insights required for scalable rational design.</a:t>
            </a:r>
            <a:endParaRPr lang="en-US" sz="1947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31481" y="357698"/>
            <a:ext cx="5748528" cy="441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48763" y="347080"/>
            <a:ext cx="170688" cy="674827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25049" y="5070956"/>
            <a:ext cx="4279392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28268" y="4393540"/>
            <a:ext cx="5791200" cy="43586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399344" y="2810564"/>
            <a:ext cx="5053584" cy="166420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429606" y="1603609"/>
            <a:ext cx="5023104" cy="124968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252688" y="5064676"/>
            <a:ext cx="880872" cy="122834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95915" y="3332177"/>
            <a:ext cx="4398264" cy="44196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 rot="0">
            <a:off x="197916" y="921963"/>
            <a:ext cx="4567483" cy="53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all 9 positions, libraries for all 20 amino acids are generated systematically: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amino acid is fixed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rest are randomized</a:t>
            </a:r>
            <a:endParaRPr lang="en-US" sz="900" dirty="0"/>
          </a:p>
        </p:txBody>
      </p:sp>
      <p:pic>
        <p:nvPicPr>
          <p:cNvPr id="11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32543" y="357698"/>
            <a:ext cx="4383024" cy="44196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259335" y="1227528"/>
            <a:ext cx="1990344" cy="1969008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83251" y="1389006"/>
            <a:ext cx="478536" cy="1670304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46455" y="2148567"/>
            <a:ext cx="1237488" cy="826008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26608" y="1130949"/>
            <a:ext cx="1283208" cy="1472184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 rot="0">
            <a:off x="3485917" y="1472163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AXXXXXXXX</a:t>
            </a:r>
            <a:endParaRPr lang="en-US" sz="700" dirty="0"/>
          </a:p>
        </p:txBody>
      </p:sp>
      <p:sp>
        <p:nvSpPr>
          <p:cNvPr id="17" name="Text 2"/>
          <p:cNvSpPr/>
          <p:nvPr/>
        </p:nvSpPr>
        <p:spPr>
          <a:xfrm rot="0">
            <a:off x="3485915" y="1865259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CXXXXXXXX</a:t>
            </a:r>
            <a:endParaRPr lang="en-US" sz="700" dirty="0"/>
          </a:p>
        </p:txBody>
      </p:sp>
      <p:sp>
        <p:nvSpPr>
          <p:cNvPr id="18" name="Text 3"/>
          <p:cNvSpPr/>
          <p:nvPr/>
        </p:nvSpPr>
        <p:spPr>
          <a:xfrm rot="0">
            <a:off x="3485912" y="2849701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YXXXXXXXX</a:t>
            </a:r>
            <a:endParaRPr lang="en-US" sz="700" dirty="0"/>
          </a:p>
        </p:txBody>
      </p:sp>
      <p:sp>
        <p:nvSpPr>
          <p:cNvPr id="19" name="Text 4"/>
          <p:cNvSpPr/>
          <p:nvPr/>
        </p:nvSpPr>
        <p:spPr>
          <a:xfrm rot="0">
            <a:off x="3488493" y="2358672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0" name="Text 5"/>
          <p:cNvSpPr/>
          <p:nvPr/>
        </p:nvSpPr>
        <p:spPr>
          <a:xfrm rot="0">
            <a:off x="4157246" y="14457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1" name="Text 6"/>
          <p:cNvSpPr/>
          <p:nvPr/>
        </p:nvSpPr>
        <p:spPr>
          <a:xfrm rot="0">
            <a:off x="4756248" y="1472162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XXXXXXXXA</a:t>
            </a:r>
            <a:endParaRPr lang="en-US" sz="700" dirty="0"/>
          </a:p>
        </p:txBody>
      </p:sp>
      <p:sp>
        <p:nvSpPr>
          <p:cNvPr id="22" name="Text 7"/>
          <p:cNvSpPr/>
          <p:nvPr/>
        </p:nvSpPr>
        <p:spPr>
          <a:xfrm rot="0">
            <a:off x="4756246" y="1865258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XXXXXXXXC</a:t>
            </a:r>
            <a:endParaRPr lang="en-US" sz="700" dirty="0"/>
          </a:p>
        </p:txBody>
      </p:sp>
      <p:sp>
        <p:nvSpPr>
          <p:cNvPr id="23" name="Text 8"/>
          <p:cNvSpPr/>
          <p:nvPr/>
        </p:nvSpPr>
        <p:spPr>
          <a:xfrm rot="0">
            <a:off x="4756243" y="2849700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XXXXXXXXY</a:t>
            </a:r>
            <a:endParaRPr lang="en-US" sz="700" dirty="0"/>
          </a:p>
        </p:txBody>
      </p:sp>
      <p:sp>
        <p:nvSpPr>
          <p:cNvPr id="24" name="Text 9"/>
          <p:cNvSpPr/>
          <p:nvPr/>
        </p:nvSpPr>
        <p:spPr>
          <a:xfrm rot="0">
            <a:off x="4758824" y="23586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pic>
        <p:nvPicPr>
          <p:cNvPr id="25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409025" y="1202595"/>
            <a:ext cx="1155192" cy="216408"/>
          </a:xfrm>
          <a:prstGeom prst="rect">
            <a:avLst/>
          </a:prstGeom>
        </p:spPr>
      </p:pic>
      <p:pic>
        <p:nvPicPr>
          <p:cNvPr id="26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279150" y="1329359"/>
            <a:ext cx="216408" cy="1155192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657570" y="3771951"/>
            <a:ext cx="2322576" cy="2950464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5786945" y="5417742"/>
            <a:ext cx="323088" cy="755904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34645" y="5067084"/>
            <a:ext cx="429768" cy="371856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5553181" y="5189550"/>
            <a:ext cx="326136" cy="335280"/>
          </a:xfrm>
          <a:prstGeom prst="rect">
            <a:avLst/>
          </a:prstGeom>
        </p:spPr>
      </p:pic>
      <p:pic>
        <p:nvPicPr>
          <p:cNvPr id="31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929946" y="5139799"/>
            <a:ext cx="426720" cy="405384"/>
          </a:xfrm>
          <a:prstGeom prst="rect">
            <a:avLst/>
          </a:prstGeom>
        </p:spPr>
      </p:pic>
      <p:sp>
        <p:nvSpPr>
          <p:cNvPr id="32" name="Text 10"/>
          <p:cNvSpPr/>
          <p:nvPr/>
        </p:nvSpPr>
        <p:spPr>
          <a:xfrm rot="0">
            <a:off x="5645199" y="6206867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HLA-A*02:01</a:t>
            </a:r>
            <a:endParaRPr lang="en-US" sz="700" dirty="0"/>
          </a:p>
        </p:txBody>
      </p:sp>
      <p:sp>
        <p:nvSpPr>
          <p:cNvPr id="33" name="Text 11"/>
          <p:cNvSpPr/>
          <p:nvPr/>
        </p:nvSpPr>
        <p:spPr>
          <a:xfrm rot="0">
            <a:off x="5528953" y="4919151"/>
            <a:ext cx="823687" cy="2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Peptides from Phase III</a:t>
            </a:r>
            <a:endParaRPr lang="en-US" sz="700" dirty="0"/>
          </a:p>
        </p:txBody>
      </p:sp>
      <p:pic>
        <p:nvPicPr>
          <p:cNvPr id="34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7150162" y="4845336"/>
            <a:ext cx="582168" cy="536448"/>
          </a:xfrm>
          <a:prstGeom prst="rect">
            <a:avLst/>
          </a:prstGeom>
        </p:spPr>
      </p:pic>
      <p:pic>
        <p:nvPicPr>
          <p:cNvPr id="35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7150164" y="5413799"/>
            <a:ext cx="582168" cy="536448"/>
          </a:xfrm>
          <a:prstGeom prst="rect">
            <a:avLst/>
          </a:prstGeom>
        </p:spPr>
      </p:pic>
      <p:pic>
        <p:nvPicPr>
          <p:cNvPr id="36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7167894" y="6000180"/>
            <a:ext cx="582168" cy="536448"/>
          </a:xfrm>
          <a:prstGeom prst="rect">
            <a:avLst/>
          </a:prstGeom>
        </p:spPr>
      </p:pic>
      <p:sp>
        <p:nvSpPr>
          <p:cNvPr id="37" name="Text 12"/>
          <p:cNvSpPr/>
          <p:nvPr/>
        </p:nvSpPr>
        <p:spPr>
          <a:xfrm rot="0">
            <a:off x="6391512" y="5620660"/>
            <a:ext cx="299143" cy="13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AF3</a:t>
            </a:r>
            <a:endParaRPr lang="en-US" sz="700" dirty="0"/>
          </a:p>
        </p:txBody>
      </p:sp>
      <p:pic>
        <p:nvPicPr>
          <p:cNvPr id="38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7689313" y="4996602"/>
            <a:ext cx="646176" cy="451104"/>
          </a:xfrm>
          <a:prstGeom prst="rect">
            <a:avLst/>
          </a:prstGeom>
        </p:spPr>
      </p:pic>
      <p:pic>
        <p:nvPicPr>
          <p:cNvPr id="39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7689316" y="5883105"/>
            <a:ext cx="646176" cy="466344"/>
          </a:xfrm>
          <a:prstGeom prst="rect">
            <a:avLst/>
          </a:prstGeom>
        </p:spPr>
      </p:pic>
      <p:pic>
        <p:nvPicPr>
          <p:cNvPr id="40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8255161" y="5366421"/>
            <a:ext cx="783336" cy="597408"/>
          </a:xfrm>
          <a:prstGeom prst="rect">
            <a:avLst/>
          </a:prstGeom>
        </p:spPr>
      </p:pic>
      <p:sp>
        <p:nvSpPr>
          <p:cNvPr id="41" name="Text 13"/>
          <p:cNvSpPr/>
          <p:nvPr/>
        </p:nvSpPr>
        <p:spPr>
          <a:xfrm rot="0">
            <a:off x="8117347" y="5098157"/>
            <a:ext cx="823687" cy="15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Top-scoring pHLA</a:t>
            </a:r>
            <a:endParaRPr lang="en-US" sz="700" dirty="0"/>
          </a:p>
        </p:txBody>
      </p:sp>
      <p:sp>
        <p:nvSpPr>
          <p:cNvPr id="42" name="Text 14"/>
          <p:cNvSpPr/>
          <p:nvPr/>
        </p:nvSpPr>
        <p:spPr>
          <a:xfrm rot="0">
            <a:off x="7629107" y="5511217"/>
            <a:ext cx="681832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ipTM 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pLDDT</a:t>
            </a:r>
            <a:endParaRPr lang="en-US" sz="700" dirty="0"/>
          </a:p>
        </p:txBody>
      </p:sp>
      <p:pic>
        <p:nvPicPr>
          <p:cNvPr id="43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8957895" y="5588578"/>
            <a:ext cx="533400" cy="161544"/>
          </a:xfrm>
          <a:prstGeom prst="rect">
            <a:avLst/>
          </a:prstGeom>
        </p:spPr>
      </p:pic>
      <p:pic>
        <p:nvPicPr>
          <p:cNvPr id="44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10403109" y="5277359"/>
            <a:ext cx="201168" cy="688848"/>
          </a:xfrm>
          <a:prstGeom prst="rect">
            <a:avLst/>
          </a:prstGeom>
        </p:spPr>
      </p:pic>
      <p:pic>
        <p:nvPicPr>
          <p:cNvPr id="45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10305161" y="5300579"/>
            <a:ext cx="277368" cy="155448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 rot="-5400000">
            <a:off x="9334888" y="5605189"/>
            <a:ext cx="309176" cy="6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1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energy</a:t>
            </a:r>
            <a:endParaRPr lang="en-US" sz="401" dirty="0"/>
          </a:p>
        </p:txBody>
      </p:sp>
      <p:pic>
        <p:nvPicPr>
          <p:cNvPr id="47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10071753" y="5299756"/>
            <a:ext cx="387096" cy="780288"/>
          </a:xfrm>
          <a:prstGeom prst="rect">
            <a:avLst/>
          </a:prstGeom>
        </p:spPr>
      </p:pic>
      <p:pic>
        <p:nvPicPr>
          <p:cNvPr id="48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9833096" y="5848369"/>
            <a:ext cx="359664" cy="158496"/>
          </a:xfrm>
          <a:prstGeom prst="rect">
            <a:avLst/>
          </a:prstGeom>
        </p:spPr>
      </p:pic>
      <p:pic>
        <p:nvPicPr>
          <p:cNvPr id="49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9917218" y="5774001"/>
            <a:ext cx="237744" cy="231648"/>
          </a:xfrm>
          <a:prstGeom prst="rect">
            <a:avLst/>
          </a:prstGeom>
        </p:spPr>
      </p:pic>
      <p:pic>
        <p:nvPicPr>
          <p:cNvPr id="50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9871292" y="5686294"/>
            <a:ext cx="237744" cy="231648"/>
          </a:xfrm>
          <a:prstGeom prst="rect">
            <a:avLst/>
          </a:prstGeom>
        </p:spPr>
      </p:pic>
      <p:pic>
        <p:nvPicPr>
          <p:cNvPr id="51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9802851" y="5790201"/>
            <a:ext cx="758952" cy="155448"/>
          </a:xfrm>
          <a:prstGeom prst="rect">
            <a:avLst/>
          </a:prstGeom>
        </p:spPr>
      </p:pic>
      <p:pic>
        <p:nvPicPr>
          <p:cNvPr id="52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9542659" y="5787499"/>
            <a:ext cx="411480" cy="292608"/>
          </a:xfrm>
          <a:prstGeom prst="rect">
            <a:avLst/>
          </a:prstGeom>
        </p:spPr>
      </p:pic>
      <p:sp>
        <p:nvSpPr>
          <p:cNvPr id="53" name="Text 16"/>
          <p:cNvSpPr/>
          <p:nvPr/>
        </p:nvSpPr>
        <p:spPr>
          <a:xfrm>
            <a:off x="10543763" y="5568356"/>
            <a:ext cx="175702" cy="7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452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ΔG&gt;0</a:t>
            </a:r>
            <a:endParaRPr lang="en-US" sz="452" dirty="0"/>
          </a:p>
        </p:txBody>
      </p:sp>
      <p:pic>
        <p:nvPicPr>
          <p:cNvPr id="54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9465708" y="5163583"/>
            <a:ext cx="1158240" cy="920496"/>
          </a:xfrm>
          <a:prstGeom prst="rect">
            <a:avLst/>
          </a:prstGeom>
        </p:spPr>
      </p:pic>
      <p:sp>
        <p:nvSpPr>
          <p:cNvPr id="55" name="Text 17"/>
          <p:cNvSpPr/>
          <p:nvPr/>
        </p:nvSpPr>
        <p:spPr>
          <a:xfrm rot="0">
            <a:off x="9561863" y="5080990"/>
            <a:ext cx="982459" cy="17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Thermodynamic Scoring</a:t>
            </a:r>
            <a:endParaRPr lang="en-US" sz="700" dirty="0"/>
          </a:p>
        </p:txBody>
      </p:sp>
      <p:sp>
        <p:nvSpPr>
          <p:cNvPr id="56" name="Text 18"/>
          <p:cNvSpPr/>
          <p:nvPr/>
        </p:nvSpPr>
        <p:spPr>
          <a:xfrm rot="0">
            <a:off x="9012775" y="5532856"/>
            <a:ext cx="3731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</a:t>
            </a:r>
            <a:endParaRPr lang="en-US" sz="700" dirty="0"/>
          </a:p>
        </p:txBody>
      </p:sp>
      <p:pic>
        <p:nvPicPr>
          <p:cNvPr id="57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10672805" y="5588575"/>
            <a:ext cx="533400" cy="161544"/>
          </a:xfrm>
          <a:prstGeom prst="rect">
            <a:avLst/>
          </a:prstGeom>
        </p:spPr>
      </p:pic>
      <p:sp>
        <p:nvSpPr>
          <p:cNvPr id="58" name="Text 19"/>
          <p:cNvSpPr/>
          <p:nvPr/>
        </p:nvSpPr>
        <p:spPr>
          <a:xfrm rot="0">
            <a:off x="11061621" y="4969427"/>
            <a:ext cx="982459" cy="21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Molecular Dynamics Simulation</a:t>
            </a:r>
            <a:endParaRPr lang="en-US" sz="700" dirty="0"/>
          </a:p>
        </p:txBody>
      </p:sp>
      <p:sp>
        <p:nvSpPr>
          <p:cNvPr id="59" name="Text 20"/>
          <p:cNvSpPr/>
          <p:nvPr/>
        </p:nvSpPr>
        <p:spPr>
          <a:xfrm rot="0">
            <a:off x="10706778" y="5450390"/>
            <a:ext cx="44511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6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 candidates</a:t>
            </a:r>
            <a:endParaRPr lang="en-US" sz="600" dirty="0"/>
          </a:p>
        </p:txBody>
      </p:sp>
      <p:pic>
        <p:nvPicPr>
          <p:cNvPr id="60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11055170" y="5170233"/>
            <a:ext cx="996696" cy="1136904"/>
          </a:xfrm>
          <a:prstGeom prst="rect">
            <a:avLst/>
          </a:prstGeom>
        </p:spPr>
      </p:pic>
      <p:pic>
        <p:nvPicPr>
          <p:cNvPr id="6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11233385" y="5301031"/>
            <a:ext cx="734568" cy="716280"/>
          </a:xfrm>
          <a:prstGeom prst="rect">
            <a:avLst/>
          </a:prstGeom>
        </p:spPr>
      </p:pic>
      <p:pic>
        <p:nvPicPr>
          <p:cNvPr id="62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11281978" y="5407194"/>
            <a:ext cx="548640" cy="545592"/>
          </a:xfrm>
          <a:prstGeom prst="rect">
            <a:avLst/>
          </a:prstGeom>
        </p:spPr>
      </p:pic>
      <p:sp>
        <p:nvSpPr>
          <p:cNvPr id="63" name="Text 21"/>
          <p:cNvSpPr/>
          <p:nvPr/>
        </p:nvSpPr>
        <p:spPr>
          <a:xfrm rot="0">
            <a:off x="11135551" y="6223386"/>
            <a:ext cx="835602" cy="23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candidates with low RMSF</a:t>
            </a:r>
            <a:endParaRPr lang="en-US" sz="700" dirty="0"/>
          </a:p>
        </p:txBody>
      </p:sp>
      <p:sp>
        <p:nvSpPr>
          <p:cNvPr id="64" name="Text 22"/>
          <p:cNvSpPr/>
          <p:nvPr/>
        </p:nvSpPr>
        <p:spPr>
          <a:xfrm rot="0">
            <a:off x="10680916" y="5713928"/>
            <a:ext cx="4319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GROMACS</a:t>
            </a:r>
            <a:endParaRPr lang="en-US" sz="700" dirty="0"/>
          </a:p>
        </p:txBody>
      </p:sp>
      <p:sp>
        <p:nvSpPr>
          <p:cNvPr id="65" name="Text 23"/>
          <p:cNvSpPr/>
          <p:nvPr/>
        </p:nvSpPr>
        <p:spPr>
          <a:xfrm>
            <a:off x="10106029" y="847965"/>
            <a:ext cx="109211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NetMHCPan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Binding Affinity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Elution Rank</a:t>
            </a:r>
            <a:endParaRPr lang="en-US" sz="1162" dirty="0"/>
          </a:p>
        </p:txBody>
      </p:sp>
      <p:pic>
        <p:nvPicPr>
          <p:cNvPr id="66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10382343" y="1347750"/>
            <a:ext cx="530352" cy="509016"/>
          </a:xfrm>
          <a:prstGeom prst="rect">
            <a:avLst/>
          </a:prstGeom>
        </p:spPr>
      </p:pic>
      <p:sp>
        <p:nvSpPr>
          <p:cNvPr id="67" name="Text 24"/>
          <p:cNvSpPr/>
          <p:nvPr/>
        </p:nvSpPr>
        <p:spPr>
          <a:xfrm>
            <a:off x="6633055" y="936456"/>
            <a:ext cx="1389115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QCFFCFKEL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SV-wild type (wt) 9mer</a:t>
            </a:r>
            <a:endParaRPr lang="en-US" sz="1162" dirty="0"/>
          </a:p>
        </p:txBody>
      </p:sp>
      <p:sp>
        <p:nvSpPr>
          <p:cNvPr id="68" name="Text 25"/>
          <p:cNvSpPr/>
          <p:nvPr/>
        </p:nvSpPr>
        <p:spPr>
          <a:xfrm>
            <a:off x="5586934" y="2099220"/>
            <a:ext cx="76319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</a:t>
            </a:r>
            <a:endParaRPr lang="en-US" sz="1162" dirty="0"/>
          </a:p>
        </p:txBody>
      </p:sp>
      <p:sp>
        <p:nvSpPr>
          <p:cNvPr id="69" name="Text 26"/>
          <p:cNvSpPr/>
          <p:nvPr/>
        </p:nvSpPr>
        <p:spPr>
          <a:xfrm>
            <a:off x="5489945" y="3267974"/>
            <a:ext cx="10921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PS-CPL guided Analysis</a:t>
            </a:r>
            <a:endParaRPr lang="en-US" sz="1162" dirty="0"/>
          </a:p>
        </p:txBody>
      </p:sp>
      <p:sp>
        <p:nvSpPr>
          <p:cNvPr id="70" name="Text 27"/>
          <p:cNvSpPr/>
          <p:nvPr/>
        </p:nvSpPr>
        <p:spPr>
          <a:xfrm>
            <a:off x="6768469" y="1708048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1-AA candidates</a:t>
            </a:r>
            <a:endParaRPr lang="en-US" sz="1162" dirty="0"/>
          </a:p>
        </p:txBody>
      </p:sp>
      <p:sp>
        <p:nvSpPr>
          <p:cNvPr id="71" name="Text 28"/>
          <p:cNvSpPr/>
          <p:nvPr/>
        </p:nvSpPr>
        <p:spPr>
          <a:xfrm>
            <a:off x="6768470" y="2222391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2-AA candidates</a:t>
            </a:r>
            <a:endParaRPr lang="en-US" sz="1162" dirty="0"/>
          </a:p>
        </p:txBody>
      </p:sp>
      <p:pic>
        <p:nvPicPr>
          <p:cNvPr id="72" name="Image 41" descr="preencoded.png">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>
            <a:off x="6634824" y="1892144"/>
            <a:ext cx="1350264" cy="237744"/>
          </a:xfrm>
          <a:prstGeom prst="rect">
            <a:avLst/>
          </a:prstGeom>
        </p:spPr>
      </p:pic>
      <p:pic>
        <p:nvPicPr>
          <p:cNvPr id="73" name="Image 42" descr="preencoded.png">    </p:cNvPr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6"/>
          <a:stretch>
            <a:fillRect/>
          </a:stretch>
        </p:blipFill>
        <p:spPr>
          <a:xfrm>
            <a:off x="6634821" y="2406416"/>
            <a:ext cx="1350264" cy="237744"/>
          </a:xfrm>
          <a:prstGeom prst="rect">
            <a:avLst/>
          </a:prstGeom>
        </p:spPr>
      </p:pic>
      <p:pic>
        <p:nvPicPr>
          <p:cNvPr id="74" name="Image 43" descr="preencoded.png">    </p:cNvPr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6287955" y="1925252"/>
            <a:ext cx="472440" cy="685800"/>
          </a:xfrm>
          <a:prstGeom prst="rect">
            <a:avLst/>
          </a:prstGeom>
        </p:spPr>
      </p:pic>
      <p:pic>
        <p:nvPicPr>
          <p:cNvPr id="75" name="Image 44" descr="preencoded.png">    </p:cNvPr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6794240" y="3115087"/>
            <a:ext cx="649224" cy="667512"/>
          </a:xfrm>
          <a:prstGeom prst="rect">
            <a:avLst/>
          </a:prstGeom>
        </p:spPr>
      </p:pic>
      <p:sp>
        <p:nvSpPr>
          <p:cNvPr id="76" name="Text 29"/>
          <p:cNvSpPr/>
          <p:nvPr/>
        </p:nvSpPr>
        <p:spPr>
          <a:xfrm>
            <a:off x="6185516" y="3718450"/>
            <a:ext cx="12183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1: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CPL cytokines activity ratios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 to the wt</a:t>
            </a:r>
            <a:endParaRPr lang="en-US" sz="1162" dirty="0"/>
          </a:p>
        </p:txBody>
      </p:sp>
      <p:pic>
        <p:nvPicPr>
          <p:cNvPr id="77" name="Image 45" descr="preencoded.png">    </p:cNvPr>
          <p:cNvPicPr>
            <a:picLocks noChangeAspect="1"/>
          </p:cNvPicPr>
          <p:nvPr>
            <p:custDataLst>
              <p:tags r:id="rId93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6447824" y="3358054"/>
            <a:ext cx="435864" cy="176784"/>
          </a:xfrm>
          <a:prstGeom prst="rect">
            <a:avLst/>
          </a:prstGeom>
        </p:spPr>
      </p:pic>
      <p:pic>
        <p:nvPicPr>
          <p:cNvPr id="78" name="Image 46" descr="preencoded.png">    </p:cNvPr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4"/>
          <a:stretch>
            <a:fillRect/>
          </a:stretch>
        </p:blipFill>
        <p:spPr>
          <a:xfrm>
            <a:off x="7717081" y="3118328"/>
            <a:ext cx="643128" cy="664464"/>
          </a:xfrm>
          <a:prstGeom prst="rect">
            <a:avLst/>
          </a:prstGeom>
        </p:spPr>
      </p:pic>
      <p:pic>
        <p:nvPicPr>
          <p:cNvPr id="79" name="Image 47" descr="preencoded.png">    </p:cNvPr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6"/>
          <a:stretch>
            <a:fillRect/>
          </a:stretch>
        </p:blipFill>
        <p:spPr>
          <a:xfrm>
            <a:off x="7365503" y="3358054"/>
            <a:ext cx="435864" cy="176784"/>
          </a:xfrm>
          <a:prstGeom prst="rect">
            <a:avLst/>
          </a:prstGeom>
        </p:spPr>
      </p:pic>
      <p:sp>
        <p:nvSpPr>
          <p:cNvPr id="80" name="Text 30"/>
          <p:cNvSpPr/>
          <p:nvPr/>
        </p:nvSpPr>
        <p:spPr>
          <a:xfrm>
            <a:off x="7597265" y="3826795"/>
            <a:ext cx="968328" cy="37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Scoring positions / aa</a:t>
            </a:r>
            <a:endParaRPr lang="en-US" sz="1162" dirty="0"/>
          </a:p>
        </p:txBody>
      </p:sp>
      <p:pic>
        <p:nvPicPr>
          <p:cNvPr id="81" name="Image 48" descr="preencoded.png">    </p:cNvPr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8685341" y="2135811"/>
            <a:ext cx="234696" cy="234696"/>
          </a:xfrm>
          <a:prstGeom prst="rect">
            <a:avLst/>
          </a:prstGeom>
        </p:spPr>
      </p:pic>
      <p:pic>
        <p:nvPicPr>
          <p:cNvPr id="82" name="Image 49" descr="preencoded.png">    </p:cNvPr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8320685" y="871978"/>
            <a:ext cx="441960" cy="457200"/>
          </a:xfrm>
          <a:prstGeom prst="rect">
            <a:avLst/>
          </a:prstGeom>
        </p:spPr>
      </p:pic>
      <p:pic>
        <p:nvPicPr>
          <p:cNvPr id="83" name="Image 50" descr="preencoded.png">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2"/>
          <a:stretch>
            <a:fillRect/>
          </a:stretch>
        </p:blipFill>
        <p:spPr>
          <a:xfrm>
            <a:off x="8902104" y="871975"/>
            <a:ext cx="441960" cy="457200"/>
          </a:xfrm>
          <a:prstGeom prst="rect">
            <a:avLst/>
          </a:prstGeom>
        </p:spPr>
      </p:pic>
      <p:sp>
        <p:nvSpPr>
          <p:cNvPr id="84" name="Text 31"/>
          <p:cNvSpPr/>
          <p:nvPr/>
        </p:nvSpPr>
        <p:spPr>
          <a:xfrm>
            <a:off x="8225443" y="1365198"/>
            <a:ext cx="1347988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2 &amp; Donor 3</a:t>
            </a:r>
            <a:endParaRPr lang="en-US" sz="1162" dirty="0"/>
          </a:p>
        </p:txBody>
      </p:sp>
      <p:pic>
        <p:nvPicPr>
          <p:cNvPr id="85" name="Image 51" descr="preencoded.png">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4"/>
          <a:stretch>
            <a:fillRect/>
          </a:stretch>
        </p:blipFill>
        <p:spPr>
          <a:xfrm>
            <a:off x="7860048" y="1919876"/>
            <a:ext cx="545592" cy="691896"/>
          </a:xfrm>
          <a:prstGeom prst="rect">
            <a:avLst/>
          </a:prstGeom>
        </p:spPr>
      </p:pic>
      <p:pic>
        <p:nvPicPr>
          <p:cNvPr id="86" name="Image 52" descr="preencoded.png">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8394291" y="1454431"/>
            <a:ext cx="874776" cy="256032"/>
          </a:xfrm>
          <a:prstGeom prst="rect">
            <a:avLst/>
          </a:prstGeom>
        </p:spPr>
      </p:pic>
      <p:pic>
        <p:nvPicPr>
          <p:cNvPr id="87" name="Image 53" descr="preencoded.png">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8244582" y="2168990"/>
            <a:ext cx="615696" cy="170688"/>
          </a:xfrm>
          <a:prstGeom prst="rect">
            <a:avLst/>
          </a:prstGeom>
        </p:spPr>
      </p:pic>
      <p:pic>
        <p:nvPicPr>
          <p:cNvPr id="88" name="Image 54" descr="preencoded.png">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8716586" y="1546344"/>
            <a:ext cx="170688" cy="752856"/>
          </a:xfrm>
          <a:prstGeom prst="rect">
            <a:avLst/>
          </a:prstGeom>
        </p:spPr>
      </p:pic>
      <p:pic>
        <p:nvPicPr>
          <p:cNvPr id="89" name="Image 55" descr="preencoded.png">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7045497" y="2770974"/>
            <a:ext cx="1850136" cy="429768"/>
          </a:xfrm>
          <a:prstGeom prst="rect">
            <a:avLst/>
          </a:prstGeom>
        </p:spPr>
      </p:pic>
      <p:pic>
        <p:nvPicPr>
          <p:cNvPr id="90" name="Image 56" descr="preencoded.png">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4"/>
          <a:stretch>
            <a:fillRect/>
          </a:stretch>
        </p:blipFill>
        <p:spPr>
          <a:xfrm>
            <a:off x="8718765" y="2210114"/>
            <a:ext cx="170688" cy="737616"/>
          </a:xfrm>
          <a:prstGeom prst="rect">
            <a:avLst/>
          </a:prstGeom>
        </p:spPr>
      </p:pic>
      <p:pic>
        <p:nvPicPr>
          <p:cNvPr id="91" name="Image 57" descr="preencoded.png">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6"/>
          <a:stretch>
            <a:fillRect/>
          </a:stretch>
        </p:blipFill>
        <p:spPr>
          <a:xfrm>
            <a:off x="8275451" y="3363052"/>
            <a:ext cx="560832" cy="176784"/>
          </a:xfrm>
          <a:prstGeom prst="rect">
            <a:avLst/>
          </a:prstGeom>
        </p:spPr>
      </p:pic>
      <p:sp>
        <p:nvSpPr>
          <p:cNvPr id="92" name="Text 32"/>
          <p:cNvSpPr/>
          <p:nvPr/>
        </p:nvSpPr>
        <p:spPr>
          <a:xfrm>
            <a:off x="8753649" y="3024156"/>
            <a:ext cx="1347019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3,4,5,6, and 7 -AA candidates</a:t>
            </a:r>
            <a:endParaRPr lang="en-US" sz="1162" dirty="0"/>
          </a:p>
        </p:txBody>
      </p:sp>
      <p:pic>
        <p:nvPicPr>
          <p:cNvPr id="93" name="Image 58" descr="preencoded.png">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 r:embed="rId118"/>
          <a:stretch>
            <a:fillRect/>
          </a:stretch>
        </p:blipFill>
        <p:spPr>
          <a:xfrm>
            <a:off x="8770334" y="3339595"/>
            <a:ext cx="1350264" cy="237744"/>
          </a:xfrm>
          <a:prstGeom prst="rect">
            <a:avLst/>
          </a:prstGeom>
        </p:spPr>
      </p:pic>
      <p:sp>
        <p:nvSpPr>
          <p:cNvPr id="94" name="Text 33"/>
          <p:cNvSpPr/>
          <p:nvPr/>
        </p:nvSpPr>
        <p:spPr>
          <a:xfrm>
            <a:off x="8741780" y="3617532"/>
            <a:ext cx="1509220" cy="86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Variant generation: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3-7 best scoring positions-aa; keep others WT</a:t>
            </a:r>
            <a:endParaRPr lang="en-US" sz="1162" dirty="0"/>
          </a:p>
        </p:txBody>
      </p:sp>
      <p:pic>
        <p:nvPicPr>
          <p:cNvPr id="95" name="Image 59" descr="preencoded.png">    </p:cNvPr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20"/>
          <a:stretch>
            <a:fillRect/>
          </a:stretch>
        </p:blipFill>
        <p:spPr>
          <a:xfrm>
            <a:off x="11103201" y="2194015"/>
            <a:ext cx="850392" cy="1060704"/>
          </a:xfrm>
          <a:prstGeom prst="rect">
            <a:avLst/>
          </a:prstGeom>
        </p:spPr>
      </p:pic>
      <p:sp>
        <p:nvSpPr>
          <p:cNvPr id="96" name="Text 34"/>
          <p:cNvSpPr/>
          <p:nvPr/>
        </p:nvSpPr>
        <p:spPr>
          <a:xfrm>
            <a:off x="11179412" y="2359295"/>
            <a:ext cx="685400" cy="34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50" b="1" dirty="0">
                <a:solidFill>
                  <a:srgbClr val="DA29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 Candidates</a:t>
            </a:r>
            <a:endParaRPr lang="en-US" sz="950" dirty="0"/>
          </a:p>
        </p:txBody>
      </p:sp>
      <p:pic>
        <p:nvPicPr>
          <p:cNvPr id="97" name="Image 60" descr="preencoded.png">    </p:cNvPr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2"/>
          <a:stretch>
            <a:fillRect/>
          </a:stretch>
        </p:blipFill>
        <p:spPr>
          <a:xfrm>
            <a:off x="11305910" y="2703857"/>
            <a:ext cx="466344" cy="420624"/>
          </a:xfrm>
          <a:prstGeom prst="rect">
            <a:avLst/>
          </a:prstGeom>
        </p:spPr>
      </p:pic>
      <p:pic>
        <p:nvPicPr>
          <p:cNvPr id="98" name="Image 61" descr="preencoded.png">    </p:cNvPr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24"/>
          <a:stretch>
            <a:fillRect/>
          </a:stretch>
        </p:blipFill>
        <p:spPr>
          <a:xfrm>
            <a:off x="10538974" y="2604609"/>
            <a:ext cx="234696" cy="234696"/>
          </a:xfrm>
          <a:prstGeom prst="rect">
            <a:avLst/>
          </a:prstGeom>
        </p:spPr>
      </p:pic>
      <p:pic>
        <p:nvPicPr>
          <p:cNvPr id="99" name="Image 62" descr="preencoded.png">    </p:cNvPr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6"/>
          <a:stretch>
            <a:fillRect/>
          </a:stretch>
        </p:blipFill>
        <p:spPr>
          <a:xfrm>
            <a:off x="10610369" y="2633883"/>
            <a:ext cx="664464" cy="170688"/>
          </a:xfrm>
          <a:prstGeom prst="rect">
            <a:avLst/>
          </a:prstGeom>
        </p:spPr>
      </p:pic>
      <p:pic>
        <p:nvPicPr>
          <p:cNvPr id="100" name="Image 63" descr="preencoded.png">    </p:cNvPr>
          <p:cNvPicPr>
            <a:picLocks noChangeAspect="1"/>
          </p:cNvPicPr>
          <p:nvPr>
            <p:custDataLst>
              <p:tags r:id="rId129"/>
            </p:custDataLst>
          </p:nvPr>
        </p:nvPicPr>
        <p:blipFill>
          <a:blip r:embed="rId128"/>
          <a:stretch>
            <a:fillRect/>
          </a:stretch>
        </p:blipFill>
        <p:spPr>
          <a:xfrm>
            <a:off x="10563487" y="1771171"/>
            <a:ext cx="170688" cy="996696"/>
          </a:xfrm>
          <a:prstGeom prst="rect">
            <a:avLst/>
          </a:prstGeom>
        </p:spPr>
      </p:pic>
      <p:pic>
        <p:nvPicPr>
          <p:cNvPr id="101" name="Image 64" descr="preencoded.png">    </p:cNvPr>
          <p:cNvPicPr>
            <a:picLocks noChangeAspect="1"/>
          </p:cNvPicPr>
          <p:nvPr>
            <p:custDataLst>
              <p:tags r:id="rId131"/>
            </p:custDataLst>
          </p:nvPr>
        </p:nvPicPr>
        <p:blipFill>
          <a:blip r:embed="rId130"/>
          <a:stretch>
            <a:fillRect/>
          </a:stretch>
        </p:blipFill>
        <p:spPr>
          <a:xfrm>
            <a:off x="9995359" y="2675860"/>
            <a:ext cx="746760" cy="868680"/>
          </a:xfrm>
          <a:prstGeom prst="rect">
            <a:avLst/>
          </a:prstGeom>
        </p:spPr>
      </p:pic>
      <p:pic>
        <p:nvPicPr>
          <p:cNvPr id="102" name="Image 65" descr="preencoded.png">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132"/>
          <a:stretch>
            <a:fillRect/>
          </a:stretch>
        </p:blipFill>
        <p:spPr>
          <a:xfrm>
            <a:off x="8757194" y="2167518"/>
            <a:ext cx="1944624" cy="640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003" y="229750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1: PS-CPL Activity Ratios</a:t>
            </a:r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990" y="1036989"/>
            <a:ext cx="7830312" cy="56692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35781" y="3462608"/>
            <a:ext cx="1865376" cy="96621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34899" y="5129902"/>
            <a:ext cx="2209800" cy="8656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04136" y="967989"/>
            <a:ext cx="4556324" cy="191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i,a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Activation (%) for amino acid a at position i</a:t>
            </a:r>
            <a:endParaRPr lang="en-US" sz="1600" dirty="0"/>
          </a:p>
          <a:p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i,wt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Activation (%) for the wild-type residue at position i </a:t>
            </a:r>
            <a:endParaRPr lang="en-US" sz="1600" dirty="0"/>
          </a:p>
          <a:p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i,a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Activity ratio</a:t>
            </a:r>
            <a:endParaRPr lang="en-US" sz="1600" dirty="0"/>
          </a:p>
          <a:p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μ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mean activity ratio at position i </a:t>
            </a:r>
            <a:endParaRPr lang="en-US" sz="1600" dirty="0"/>
          </a:p>
          <a:p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algn="l" lvl="1" marL="406400" indent="-290286">
              <a:lnSpc>
                <a:spcPct val="96985"/>
              </a:lnSpc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standard deviation of activity ratios at position i 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8058914" y="3203686"/>
            <a:ext cx="1324214" cy="274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Activity Ratio: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8058911" y="4751005"/>
            <a:ext cx="2009533" cy="24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Z-score normalization:</a:t>
            </a:r>
            <a:endParaRPr lang="en-US" sz="150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76769" y="1195524"/>
            <a:ext cx="9869424" cy="5553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003" y="229750"/>
            <a:ext cx="6309763" cy="98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scoring positions and amino acids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003" y="229750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2: PS-CPL Activity Ratios</a:t>
            </a:r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67675" y="1083057"/>
            <a:ext cx="9070848" cy="54437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003" y="229750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3: PS-CPL Activity Ratios</a:t>
            </a:r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49996" y="1115153"/>
            <a:ext cx="9311640" cy="558698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12038" y="1355671"/>
            <a:ext cx="5565648" cy="16123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31481" y="357698"/>
            <a:ext cx="5748528" cy="4419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48763" y="347080"/>
            <a:ext cx="170688" cy="674827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25049" y="5070956"/>
            <a:ext cx="4279392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528268" y="4393540"/>
            <a:ext cx="5791200" cy="43586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399344" y="2810564"/>
            <a:ext cx="5053584" cy="166420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429606" y="1603609"/>
            <a:ext cx="5023104" cy="12496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252688" y="5064676"/>
            <a:ext cx="880872" cy="122834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95915" y="3332177"/>
            <a:ext cx="4398264" cy="44196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 rot="0">
            <a:off x="197916" y="921963"/>
            <a:ext cx="4567483" cy="53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all 9 positions, libraries for all 20 amino acids are generated systematically: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amino acid is fixed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rest are randomized</a:t>
            </a:r>
            <a:endParaRPr lang="en-US" sz="900" dirty="0"/>
          </a:p>
        </p:txBody>
      </p:sp>
      <p:pic>
        <p:nvPicPr>
          <p:cNvPr id="12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32543" y="357698"/>
            <a:ext cx="4383024" cy="4419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259335" y="1227528"/>
            <a:ext cx="1990344" cy="1969008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83251" y="1389006"/>
            <a:ext cx="478536" cy="1670304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46455" y="2148567"/>
            <a:ext cx="1237488" cy="826008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26608" y="1130949"/>
            <a:ext cx="1283208" cy="1472184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 rot="0">
            <a:off x="3485917" y="1472163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AXXXXXXXX</a:t>
            </a:r>
            <a:endParaRPr lang="en-US" sz="700" dirty="0"/>
          </a:p>
        </p:txBody>
      </p:sp>
      <p:sp>
        <p:nvSpPr>
          <p:cNvPr id="18" name="Text 2"/>
          <p:cNvSpPr/>
          <p:nvPr/>
        </p:nvSpPr>
        <p:spPr>
          <a:xfrm rot="0">
            <a:off x="3485915" y="1865259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CXXXXXXXX</a:t>
            </a:r>
            <a:endParaRPr lang="en-US" sz="700" dirty="0"/>
          </a:p>
        </p:txBody>
      </p:sp>
      <p:sp>
        <p:nvSpPr>
          <p:cNvPr id="19" name="Text 3"/>
          <p:cNvSpPr/>
          <p:nvPr/>
        </p:nvSpPr>
        <p:spPr>
          <a:xfrm rot="0">
            <a:off x="3485912" y="2849701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YXXXXXXXX</a:t>
            </a:r>
            <a:endParaRPr lang="en-US" sz="700" dirty="0"/>
          </a:p>
        </p:txBody>
      </p:sp>
      <p:sp>
        <p:nvSpPr>
          <p:cNvPr id="20" name="Text 4"/>
          <p:cNvSpPr/>
          <p:nvPr/>
        </p:nvSpPr>
        <p:spPr>
          <a:xfrm rot="0">
            <a:off x="3488493" y="2358672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1" name="Text 5"/>
          <p:cNvSpPr/>
          <p:nvPr/>
        </p:nvSpPr>
        <p:spPr>
          <a:xfrm rot="0">
            <a:off x="4157246" y="14457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2" name="Text 6"/>
          <p:cNvSpPr/>
          <p:nvPr/>
        </p:nvSpPr>
        <p:spPr>
          <a:xfrm rot="0">
            <a:off x="4756248" y="1472162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XXXXXXXXA</a:t>
            </a:r>
            <a:endParaRPr lang="en-US" sz="700" dirty="0"/>
          </a:p>
        </p:txBody>
      </p:sp>
      <p:sp>
        <p:nvSpPr>
          <p:cNvPr id="23" name="Text 7"/>
          <p:cNvSpPr/>
          <p:nvPr/>
        </p:nvSpPr>
        <p:spPr>
          <a:xfrm rot="0">
            <a:off x="4756246" y="1865258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XXXXXXXXC</a:t>
            </a:r>
            <a:endParaRPr lang="en-US" sz="700" dirty="0"/>
          </a:p>
        </p:txBody>
      </p:sp>
      <p:sp>
        <p:nvSpPr>
          <p:cNvPr id="24" name="Text 8"/>
          <p:cNvSpPr/>
          <p:nvPr/>
        </p:nvSpPr>
        <p:spPr>
          <a:xfrm rot="0">
            <a:off x="4756243" y="2849700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XXXXXXXXY</a:t>
            </a:r>
            <a:endParaRPr lang="en-US" sz="700" dirty="0"/>
          </a:p>
        </p:txBody>
      </p:sp>
      <p:sp>
        <p:nvSpPr>
          <p:cNvPr id="25" name="Text 9"/>
          <p:cNvSpPr/>
          <p:nvPr/>
        </p:nvSpPr>
        <p:spPr>
          <a:xfrm rot="0">
            <a:off x="4758824" y="23586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409025" y="1202595"/>
            <a:ext cx="1155192" cy="216408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279150" y="1329359"/>
            <a:ext cx="216408" cy="1155192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657570" y="3771951"/>
            <a:ext cx="2322576" cy="2950464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86945" y="5417742"/>
            <a:ext cx="323088" cy="755904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5738445" y="5076475"/>
            <a:ext cx="426720" cy="362712"/>
          </a:xfrm>
          <a:prstGeom prst="rect">
            <a:avLst/>
          </a:prstGeom>
        </p:spPr>
      </p:pic>
      <p:pic>
        <p:nvPicPr>
          <p:cNvPr id="31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553181" y="5189550"/>
            <a:ext cx="326136" cy="335280"/>
          </a:xfrm>
          <a:prstGeom prst="rect">
            <a:avLst/>
          </a:prstGeom>
        </p:spPr>
      </p:pic>
      <p:pic>
        <p:nvPicPr>
          <p:cNvPr id="32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5929946" y="5139799"/>
            <a:ext cx="426720" cy="405384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 rot="0">
            <a:off x="5645199" y="6206867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HLA-A*02:01</a:t>
            </a:r>
            <a:endParaRPr lang="en-US" sz="700" dirty="0"/>
          </a:p>
        </p:txBody>
      </p:sp>
      <p:sp>
        <p:nvSpPr>
          <p:cNvPr id="34" name="Text 11"/>
          <p:cNvSpPr/>
          <p:nvPr/>
        </p:nvSpPr>
        <p:spPr>
          <a:xfrm rot="0">
            <a:off x="5528953" y="4919151"/>
            <a:ext cx="823687" cy="2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Peptides from Phase III</a:t>
            </a:r>
            <a:endParaRPr lang="en-US" sz="700" dirty="0"/>
          </a:p>
        </p:txBody>
      </p:sp>
      <p:pic>
        <p:nvPicPr>
          <p:cNvPr id="35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7150162" y="4845336"/>
            <a:ext cx="582168" cy="536448"/>
          </a:xfrm>
          <a:prstGeom prst="rect">
            <a:avLst/>
          </a:prstGeom>
        </p:spPr>
      </p:pic>
      <p:pic>
        <p:nvPicPr>
          <p:cNvPr id="36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7150164" y="5413799"/>
            <a:ext cx="582168" cy="536448"/>
          </a:xfrm>
          <a:prstGeom prst="rect">
            <a:avLst/>
          </a:prstGeom>
        </p:spPr>
      </p:pic>
      <p:pic>
        <p:nvPicPr>
          <p:cNvPr id="37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7167894" y="6000180"/>
            <a:ext cx="582168" cy="536448"/>
          </a:xfrm>
          <a:prstGeom prst="rect">
            <a:avLst/>
          </a:prstGeom>
        </p:spPr>
      </p:pic>
      <p:sp>
        <p:nvSpPr>
          <p:cNvPr id="38" name="Text 12"/>
          <p:cNvSpPr/>
          <p:nvPr/>
        </p:nvSpPr>
        <p:spPr>
          <a:xfrm rot="0">
            <a:off x="6391512" y="5620660"/>
            <a:ext cx="299143" cy="13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AF3</a:t>
            </a:r>
            <a:endParaRPr lang="en-US" sz="700" dirty="0"/>
          </a:p>
        </p:txBody>
      </p:sp>
      <p:pic>
        <p:nvPicPr>
          <p:cNvPr id="39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7689313" y="4996602"/>
            <a:ext cx="646176" cy="451104"/>
          </a:xfrm>
          <a:prstGeom prst="rect">
            <a:avLst/>
          </a:prstGeom>
        </p:spPr>
      </p:pic>
      <p:pic>
        <p:nvPicPr>
          <p:cNvPr id="40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689316" y="5883105"/>
            <a:ext cx="646176" cy="466344"/>
          </a:xfrm>
          <a:prstGeom prst="rect">
            <a:avLst/>
          </a:prstGeom>
        </p:spPr>
      </p:pic>
      <p:pic>
        <p:nvPicPr>
          <p:cNvPr id="41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8255161" y="5366421"/>
            <a:ext cx="783336" cy="597408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 rot="0">
            <a:off x="8117347" y="5098157"/>
            <a:ext cx="823687" cy="15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Top-scoring pHLA</a:t>
            </a:r>
            <a:endParaRPr lang="en-US" sz="700" dirty="0"/>
          </a:p>
        </p:txBody>
      </p:sp>
      <p:sp>
        <p:nvSpPr>
          <p:cNvPr id="43" name="Text 14"/>
          <p:cNvSpPr/>
          <p:nvPr/>
        </p:nvSpPr>
        <p:spPr>
          <a:xfrm rot="0">
            <a:off x="7629107" y="5511217"/>
            <a:ext cx="681832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ipTM 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pLDDT</a:t>
            </a:r>
            <a:endParaRPr lang="en-US" sz="700" dirty="0"/>
          </a:p>
        </p:txBody>
      </p:sp>
      <p:pic>
        <p:nvPicPr>
          <p:cNvPr id="44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8957895" y="5588578"/>
            <a:ext cx="533400" cy="161544"/>
          </a:xfrm>
          <a:prstGeom prst="rect">
            <a:avLst/>
          </a:prstGeom>
        </p:spPr>
      </p:pic>
      <p:pic>
        <p:nvPicPr>
          <p:cNvPr id="45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10403109" y="5277359"/>
            <a:ext cx="201168" cy="688848"/>
          </a:xfrm>
          <a:prstGeom prst="rect">
            <a:avLst/>
          </a:prstGeom>
        </p:spPr>
      </p:pic>
      <p:pic>
        <p:nvPicPr>
          <p:cNvPr id="46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10305161" y="5300579"/>
            <a:ext cx="277368" cy="155448"/>
          </a:xfrm>
          <a:prstGeom prst="rect">
            <a:avLst/>
          </a:prstGeom>
        </p:spPr>
      </p:pic>
      <p:sp>
        <p:nvSpPr>
          <p:cNvPr id="47" name="Text 15"/>
          <p:cNvSpPr/>
          <p:nvPr/>
        </p:nvSpPr>
        <p:spPr>
          <a:xfrm rot="-5400000">
            <a:off x="9334888" y="5605189"/>
            <a:ext cx="309176" cy="6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1" b="1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energy</a:t>
            </a:r>
            <a:endParaRPr lang="en-US" sz="401" dirty="0"/>
          </a:p>
        </p:txBody>
      </p:sp>
      <p:pic>
        <p:nvPicPr>
          <p:cNvPr id="48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10071753" y="5299756"/>
            <a:ext cx="387096" cy="780288"/>
          </a:xfrm>
          <a:prstGeom prst="rect">
            <a:avLst/>
          </a:prstGeom>
        </p:spPr>
      </p:pic>
      <p:pic>
        <p:nvPicPr>
          <p:cNvPr id="49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9833096" y="5848369"/>
            <a:ext cx="359664" cy="158496"/>
          </a:xfrm>
          <a:prstGeom prst="rect">
            <a:avLst/>
          </a:prstGeom>
        </p:spPr>
      </p:pic>
      <p:pic>
        <p:nvPicPr>
          <p:cNvPr id="50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9917218" y="5774001"/>
            <a:ext cx="237744" cy="231648"/>
          </a:xfrm>
          <a:prstGeom prst="rect">
            <a:avLst/>
          </a:prstGeom>
        </p:spPr>
      </p:pic>
      <p:pic>
        <p:nvPicPr>
          <p:cNvPr id="51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9871292" y="5686294"/>
            <a:ext cx="237744" cy="231648"/>
          </a:xfrm>
          <a:prstGeom prst="rect">
            <a:avLst/>
          </a:prstGeom>
        </p:spPr>
      </p:pic>
      <p:pic>
        <p:nvPicPr>
          <p:cNvPr id="52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9802851" y="5790201"/>
            <a:ext cx="758952" cy="155448"/>
          </a:xfrm>
          <a:prstGeom prst="rect">
            <a:avLst/>
          </a:prstGeom>
        </p:spPr>
      </p:pic>
      <p:pic>
        <p:nvPicPr>
          <p:cNvPr id="53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9542659" y="5787499"/>
            <a:ext cx="411480" cy="292608"/>
          </a:xfrm>
          <a:prstGeom prst="rect">
            <a:avLst/>
          </a:prstGeom>
        </p:spPr>
      </p:pic>
      <p:sp>
        <p:nvSpPr>
          <p:cNvPr id="54" name="Text 16"/>
          <p:cNvSpPr/>
          <p:nvPr/>
        </p:nvSpPr>
        <p:spPr>
          <a:xfrm>
            <a:off x="10543763" y="5568356"/>
            <a:ext cx="175702" cy="7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452" b="1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ΔG&gt;0</a:t>
            </a:r>
            <a:endParaRPr lang="en-US" sz="452" dirty="0"/>
          </a:p>
        </p:txBody>
      </p:sp>
      <p:pic>
        <p:nvPicPr>
          <p:cNvPr id="55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9465708" y="5163583"/>
            <a:ext cx="1158240" cy="920496"/>
          </a:xfrm>
          <a:prstGeom prst="rect">
            <a:avLst/>
          </a:prstGeom>
        </p:spPr>
      </p:pic>
      <p:sp>
        <p:nvSpPr>
          <p:cNvPr id="56" name="Text 17"/>
          <p:cNvSpPr/>
          <p:nvPr/>
        </p:nvSpPr>
        <p:spPr>
          <a:xfrm rot="0">
            <a:off x="9561863" y="5080990"/>
            <a:ext cx="982459" cy="17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Thermodynamic Scoring</a:t>
            </a:r>
            <a:endParaRPr lang="en-US" sz="700" dirty="0"/>
          </a:p>
        </p:txBody>
      </p:sp>
      <p:sp>
        <p:nvSpPr>
          <p:cNvPr id="57" name="Text 18"/>
          <p:cNvSpPr/>
          <p:nvPr/>
        </p:nvSpPr>
        <p:spPr>
          <a:xfrm rot="0">
            <a:off x="9012775" y="5532856"/>
            <a:ext cx="3731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</a:t>
            </a:r>
            <a:endParaRPr lang="en-US" sz="700" dirty="0"/>
          </a:p>
        </p:txBody>
      </p:sp>
      <p:pic>
        <p:nvPicPr>
          <p:cNvPr id="58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10672805" y="5588575"/>
            <a:ext cx="533400" cy="161544"/>
          </a:xfrm>
          <a:prstGeom prst="rect">
            <a:avLst/>
          </a:prstGeom>
        </p:spPr>
      </p:pic>
      <p:sp>
        <p:nvSpPr>
          <p:cNvPr id="59" name="Text 19"/>
          <p:cNvSpPr/>
          <p:nvPr/>
        </p:nvSpPr>
        <p:spPr>
          <a:xfrm rot="0">
            <a:off x="11061621" y="4969427"/>
            <a:ext cx="982459" cy="21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Molecular Dynamics Simulation</a:t>
            </a:r>
            <a:endParaRPr lang="en-US" sz="700" dirty="0"/>
          </a:p>
        </p:txBody>
      </p:sp>
      <p:sp>
        <p:nvSpPr>
          <p:cNvPr id="60" name="Text 20"/>
          <p:cNvSpPr/>
          <p:nvPr/>
        </p:nvSpPr>
        <p:spPr>
          <a:xfrm rot="0">
            <a:off x="10706778" y="5450390"/>
            <a:ext cx="44511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600" i="1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 candidates</a:t>
            </a:r>
            <a:endParaRPr lang="en-US" sz="600" dirty="0"/>
          </a:p>
        </p:txBody>
      </p:sp>
      <p:pic>
        <p:nvPicPr>
          <p:cNvPr id="6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11055170" y="5170233"/>
            <a:ext cx="996696" cy="1136904"/>
          </a:xfrm>
          <a:prstGeom prst="rect">
            <a:avLst/>
          </a:prstGeom>
        </p:spPr>
      </p:pic>
      <p:pic>
        <p:nvPicPr>
          <p:cNvPr id="62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11233385" y="5301031"/>
            <a:ext cx="734568" cy="716280"/>
          </a:xfrm>
          <a:prstGeom prst="rect">
            <a:avLst/>
          </a:prstGeom>
        </p:spPr>
      </p:pic>
      <p:pic>
        <p:nvPicPr>
          <p:cNvPr id="63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11281978" y="5407194"/>
            <a:ext cx="548640" cy="545592"/>
          </a:xfrm>
          <a:prstGeom prst="rect">
            <a:avLst/>
          </a:prstGeom>
        </p:spPr>
      </p:pic>
      <p:sp>
        <p:nvSpPr>
          <p:cNvPr id="64" name="Text 21"/>
          <p:cNvSpPr/>
          <p:nvPr/>
        </p:nvSpPr>
        <p:spPr>
          <a:xfrm rot="0">
            <a:off x="11135551" y="6223386"/>
            <a:ext cx="835602" cy="23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candidates with low RMSF</a:t>
            </a:r>
            <a:endParaRPr lang="en-US" sz="700" dirty="0"/>
          </a:p>
        </p:txBody>
      </p:sp>
      <p:sp>
        <p:nvSpPr>
          <p:cNvPr id="65" name="Text 22"/>
          <p:cNvSpPr/>
          <p:nvPr/>
        </p:nvSpPr>
        <p:spPr>
          <a:xfrm rot="0">
            <a:off x="10680916" y="5713928"/>
            <a:ext cx="4319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GROMACS</a:t>
            </a:r>
            <a:endParaRPr lang="en-US" sz="700" dirty="0"/>
          </a:p>
        </p:txBody>
      </p:sp>
      <p:sp>
        <p:nvSpPr>
          <p:cNvPr id="66" name="Text 23"/>
          <p:cNvSpPr/>
          <p:nvPr/>
        </p:nvSpPr>
        <p:spPr>
          <a:xfrm>
            <a:off x="10106029" y="847965"/>
            <a:ext cx="109211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NetMHCPan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Binding Affinity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Elution Rank</a:t>
            </a:r>
            <a:endParaRPr lang="en-US" sz="1162" dirty="0"/>
          </a:p>
        </p:txBody>
      </p:sp>
      <p:pic>
        <p:nvPicPr>
          <p:cNvPr id="67" name="Image 41" descr="preencoded.png">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>
            <a:off x="10382343" y="1347750"/>
            <a:ext cx="530352" cy="509016"/>
          </a:xfrm>
          <a:prstGeom prst="rect">
            <a:avLst/>
          </a:prstGeom>
        </p:spPr>
      </p:pic>
      <p:sp>
        <p:nvSpPr>
          <p:cNvPr id="68" name="Text 24"/>
          <p:cNvSpPr/>
          <p:nvPr/>
        </p:nvSpPr>
        <p:spPr>
          <a:xfrm>
            <a:off x="6633055" y="936456"/>
            <a:ext cx="1389115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QCFFCFKEL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SV-wild type (wt) 9mer</a:t>
            </a:r>
            <a:endParaRPr lang="en-US" sz="1162" dirty="0"/>
          </a:p>
        </p:txBody>
      </p:sp>
      <p:sp>
        <p:nvSpPr>
          <p:cNvPr id="69" name="Text 25"/>
          <p:cNvSpPr/>
          <p:nvPr/>
        </p:nvSpPr>
        <p:spPr>
          <a:xfrm>
            <a:off x="5586934" y="2099220"/>
            <a:ext cx="76319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</a:t>
            </a:r>
            <a:endParaRPr lang="en-US" sz="1162" dirty="0"/>
          </a:p>
        </p:txBody>
      </p:sp>
      <p:sp>
        <p:nvSpPr>
          <p:cNvPr id="70" name="Text 26"/>
          <p:cNvSpPr/>
          <p:nvPr/>
        </p:nvSpPr>
        <p:spPr>
          <a:xfrm>
            <a:off x="5489945" y="3267974"/>
            <a:ext cx="10921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PS-CPL guided Analysis</a:t>
            </a:r>
            <a:endParaRPr lang="en-US" sz="1162" dirty="0"/>
          </a:p>
        </p:txBody>
      </p:sp>
      <p:sp>
        <p:nvSpPr>
          <p:cNvPr id="71" name="Text 27"/>
          <p:cNvSpPr/>
          <p:nvPr/>
        </p:nvSpPr>
        <p:spPr>
          <a:xfrm>
            <a:off x="6768469" y="1708048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1-AA candidates</a:t>
            </a:r>
            <a:endParaRPr lang="en-US" sz="1162" dirty="0"/>
          </a:p>
        </p:txBody>
      </p:sp>
      <p:sp>
        <p:nvSpPr>
          <p:cNvPr id="72" name="Text 28"/>
          <p:cNvSpPr/>
          <p:nvPr/>
        </p:nvSpPr>
        <p:spPr>
          <a:xfrm>
            <a:off x="6768470" y="2222391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2-AA candidates</a:t>
            </a:r>
            <a:endParaRPr lang="en-US" sz="1162" dirty="0"/>
          </a:p>
        </p:txBody>
      </p:sp>
      <p:pic>
        <p:nvPicPr>
          <p:cNvPr id="73" name="Image 42" descr="preencoded.png">    </p:cNvPr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6"/>
          <a:stretch>
            <a:fillRect/>
          </a:stretch>
        </p:blipFill>
        <p:spPr>
          <a:xfrm>
            <a:off x="6634824" y="1892144"/>
            <a:ext cx="1350264" cy="237744"/>
          </a:xfrm>
          <a:prstGeom prst="rect">
            <a:avLst/>
          </a:prstGeom>
        </p:spPr>
      </p:pic>
      <p:pic>
        <p:nvPicPr>
          <p:cNvPr id="74" name="Image 43" descr="preencoded.png">    </p:cNvPr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6634821" y="2406416"/>
            <a:ext cx="1350264" cy="237744"/>
          </a:xfrm>
          <a:prstGeom prst="rect">
            <a:avLst/>
          </a:prstGeom>
        </p:spPr>
      </p:pic>
      <p:pic>
        <p:nvPicPr>
          <p:cNvPr id="75" name="Image 44" descr="preencoded.png">    </p:cNvPr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6287955" y="1925252"/>
            <a:ext cx="472440" cy="685800"/>
          </a:xfrm>
          <a:prstGeom prst="rect">
            <a:avLst/>
          </a:prstGeom>
        </p:spPr>
      </p:pic>
      <p:pic>
        <p:nvPicPr>
          <p:cNvPr id="76" name="Image 45" descr="preencoded.png">    </p:cNvPr>
          <p:cNvPicPr>
            <a:picLocks noChangeAspect="1"/>
          </p:cNvPicPr>
          <p:nvPr>
            <p:custDataLst>
              <p:tags r:id="rId93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6794240" y="3115087"/>
            <a:ext cx="649224" cy="667512"/>
          </a:xfrm>
          <a:prstGeom prst="rect">
            <a:avLst/>
          </a:prstGeom>
        </p:spPr>
      </p:pic>
      <p:sp>
        <p:nvSpPr>
          <p:cNvPr id="77" name="Text 29"/>
          <p:cNvSpPr/>
          <p:nvPr/>
        </p:nvSpPr>
        <p:spPr>
          <a:xfrm>
            <a:off x="6185516" y="3718450"/>
            <a:ext cx="12183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1: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CPL cytokines activity ratios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 to the wt</a:t>
            </a:r>
            <a:endParaRPr lang="en-US" sz="1162" dirty="0"/>
          </a:p>
        </p:txBody>
      </p:sp>
      <p:pic>
        <p:nvPicPr>
          <p:cNvPr id="78" name="Image 46" descr="preencoded.png">    </p:cNvPr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4"/>
          <a:stretch>
            <a:fillRect/>
          </a:stretch>
        </p:blipFill>
        <p:spPr>
          <a:xfrm>
            <a:off x="6447824" y="3358054"/>
            <a:ext cx="435864" cy="176784"/>
          </a:xfrm>
          <a:prstGeom prst="rect">
            <a:avLst/>
          </a:prstGeom>
        </p:spPr>
      </p:pic>
      <p:pic>
        <p:nvPicPr>
          <p:cNvPr id="79" name="Image 47" descr="preencoded.png">    </p:cNvPr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6"/>
          <a:stretch>
            <a:fillRect/>
          </a:stretch>
        </p:blipFill>
        <p:spPr>
          <a:xfrm>
            <a:off x="7717081" y="3118328"/>
            <a:ext cx="643128" cy="664464"/>
          </a:xfrm>
          <a:prstGeom prst="rect">
            <a:avLst/>
          </a:prstGeom>
        </p:spPr>
      </p:pic>
      <p:pic>
        <p:nvPicPr>
          <p:cNvPr id="80" name="Image 48" descr="preencoded.png">    </p:cNvPr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7365503" y="3358054"/>
            <a:ext cx="435864" cy="176784"/>
          </a:xfrm>
          <a:prstGeom prst="rect">
            <a:avLst/>
          </a:prstGeom>
        </p:spPr>
      </p:pic>
      <p:sp>
        <p:nvSpPr>
          <p:cNvPr id="81" name="Text 30"/>
          <p:cNvSpPr/>
          <p:nvPr/>
        </p:nvSpPr>
        <p:spPr>
          <a:xfrm>
            <a:off x="7597265" y="3826795"/>
            <a:ext cx="968328" cy="37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Scoring positions / aa</a:t>
            </a:r>
            <a:endParaRPr lang="en-US" sz="1162" dirty="0"/>
          </a:p>
        </p:txBody>
      </p:sp>
      <p:pic>
        <p:nvPicPr>
          <p:cNvPr id="82" name="Image 49" descr="preencoded.png">    </p:cNvPr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8685341" y="2135811"/>
            <a:ext cx="234696" cy="234696"/>
          </a:xfrm>
          <a:prstGeom prst="rect">
            <a:avLst/>
          </a:prstGeom>
        </p:spPr>
      </p:pic>
      <p:pic>
        <p:nvPicPr>
          <p:cNvPr id="83" name="Image 50" descr="preencoded.png">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2"/>
          <a:stretch>
            <a:fillRect/>
          </a:stretch>
        </p:blipFill>
        <p:spPr>
          <a:xfrm>
            <a:off x="8320685" y="871978"/>
            <a:ext cx="441960" cy="457200"/>
          </a:xfrm>
          <a:prstGeom prst="rect">
            <a:avLst/>
          </a:prstGeom>
        </p:spPr>
      </p:pic>
      <p:pic>
        <p:nvPicPr>
          <p:cNvPr id="84" name="Image 51" descr="preencoded.png">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4"/>
          <a:stretch>
            <a:fillRect/>
          </a:stretch>
        </p:blipFill>
        <p:spPr>
          <a:xfrm>
            <a:off x="8902104" y="871975"/>
            <a:ext cx="441960" cy="457200"/>
          </a:xfrm>
          <a:prstGeom prst="rect">
            <a:avLst/>
          </a:prstGeom>
        </p:spPr>
      </p:pic>
      <p:sp>
        <p:nvSpPr>
          <p:cNvPr id="85" name="Text 31"/>
          <p:cNvSpPr/>
          <p:nvPr/>
        </p:nvSpPr>
        <p:spPr>
          <a:xfrm>
            <a:off x="8225443" y="1365198"/>
            <a:ext cx="1347988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2 &amp; Donor 3</a:t>
            </a:r>
            <a:endParaRPr lang="en-US" sz="1162" dirty="0"/>
          </a:p>
        </p:txBody>
      </p:sp>
      <p:pic>
        <p:nvPicPr>
          <p:cNvPr id="86" name="Image 52" descr="preencoded.png">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7860048" y="1919876"/>
            <a:ext cx="545592" cy="691896"/>
          </a:xfrm>
          <a:prstGeom prst="rect">
            <a:avLst/>
          </a:prstGeom>
        </p:spPr>
      </p:pic>
      <p:pic>
        <p:nvPicPr>
          <p:cNvPr id="87" name="Image 53" descr="preencoded.png">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8394291" y="1454431"/>
            <a:ext cx="874776" cy="256032"/>
          </a:xfrm>
          <a:prstGeom prst="rect">
            <a:avLst/>
          </a:prstGeom>
        </p:spPr>
      </p:pic>
      <p:pic>
        <p:nvPicPr>
          <p:cNvPr id="88" name="Image 54" descr="preencoded.png">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8244582" y="2168990"/>
            <a:ext cx="615696" cy="170688"/>
          </a:xfrm>
          <a:prstGeom prst="rect">
            <a:avLst/>
          </a:prstGeom>
        </p:spPr>
      </p:pic>
      <p:pic>
        <p:nvPicPr>
          <p:cNvPr id="89" name="Image 55" descr="preencoded.png">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8716586" y="1546344"/>
            <a:ext cx="170688" cy="752856"/>
          </a:xfrm>
          <a:prstGeom prst="rect">
            <a:avLst/>
          </a:prstGeom>
        </p:spPr>
      </p:pic>
      <p:pic>
        <p:nvPicPr>
          <p:cNvPr id="90" name="Image 56" descr="preencoded.png">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4"/>
          <a:stretch>
            <a:fillRect/>
          </a:stretch>
        </p:blipFill>
        <p:spPr>
          <a:xfrm>
            <a:off x="7045497" y="2770974"/>
            <a:ext cx="1850136" cy="429768"/>
          </a:xfrm>
          <a:prstGeom prst="rect">
            <a:avLst/>
          </a:prstGeom>
        </p:spPr>
      </p:pic>
      <p:pic>
        <p:nvPicPr>
          <p:cNvPr id="91" name="Image 57" descr="preencoded.png">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6"/>
          <a:stretch>
            <a:fillRect/>
          </a:stretch>
        </p:blipFill>
        <p:spPr>
          <a:xfrm>
            <a:off x="8718765" y="2210114"/>
            <a:ext cx="170688" cy="737616"/>
          </a:xfrm>
          <a:prstGeom prst="rect">
            <a:avLst/>
          </a:prstGeom>
        </p:spPr>
      </p:pic>
      <p:pic>
        <p:nvPicPr>
          <p:cNvPr id="92" name="Image 58" descr="preencoded.png">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 r:embed="rId118"/>
          <a:stretch>
            <a:fillRect/>
          </a:stretch>
        </p:blipFill>
        <p:spPr>
          <a:xfrm>
            <a:off x="8275451" y="3363052"/>
            <a:ext cx="560832" cy="176784"/>
          </a:xfrm>
          <a:prstGeom prst="rect">
            <a:avLst/>
          </a:prstGeom>
        </p:spPr>
      </p:pic>
      <p:sp>
        <p:nvSpPr>
          <p:cNvPr id="93" name="Text 32"/>
          <p:cNvSpPr/>
          <p:nvPr/>
        </p:nvSpPr>
        <p:spPr>
          <a:xfrm>
            <a:off x="8753649" y="3024156"/>
            <a:ext cx="1347019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3,4,5,6, and 7 -AA candidates</a:t>
            </a:r>
            <a:endParaRPr lang="en-US" sz="1162" dirty="0"/>
          </a:p>
        </p:txBody>
      </p:sp>
      <p:pic>
        <p:nvPicPr>
          <p:cNvPr id="94" name="Image 59" descr="preencoded.png">    </p:cNvPr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20"/>
          <a:stretch>
            <a:fillRect/>
          </a:stretch>
        </p:blipFill>
        <p:spPr>
          <a:xfrm>
            <a:off x="8770334" y="3339595"/>
            <a:ext cx="1350264" cy="237744"/>
          </a:xfrm>
          <a:prstGeom prst="rect">
            <a:avLst/>
          </a:prstGeom>
        </p:spPr>
      </p:pic>
      <p:sp>
        <p:nvSpPr>
          <p:cNvPr id="95" name="Text 33"/>
          <p:cNvSpPr/>
          <p:nvPr/>
        </p:nvSpPr>
        <p:spPr>
          <a:xfrm>
            <a:off x="8741780" y="3617532"/>
            <a:ext cx="1509220" cy="86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Variant generation: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3-7 best scoring positions-aa; keep others WT</a:t>
            </a:r>
            <a:endParaRPr lang="en-US" sz="1162" dirty="0"/>
          </a:p>
        </p:txBody>
      </p:sp>
      <p:pic>
        <p:nvPicPr>
          <p:cNvPr id="96" name="Image 60" descr="preencoded.png">    </p:cNvPr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2"/>
          <a:stretch>
            <a:fillRect/>
          </a:stretch>
        </p:blipFill>
        <p:spPr>
          <a:xfrm>
            <a:off x="11103201" y="2194015"/>
            <a:ext cx="850392" cy="1060704"/>
          </a:xfrm>
          <a:prstGeom prst="rect">
            <a:avLst/>
          </a:prstGeom>
        </p:spPr>
      </p:pic>
      <p:sp>
        <p:nvSpPr>
          <p:cNvPr id="97" name="Text 34"/>
          <p:cNvSpPr/>
          <p:nvPr/>
        </p:nvSpPr>
        <p:spPr>
          <a:xfrm>
            <a:off x="11179412" y="2359295"/>
            <a:ext cx="685400" cy="34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50" b="1" dirty="0">
                <a:solidFill>
                  <a:srgbClr val="DA29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 Candidates</a:t>
            </a:r>
            <a:endParaRPr lang="en-US" sz="950" dirty="0"/>
          </a:p>
        </p:txBody>
      </p:sp>
      <p:pic>
        <p:nvPicPr>
          <p:cNvPr id="98" name="Image 61" descr="preencoded.png">    </p:cNvPr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24"/>
          <a:stretch>
            <a:fillRect/>
          </a:stretch>
        </p:blipFill>
        <p:spPr>
          <a:xfrm>
            <a:off x="11305910" y="2703857"/>
            <a:ext cx="466344" cy="420624"/>
          </a:xfrm>
          <a:prstGeom prst="rect">
            <a:avLst/>
          </a:prstGeom>
        </p:spPr>
      </p:pic>
      <p:pic>
        <p:nvPicPr>
          <p:cNvPr id="99" name="Image 62" descr="preencoded.png">    </p:cNvPr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6"/>
          <a:stretch>
            <a:fillRect/>
          </a:stretch>
        </p:blipFill>
        <p:spPr>
          <a:xfrm>
            <a:off x="10538974" y="2604609"/>
            <a:ext cx="234696" cy="234696"/>
          </a:xfrm>
          <a:prstGeom prst="rect">
            <a:avLst/>
          </a:prstGeom>
        </p:spPr>
      </p:pic>
      <p:pic>
        <p:nvPicPr>
          <p:cNvPr id="100" name="Image 63" descr="preencoded.png">    </p:cNvPr>
          <p:cNvPicPr>
            <a:picLocks noChangeAspect="1"/>
          </p:cNvPicPr>
          <p:nvPr>
            <p:custDataLst>
              <p:tags r:id="rId129"/>
            </p:custDataLst>
          </p:nvPr>
        </p:nvPicPr>
        <p:blipFill>
          <a:blip r:embed="rId128"/>
          <a:stretch>
            <a:fillRect/>
          </a:stretch>
        </p:blipFill>
        <p:spPr>
          <a:xfrm>
            <a:off x="10610369" y="2633883"/>
            <a:ext cx="664464" cy="170688"/>
          </a:xfrm>
          <a:prstGeom prst="rect">
            <a:avLst/>
          </a:prstGeom>
        </p:spPr>
      </p:pic>
      <p:pic>
        <p:nvPicPr>
          <p:cNvPr id="101" name="Image 64" descr="preencoded.png">    </p:cNvPr>
          <p:cNvPicPr>
            <a:picLocks noChangeAspect="1"/>
          </p:cNvPicPr>
          <p:nvPr>
            <p:custDataLst>
              <p:tags r:id="rId131"/>
            </p:custDataLst>
          </p:nvPr>
        </p:nvPicPr>
        <p:blipFill>
          <a:blip r:embed="rId130"/>
          <a:stretch>
            <a:fillRect/>
          </a:stretch>
        </p:blipFill>
        <p:spPr>
          <a:xfrm>
            <a:off x="10563487" y="1771171"/>
            <a:ext cx="170688" cy="996696"/>
          </a:xfrm>
          <a:prstGeom prst="rect">
            <a:avLst/>
          </a:prstGeom>
        </p:spPr>
      </p:pic>
      <p:pic>
        <p:nvPicPr>
          <p:cNvPr id="102" name="Image 65" descr="preencoded.png">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132"/>
          <a:stretch>
            <a:fillRect/>
          </a:stretch>
        </p:blipFill>
        <p:spPr>
          <a:xfrm>
            <a:off x="9995359" y="2675860"/>
            <a:ext cx="746760" cy="868680"/>
          </a:xfrm>
          <a:prstGeom prst="rect">
            <a:avLst/>
          </a:prstGeom>
        </p:spPr>
      </p:pic>
      <p:pic>
        <p:nvPicPr>
          <p:cNvPr id="103" name="Image 66" descr="preencoded.png">    </p:cNvPr>
          <p:cNvPicPr>
            <a:picLocks noChangeAspect="1"/>
          </p:cNvPicPr>
          <p:nvPr>
            <p:custDataLst>
              <p:tags r:id="rId135"/>
            </p:custDataLst>
          </p:nvPr>
        </p:nvPicPr>
        <p:blipFill>
          <a:blip r:embed="rId134"/>
          <a:stretch>
            <a:fillRect/>
          </a:stretch>
        </p:blipFill>
        <p:spPr>
          <a:xfrm>
            <a:off x="8757194" y="2167518"/>
            <a:ext cx="1944624" cy="640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66165" y="-173859"/>
            <a:ext cx="7946136" cy="7946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9717" y="-1106305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 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29715" y="252745"/>
            <a:ext cx="2618025" cy="88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1-AA: 171 candidates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2-AA: 12,996 candidates</a:t>
            </a:r>
            <a:endParaRPr lang="en-US" sz="1400" dirty="0"/>
          </a:p>
          <a:p>
            <a:pPr algn="l" lvl="1" marL="355600" indent="-254000">
              <a:lnSpc>
                <a:spcPct val="96985"/>
              </a:lnSpc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13,168 peptides (including WT)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-1106305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29120" y="261318"/>
            <a:ext cx="10161592" cy="153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Cytokine Composite Score Calculation 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pPr algn="l" indent="0" marL="0">
              <a:lnSpc>
                <a:spcPct val="96985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Evaluate functional T-cell activation across donors while accounting for multiple activation readouts (4-1BB and IFNg expression) using </a:t>
            </a:r>
            <a:pPr algn="l" indent="0" marL="0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two-stage aggregation.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9124" y="1785322"/>
            <a:ext cx="10161592" cy="153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A: Donor-Specific Geometric mean 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individual donor </a:t>
            </a:r>
            <a:pPr algn="l" indent="0" marL="0">
              <a:lnSpc>
                <a:spcPct val="96985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{donor 1, donor 2, donor 3}</a:t>
            </a:r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69385" y="2864198"/>
            <a:ext cx="8854440" cy="83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118" y="3889456"/>
            <a:ext cx="1016159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B: Global Cross-Donor Compos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global composite score for each T-cell (CD4 and CD8) is the arithmetic mean across all valid (non-NaN) donors k.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96873" y="4526061"/>
            <a:ext cx="6452616" cy="38069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3027" y="-655122"/>
            <a:ext cx="10372344" cy="829665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-1106305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9498" y="-248316"/>
            <a:ext cx="11323320" cy="440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4997" y="433325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24995" y="496097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4996" y="5588710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4994" y="6216435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4993" y="684416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4991" y="747189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86921" y="4333251"/>
            <a:ext cx="61792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593098" y="4864169"/>
            <a:ext cx="22055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Binder &amp; Dual Active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593099" y="5491899"/>
            <a:ext cx="22055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Binder &amp; CD8 Active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93094" y="6095420"/>
            <a:ext cx="220556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Borderline Binder &amp; CD8 Active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93090" y="6771559"/>
            <a:ext cx="2205562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Non-Binder &amp; CD8 Active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845165" y="7471895"/>
            <a:ext cx="1616700" cy="33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00855" y="4333255"/>
            <a:ext cx="105090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%Rank_EL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600431" y="4913034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&lt;2.0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600432" y="554076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&lt;2.0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00430" y="616849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&lt;3.0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00429" y="6796224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600427" y="7423950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021842" y="4333262"/>
            <a:ext cx="165410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CD8_Composite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523018" y="4913041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523019" y="5540774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523017" y="6168499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523016" y="679623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523014" y="742395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247874" y="4333264"/>
            <a:ext cx="165410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CD4_Composite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749050" y="4913043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749050" y="5540776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749048" y="6168501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749048" y="6796233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749046" y="7423959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-1106305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9498" y="-248316"/>
            <a:ext cx="11323320" cy="440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4997" y="433325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24995" y="496097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4996" y="5588710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4994" y="6216435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4993" y="684416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4991" y="747189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86921" y="4333251"/>
            <a:ext cx="61792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593098" y="4864169"/>
            <a:ext cx="22055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Binder &amp; Dual Active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593099" y="5491899"/>
            <a:ext cx="22055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Binder &amp; CD8 Active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93094" y="6095420"/>
            <a:ext cx="220556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Borderline Binder &amp; CD8 Active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93090" y="6771559"/>
            <a:ext cx="2205562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Non-Binder &amp; CD8 Active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845165" y="7471895"/>
            <a:ext cx="1616700" cy="33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00855" y="4333255"/>
            <a:ext cx="105090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%Rank_EL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600431" y="4913034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&lt;2.0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600432" y="554076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&lt;2.0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00430" y="616849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&lt;3.0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00429" y="6796224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600427" y="7423950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021842" y="4333262"/>
            <a:ext cx="165410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CD8_Composite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523018" y="4913041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523019" y="5540774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523017" y="6168499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523016" y="6796232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523014" y="7423957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247874" y="4333264"/>
            <a:ext cx="165410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CD4_Composite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749050" y="4913043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&gt;1.0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749050" y="5540776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749048" y="6168501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749048" y="6796233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749046" y="7423959"/>
            <a:ext cx="59002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18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247" y="4799653"/>
            <a:ext cx="4730496" cy="1075944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46011" y="4799653"/>
            <a:ext cx="4730496" cy="107594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12038" y="2744793"/>
            <a:ext cx="5565648" cy="1816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31481" y="357698"/>
            <a:ext cx="5748528" cy="4419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48763" y="347080"/>
            <a:ext cx="170688" cy="674827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25049" y="5070956"/>
            <a:ext cx="4279392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528268" y="4393540"/>
            <a:ext cx="5791200" cy="43586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399344" y="2810564"/>
            <a:ext cx="5053584" cy="166420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429606" y="1603609"/>
            <a:ext cx="5023104" cy="12496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252688" y="5064676"/>
            <a:ext cx="880872" cy="122834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95915" y="3332177"/>
            <a:ext cx="4398264" cy="44196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 rot="0">
            <a:off x="197916" y="921963"/>
            <a:ext cx="4567483" cy="53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all 9 positions, libraries for all 20 amino acids are generated systematically: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amino acid is fixed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rest are randomized</a:t>
            </a:r>
            <a:endParaRPr lang="en-US" sz="900" dirty="0"/>
          </a:p>
        </p:txBody>
      </p:sp>
      <p:pic>
        <p:nvPicPr>
          <p:cNvPr id="12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32543" y="357698"/>
            <a:ext cx="4383024" cy="4419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259335" y="1227528"/>
            <a:ext cx="1990344" cy="1969008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83251" y="1389006"/>
            <a:ext cx="478536" cy="1670304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46455" y="2148567"/>
            <a:ext cx="1237488" cy="826008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26608" y="1130949"/>
            <a:ext cx="1283208" cy="1472184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 rot="0">
            <a:off x="3485917" y="1472163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AXXXXXXXX</a:t>
            </a:r>
            <a:endParaRPr lang="en-US" sz="700" dirty="0"/>
          </a:p>
        </p:txBody>
      </p:sp>
      <p:sp>
        <p:nvSpPr>
          <p:cNvPr id="18" name="Text 2"/>
          <p:cNvSpPr/>
          <p:nvPr/>
        </p:nvSpPr>
        <p:spPr>
          <a:xfrm rot="0">
            <a:off x="3485915" y="1865259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CXXXXXXXX</a:t>
            </a:r>
            <a:endParaRPr lang="en-US" sz="700" dirty="0"/>
          </a:p>
        </p:txBody>
      </p:sp>
      <p:sp>
        <p:nvSpPr>
          <p:cNvPr id="19" name="Text 3"/>
          <p:cNvSpPr/>
          <p:nvPr/>
        </p:nvSpPr>
        <p:spPr>
          <a:xfrm rot="0">
            <a:off x="3485912" y="2849701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YXXXXXXXX</a:t>
            </a:r>
            <a:endParaRPr lang="en-US" sz="700" dirty="0"/>
          </a:p>
        </p:txBody>
      </p:sp>
      <p:sp>
        <p:nvSpPr>
          <p:cNvPr id="20" name="Text 4"/>
          <p:cNvSpPr/>
          <p:nvPr/>
        </p:nvSpPr>
        <p:spPr>
          <a:xfrm rot="0">
            <a:off x="3488493" y="2358672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1" name="Text 5"/>
          <p:cNvSpPr/>
          <p:nvPr/>
        </p:nvSpPr>
        <p:spPr>
          <a:xfrm rot="0">
            <a:off x="4157246" y="14457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2" name="Text 6"/>
          <p:cNvSpPr/>
          <p:nvPr/>
        </p:nvSpPr>
        <p:spPr>
          <a:xfrm rot="0">
            <a:off x="4756248" y="1472162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XXXXXXXXA</a:t>
            </a:r>
            <a:endParaRPr lang="en-US" sz="700" dirty="0"/>
          </a:p>
        </p:txBody>
      </p:sp>
      <p:sp>
        <p:nvSpPr>
          <p:cNvPr id="23" name="Text 7"/>
          <p:cNvSpPr/>
          <p:nvPr/>
        </p:nvSpPr>
        <p:spPr>
          <a:xfrm rot="0">
            <a:off x="4756246" y="1865258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XXXXXXXXC</a:t>
            </a:r>
            <a:endParaRPr lang="en-US" sz="700" dirty="0"/>
          </a:p>
        </p:txBody>
      </p:sp>
      <p:sp>
        <p:nvSpPr>
          <p:cNvPr id="24" name="Text 8"/>
          <p:cNvSpPr/>
          <p:nvPr/>
        </p:nvSpPr>
        <p:spPr>
          <a:xfrm rot="0">
            <a:off x="4756243" y="2849700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XXXXXXXXY</a:t>
            </a:r>
            <a:endParaRPr lang="en-US" sz="700" dirty="0"/>
          </a:p>
        </p:txBody>
      </p:sp>
      <p:sp>
        <p:nvSpPr>
          <p:cNvPr id="25" name="Text 9"/>
          <p:cNvSpPr/>
          <p:nvPr/>
        </p:nvSpPr>
        <p:spPr>
          <a:xfrm rot="0">
            <a:off x="4758824" y="23586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409025" y="1202595"/>
            <a:ext cx="1155192" cy="216408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279150" y="1329359"/>
            <a:ext cx="216408" cy="1155192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657570" y="3771951"/>
            <a:ext cx="2322576" cy="2950464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86945" y="5417742"/>
            <a:ext cx="323088" cy="755904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5738445" y="5076475"/>
            <a:ext cx="426720" cy="362712"/>
          </a:xfrm>
          <a:prstGeom prst="rect">
            <a:avLst/>
          </a:prstGeom>
        </p:spPr>
      </p:pic>
      <p:pic>
        <p:nvPicPr>
          <p:cNvPr id="31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553181" y="5189550"/>
            <a:ext cx="326136" cy="335280"/>
          </a:xfrm>
          <a:prstGeom prst="rect">
            <a:avLst/>
          </a:prstGeom>
        </p:spPr>
      </p:pic>
      <p:pic>
        <p:nvPicPr>
          <p:cNvPr id="32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5929946" y="5139799"/>
            <a:ext cx="426720" cy="405384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 rot="0">
            <a:off x="5645199" y="6206867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HLA-A*02:01</a:t>
            </a:r>
            <a:endParaRPr lang="en-US" sz="700" dirty="0"/>
          </a:p>
        </p:txBody>
      </p:sp>
      <p:sp>
        <p:nvSpPr>
          <p:cNvPr id="34" name="Text 11"/>
          <p:cNvSpPr/>
          <p:nvPr/>
        </p:nvSpPr>
        <p:spPr>
          <a:xfrm rot="0">
            <a:off x="5528953" y="4919151"/>
            <a:ext cx="823687" cy="2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Peptides from Phase III</a:t>
            </a:r>
            <a:endParaRPr lang="en-US" sz="700" dirty="0"/>
          </a:p>
        </p:txBody>
      </p:sp>
      <p:pic>
        <p:nvPicPr>
          <p:cNvPr id="35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7150162" y="4845336"/>
            <a:ext cx="582168" cy="536448"/>
          </a:xfrm>
          <a:prstGeom prst="rect">
            <a:avLst/>
          </a:prstGeom>
        </p:spPr>
      </p:pic>
      <p:pic>
        <p:nvPicPr>
          <p:cNvPr id="36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7150164" y="5413799"/>
            <a:ext cx="582168" cy="536448"/>
          </a:xfrm>
          <a:prstGeom prst="rect">
            <a:avLst/>
          </a:prstGeom>
        </p:spPr>
      </p:pic>
      <p:pic>
        <p:nvPicPr>
          <p:cNvPr id="37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7167894" y="6000180"/>
            <a:ext cx="582168" cy="536448"/>
          </a:xfrm>
          <a:prstGeom prst="rect">
            <a:avLst/>
          </a:prstGeom>
        </p:spPr>
      </p:pic>
      <p:sp>
        <p:nvSpPr>
          <p:cNvPr id="38" name="Text 12"/>
          <p:cNvSpPr/>
          <p:nvPr/>
        </p:nvSpPr>
        <p:spPr>
          <a:xfrm rot="0">
            <a:off x="6391512" y="5620660"/>
            <a:ext cx="299143" cy="13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AF3</a:t>
            </a:r>
            <a:endParaRPr lang="en-US" sz="700" dirty="0"/>
          </a:p>
        </p:txBody>
      </p:sp>
      <p:pic>
        <p:nvPicPr>
          <p:cNvPr id="39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7689313" y="4996602"/>
            <a:ext cx="646176" cy="451104"/>
          </a:xfrm>
          <a:prstGeom prst="rect">
            <a:avLst/>
          </a:prstGeom>
        </p:spPr>
      </p:pic>
      <p:pic>
        <p:nvPicPr>
          <p:cNvPr id="40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689316" y="5883105"/>
            <a:ext cx="646176" cy="466344"/>
          </a:xfrm>
          <a:prstGeom prst="rect">
            <a:avLst/>
          </a:prstGeom>
        </p:spPr>
      </p:pic>
      <p:pic>
        <p:nvPicPr>
          <p:cNvPr id="41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8255161" y="5366421"/>
            <a:ext cx="783336" cy="597408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 rot="0">
            <a:off x="8117347" y="5098157"/>
            <a:ext cx="823687" cy="15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Top-scoring pHLA</a:t>
            </a:r>
            <a:endParaRPr lang="en-US" sz="700" dirty="0"/>
          </a:p>
        </p:txBody>
      </p:sp>
      <p:sp>
        <p:nvSpPr>
          <p:cNvPr id="43" name="Text 14"/>
          <p:cNvSpPr/>
          <p:nvPr/>
        </p:nvSpPr>
        <p:spPr>
          <a:xfrm rot="0">
            <a:off x="7629107" y="5511217"/>
            <a:ext cx="681832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ipTM 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pLDDT</a:t>
            </a:r>
            <a:endParaRPr lang="en-US" sz="700" dirty="0"/>
          </a:p>
        </p:txBody>
      </p:sp>
      <p:pic>
        <p:nvPicPr>
          <p:cNvPr id="44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8957895" y="5588578"/>
            <a:ext cx="533400" cy="161544"/>
          </a:xfrm>
          <a:prstGeom prst="rect">
            <a:avLst/>
          </a:prstGeom>
        </p:spPr>
      </p:pic>
      <p:pic>
        <p:nvPicPr>
          <p:cNvPr id="45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10403109" y="5277359"/>
            <a:ext cx="201168" cy="688848"/>
          </a:xfrm>
          <a:prstGeom prst="rect">
            <a:avLst/>
          </a:prstGeom>
        </p:spPr>
      </p:pic>
      <p:pic>
        <p:nvPicPr>
          <p:cNvPr id="46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10305161" y="5300579"/>
            <a:ext cx="277368" cy="155448"/>
          </a:xfrm>
          <a:prstGeom prst="rect">
            <a:avLst/>
          </a:prstGeom>
        </p:spPr>
      </p:pic>
      <p:sp>
        <p:nvSpPr>
          <p:cNvPr id="47" name="Text 15"/>
          <p:cNvSpPr/>
          <p:nvPr/>
        </p:nvSpPr>
        <p:spPr>
          <a:xfrm rot="-5400000">
            <a:off x="9334888" y="5605189"/>
            <a:ext cx="309176" cy="6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1" b="1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energy</a:t>
            </a:r>
            <a:endParaRPr lang="en-US" sz="401" dirty="0"/>
          </a:p>
        </p:txBody>
      </p:sp>
      <p:pic>
        <p:nvPicPr>
          <p:cNvPr id="48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10071753" y="5299756"/>
            <a:ext cx="387096" cy="780288"/>
          </a:xfrm>
          <a:prstGeom prst="rect">
            <a:avLst/>
          </a:prstGeom>
        </p:spPr>
      </p:pic>
      <p:pic>
        <p:nvPicPr>
          <p:cNvPr id="49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9833096" y="5848369"/>
            <a:ext cx="359664" cy="158496"/>
          </a:xfrm>
          <a:prstGeom prst="rect">
            <a:avLst/>
          </a:prstGeom>
        </p:spPr>
      </p:pic>
      <p:pic>
        <p:nvPicPr>
          <p:cNvPr id="50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9917218" y="5774001"/>
            <a:ext cx="237744" cy="231648"/>
          </a:xfrm>
          <a:prstGeom prst="rect">
            <a:avLst/>
          </a:prstGeom>
        </p:spPr>
      </p:pic>
      <p:pic>
        <p:nvPicPr>
          <p:cNvPr id="51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9871292" y="5686294"/>
            <a:ext cx="237744" cy="231648"/>
          </a:xfrm>
          <a:prstGeom prst="rect">
            <a:avLst/>
          </a:prstGeom>
        </p:spPr>
      </p:pic>
      <p:pic>
        <p:nvPicPr>
          <p:cNvPr id="52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9802851" y="5790201"/>
            <a:ext cx="758952" cy="155448"/>
          </a:xfrm>
          <a:prstGeom prst="rect">
            <a:avLst/>
          </a:prstGeom>
        </p:spPr>
      </p:pic>
      <p:pic>
        <p:nvPicPr>
          <p:cNvPr id="53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9542659" y="5787499"/>
            <a:ext cx="411480" cy="292608"/>
          </a:xfrm>
          <a:prstGeom prst="rect">
            <a:avLst/>
          </a:prstGeom>
        </p:spPr>
      </p:pic>
      <p:sp>
        <p:nvSpPr>
          <p:cNvPr id="54" name="Text 16"/>
          <p:cNvSpPr/>
          <p:nvPr/>
        </p:nvSpPr>
        <p:spPr>
          <a:xfrm>
            <a:off x="10543763" y="5568356"/>
            <a:ext cx="175702" cy="7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452" b="1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ΔG&gt;0</a:t>
            </a:r>
            <a:endParaRPr lang="en-US" sz="452" dirty="0"/>
          </a:p>
        </p:txBody>
      </p:sp>
      <p:pic>
        <p:nvPicPr>
          <p:cNvPr id="55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9465708" y="5163583"/>
            <a:ext cx="1158240" cy="920496"/>
          </a:xfrm>
          <a:prstGeom prst="rect">
            <a:avLst/>
          </a:prstGeom>
        </p:spPr>
      </p:pic>
      <p:sp>
        <p:nvSpPr>
          <p:cNvPr id="56" name="Text 17"/>
          <p:cNvSpPr/>
          <p:nvPr/>
        </p:nvSpPr>
        <p:spPr>
          <a:xfrm rot="0">
            <a:off x="9561863" y="5080990"/>
            <a:ext cx="982459" cy="17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Thermodynamic Scoring</a:t>
            </a:r>
            <a:endParaRPr lang="en-US" sz="700" dirty="0"/>
          </a:p>
        </p:txBody>
      </p:sp>
      <p:sp>
        <p:nvSpPr>
          <p:cNvPr id="57" name="Text 18"/>
          <p:cNvSpPr/>
          <p:nvPr/>
        </p:nvSpPr>
        <p:spPr>
          <a:xfrm rot="0">
            <a:off x="9012775" y="5532856"/>
            <a:ext cx="3731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</a:t>
            </a:r>
            <a:endParaRPr lang="en-US" sz="700" dirty="0"/>
          </a:p>
        </p:txBody>
      </p:sp>
      <p:pic>
        <p:nvPicPr>
          <p:cNvPr id="58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10672805" y="5588575"/>
            <a:ext cx="533400" cy="161544"/>
          </a:xfrm>
          <a:prstGeom prst="rect">
            <a:avLst/>
          </a:prstGeom>
        </p:spPr>
      </p:pic>
      <p:sp>
        <p:nvSpPr>
          <p:cNvPr id="59" name="Text 19"/>
          <p:cNvSpPr/>
          <p:nvPr/>
        </p:nvSpPr>
        <p:spPr>
          <a:xfrm rot="0">
            <a:off x="11061621" y="4969427"/>
            <a:ext cx="982459" cy="21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Molecular Dynamics Simulation</a:t>
            </a:r>
            <a:endParaRPr lang="en-US" sz="700" dirty="0"/>
          </a:p>
        </p:txBody>
      </p:sp>
      <p:sp>
        <p:nvSpPr>
          <p:cNvPr id="60" name="Text 20"/>
          <p:cNvSpPr/>
          <p:nvPr/>
        </p:nvSpPr>
        <p:spPr>
          <a:xfrm rot="0">
            <a:off x="10706778" y="5450390"/>
            <a:ext cx="44511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600" i="1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 candidates</a:t>
            </a:r>
            <a:endParaRPr lang="en-US" sz="600" dirty="0"/>
          </a:p>
        </p:txBody>
      </p:sp>
      <p:pic>
        <p:nvPicPr>
          <p:cNvPr id="6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11055170" y="5170233"/>
            <a:ext cx="996696" cy="1136904"/>
          </a:xfrm>
          <a:prstGeom prst="rect">
            <a:avLst/>
          </a:prstGeom>
        </p:spPr>
      </p:pic>
      <p:pic>
        <p:nvPicPr>
          <p:cNvPr id="62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11233385" y="5301031"/>
            <a:ext cx="734568" cy="716280"/>
          </a:xfrm>
          <a:prstGeom prst="rect">
            <a:avLst/>
          </a:prstGeom>
        </p:spPr>
      </p:pic>
      <p:pic>
        <p:nvPicPr>
          <p:cNvPr id="63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11281978" y="5407194"/>
            <a:ext cx="548640" cy="545592"/>
          </a:xfrm>
          <a:prstGeom prst="rect">
            <a:avLst/>
          </a:prstGeom>
        </p:spPr>
      </p:pic>
      <p:sp>
        <p:nvSpPr>
          <p:cNvPr id="64" name="Text 21"/>
          <p:cNvSpPr/>
          <p:nvPr/>
        </p:nvSpPr>
        <p:spPr>
          <a:xfrm rot="0">
            <a:off x="11135551" y="6223386"/>
            <a:ext cx="835602" cy="23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candidates with low RMSF</a:t>
            </a:r>
            <a:endParaRPr lang="en-US" sz="700" dirty="0"/>
          </a:p>
        </p:txBody>
      </p:sp>
      <p:sp>
        <p:nvSpPr>
          <p:cNvPr id="65" name="Text 22"/>
          <p:cNvSpPr/>
          <p:nvPr/>
        </p:nvSpPr>
        <p:spPr>
          <a:xfrm rot="0">
            <a:off x="10680916" y="5713928"/>
            <a:ext cx="4319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2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GROMACS</a:t>
            </a:r>
            <a:endParaRPr lang="en-US" sz="700" dirty="0"/>
          </a:p>
        </p:txBody>
      </p:sp>
      <p:sp>
        <p:nvSpPr>
          <p:cNvPr id="66" name="Text 23"/>
          <p:cNvSpPr/>
          <p:nvPr/>
        </p:nvSpPr>
        <p:spPr>
          <a:xfrm>
            <a:off x="10106029" y="847965"/>
            <a:ext cx="109211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NetMHCPan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Binding Affinity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Elution Rank</a:t>
            </a:r>
            <a:endParaRPr lang="en-US" sz="1162" dirty="0"/>
          </a:p>
        </p:txBody>
      </p:sp>
      <p:pic>
        <p:nvPicPr>
          <p:cNvPr id="67" name="Image 41" descr="preencoded.png">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>
            <a:off x="10382343" y="1347750"/>
            <a:ext cx="530352" cy="509016"/>
          </a:xfrm>
          <a:prstGeom prst="rect">
            <a:avLst/>
          </a:prstGeom>
        </p:spPr>
      </p:pic>
      <p:sp>
        <p:nvSpPr>
          <p:cNvPr id="68" name="Text 24"/>
          <p:cNvSpPr/>
          <p:nvPr/>
        </p:nvSpPr>
        <p:spPr>
          <a:xfrm>
            <a:off x="6633055" y="936456"/>
            <a:ext cx="1389115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QCFFCFKEL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SV-wild type (wt) 9mer</a:t>
            </a:r>
            <a:endParaRPr lang="en-US" sz="1162" dirty="0"/>
          </a:p>
        </p:txBody>
      </p:sp>
      <p:sp>
        <p:nvSpPr>
          <p:cNvPr id="69" name="Text 25"/>
          <p:cNvSpPr/>
          <p:nvPr/>
        </p:nvSpPr>
        <p:spPr>
          <a:xfrm>
            <a:off x="5586934" y="2099220"/>
            <a:ext cx="76319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</a:t>
            </a:r>
            <a:endParaRPr lang="en-US" sz="1162" dirty="0"/>
          </a:p>
        </p:txBody>
      </p:sp>
      <p:sp>
        <p:nvSpPr>
          <p:cNvPr id="70" name="Text 26"/>
          <p:cNvSpPr/>
          <p:nvPr/>
        </p:nvSpPr>
        <p:spPr>
          <a:xfrm>
            <a:off x="5489945" y="3267974"/>
            <a:ext cx="10921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PS-CPL guided Analysis</a:t>
            </a:r>
            <a:endParaRPr lang="en-US" sz="1162" dirty="0"/>
          </a:p>
        </p:txBody>
      </p:sp>
      <p:sp>
        <p:nvSpPr>
          <p:cNvPr id="71" name="Text 27"/>
          <p:cNvSpPr/>
          <p:nvPr/>
        </p:nvSpPr>
        <p:spPr>
          <a:xfrm>
            <a:off x="6768469" y="1708048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1-AA candidates</a:t>
            </a:r>
            <a:endParaRPr lang="en-US" sz="1162" dirty="0"/>
          </a:p>
        </p:txBody>
      </p:sp>
      <p:sp>
        <p:nvSpPr>
          <p:cNvPr id="72" name="Text 28"/>
          <p:cNvSpPr/>
          <p:nvPr/>
        </p:nvSpPr>
        <p:spPr>
          <a:xfrm>
            <a:off x="6768470" y="2222391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2-AA candidates</a:t>
            </a:r>
            <a:endParaRPr lang="en-US" sz="1162" dirty="0"/>
          </a:p>
        </p:txBody>
      </p:sp>
      <p:pic>
        <p:nvPicPr>
          <p:cNvPr id="73" name="Image 42" descr="preencoded.png">    </p:cNvPr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6"/>
          <a:stretch>
            <a:fillRect/>
          </a:stretch>
        </p:blipFill>
        <p:spPr>
          <a:xfrm>
            <a:off x="6634824" y="1892144"/>
            <a:ext cx="1350264" cy="237744"/>
          </a:xfrm>
          <a:prstGeom prst="rect">
            <a:avLst/>
          </a:prstGeom>
        </p:spPr>
      </p:pic>
      <p:pic>
        <p:nvPicPr>
          <p:cNvPr id="74" name="Image 43" descr="preencoded.png">    </p:cNvPr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6634821" y="2406416"/>
            <a:ext cx="1350264" cy="237744"/>
          </a:xfrm>
          <a:prstGeom prst="rect">
            <a:avLst/>
          </a:prstGeom>
        </p:spPr>
      </p:pic>
      <p:pic>
        <p:nvPicPr>
          <p:cNvPr id="75" name="Image 44" descr="preencoded.png">    </p:cNvPr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6287955" y="1925252"/>
            <a:ext cx="472440" cy="685800"/>
          </a:xfrm>
          <a:prstGeom prst="rect">
            <a:avLst/>
          </a:prstGeom>
        </p:spPr>
      </p:pic>
      <p:pic>
        <p:nvPicPr>
          <p:cNvPr id="76" name="Image 45" descr="preencoded.png">    </p:cNvPr>
          <p:cNvPicPr>
            <a:picLocks noChangeAspect="1"/>
          </p:cNvPicPr>
          <p:nvPr>
            <p:custDataLst>
              <p:tags r:id="rId93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6794240" y="3115087"/>
            <a:ext cx="649224" cy="667512"/>
          </a:xfrm>
          <a:prstGeom prst="rect">
            <a:avLst/>
          </a:prstGeom>
        </p:spPr>
      </p:pic>
      <p:sp>
        <p:nvSpPr>
          <p:cNvPr id="77" name="Text 29"/>
          <p:cNvSpPr/>
          <p:nvPr/>
        </p:nvSpPr>
        <p:spPr>
          <a:xfrm>
            <a:off x="6185516" y="3718450"/>
            <a:ext cx="12183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1: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CPL cytokines activity ratios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 to the wt</a:t>
            </a:r>
            <a:endParaRPr lang="en-US" sz="1162" dirty="0"/>
          </a:p>
        </p:txBody>
      </p:sp>
      <p:pic>
        <p:nvPicPr>
          <p:cNvPr id="78" name="Image 46" descr="preencoded.png">    </p:cNvPr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4"/>
          <a:stretch>
            <a:fillRect/>
          </a:stretch>
        </p:blipFill>
        <p:spPr>
          <a:xfrm>
            <a:off x="6447824" y="3358054"/>
            <a:ext cx="435864" cy="176784"/>
          </a:xfrm>
          <a:prstGeom prst="rect">
            <a:avLst/>
          </a:prstGeom>
        </p:spPr>
      </p:pic>
      <p:pic>
        <p:nvPicPr>
          <p:cNvPr id="79" name="Image 47" descr="preencoded.png">    </p:cNvPr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6"/>
          <a:stretch>
            <a:fillRect/>
          </a:stretch>
        </p:blipFill>
        <p:spPr>
          <a:xfrm>
            <a:off x="7717081" y="3118328"/>
            <a:ext cx="643128" cy="664464"/>
          </a:xfrm>
          <a:prstGeom prst="rect">
            <a:avLst/>
          </a:prstGeom>
        </p:spPr>
      </p:pic>
      <p:pic>
        <p:nvPicPr>
          <p:cNvPr id="80" name="Image 48" descr="preencoded.png">    </p:cNvPr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7365503" y="3358054"/>
            <a:ext cx="435864" cy="176784"/>
          </a:xfrm>
          <a:prstGeom prst="rect">
            <a:avLst/>
          </a:prstGeom>
        </p:spPr>
      </p:pic>
      <p:sp>
        <p:nvSpPr>
          <p:cNvPr id="81" name="Text 30"/>
          <p:cNvSpPr/>
          <p:nvPr/>
        </p:nvSpPr>
        <p:spPr>
          <a:xfrm>
            <a:off x="7597265" y="3826795"/>
            <a:ext cx="968328" cy="37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Scoring positions / aa</a:t>
            </a:r>
            <a:endParaRPr lang="en-US" sz="1162" dirty="0"/>
          </a:p>
        </p:txBody>
      </p:sp>
      <p:pic>
        <p:nvPicPr>
          <p:cNvPr id="82" name="Image 49" descr="preencoded.png">    </p:cNvPr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8685341" y="2135811"/>
            <a:ext cx="234696" cy="234696"/>
          </a:xfrm>
          <a:prstGeom prst="rect">
            <a:avLst/>
          </a:prstGeom>
        </p:spPr>
      </p:pic>
      <p:pic>
        <p:nvPicPr>
          <p:cNvPr id="83" name="Image 50" descr="preencoded.png">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2"/>
          <a:stretch>
            <a:fillRect/>
          </a:stretch>
        </p:blipFill>
        <p:spPr>
          <a:xfrm>
            <a:off x="8320685" y="871978"/>
            <a:ext cx="441960" cy="457200"/>
          </a:xfrm>
          <a:prstGeom prst="rect">
            <a:avLst/>
          </a:prstGeom>
        </p:spPr>
      </p:pic>
      <p:pic>
        <p:nvPicPr>
          <p:cNvPr id="84" name="Image 51" descr="preencoded.png">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4"/>
          <a:stretch>
            <a:fillRect/>
          </a:stretch>
        </p:blipFill>
        <p:spPr>
          <a:xfrm>
            <a:off x="8902104" y="871975"/>
            <a:ext cx="441960" cy="457200"/>
          </a:xfrm>
          <a:prstGeom prst="rect">
            <a:avLst/>
          </a:prstGeom>
        </p:spPr>
      </p:pic>
      <p:sp>
        <p:nvSpPr>
          <p:cNvPr id="85" name="Text 31"/>
          <p:cNvSpPr/>
          <p:nvPr/>
        </p:nvSpPr>
        <p:spPr>
          <a:xfrm>
            <a:off x="8225443" y="1365198"/>
            <a:ext cx="1347988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2 &amp; Donor 3</a:t>
            </a:r>
            <a:endParaRPr lang="en-US" sz="1162" dirty="0"/>
          </a:p>
        </p:txBody>
      </p:sp>
      <p:pic>
        <p:nvPicPr>
          <p:cNvPr id="86" name="Image 52" descr="preencoded.png">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7860048" y="1919876"/>
            <a:ext cx="545592" cy="691896"/>
          </a:xfrm>
          <a:prstGeom prst="rect">
            <a:avLst/>
          </a:prstGeom>
        </p:spPr>
      </p:pic>
      <p:pic>
        <p:nvPicPr>
          <p:cNvPr id="87" name="Image 53" descr="preencoded.png">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8394291" y="1454431"/>
            <a:ext cx="874776" cy="256032"/>
          </a:xfrm>
          <a:prstGeom prst="rect">
            <a:avLst/>
          </a:prstGeom>
        </p:spPr>
      </p:pic>
      <p:pic>
        <p:nvPicPr>
          <p:cNvPr id="88" name="Image 54" descr="preencoded.png">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8244582" y="2168990"/>
            <a:ext cx="615696" cy="170688"/>
          </a:xfrm>
          <a:prstGeom prst="rect">
            <a:avLst/>
          </a:prstGeom>
        </p:spPr>
      </p:pic>
      <p:pic>
        <p:nvPicPr>
          <p:cNvPr id="89" name="Image 55" descr="preencoded.png">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8716586" y="1546344"/>
            <a:ext cx="170688" cy="752856"/>
          </a:xfrm>
          <a:prstGeom prst="rect">
            <a:avLst/>
          </a:prstGeom>
        </p:spPr>
      </p:pic>
      <p:pic>
        <p:nvPicPr>
          <p:cNvPr id="90" name="Image 56" descr="preencoded.png">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4"/>
          <a:stretch>
            <a:fillRect/>
          </a:stretch>
        </p:blipFill>
        <p:spPr>
          <a:xfrm>
            <a:off x="7045497" y="2770974"/>
            <a:ext cx="1850136" cy="429768"/>
          </a:xfrm>
          <a:prstGeom prst="rect">
            <a:avLst/>
          </a:prstGeom>
        </p:spPr>
      </p:pic>
      <p:pic>
        <p:nvPicPr>
          <p:cNvPr id="91" name="Image 57" descr="preencoded.png">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6"/>
          <a:stretch>
            <a:fillRect/>
          </a:stretch>
        </p:blipFill>
        <p:spPr>
          <a:xfrm>
            <a:off x="8718765" y="2210114"/>
            <a:ext cx="170688" cy="737616"/>
          </a:xfrm>
          <a:prstGeom prst="rect">
            <a:avLst/>
          </a:prstGeom>
        </p:spPr>
      </p:pic>
      <p:pic>
        <p:nvPicPr>
          <p:cNvPr id="92" name="Image 58" descr="preencoded.png">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 r:embed="rId118"/>
          <a:stretch>
            <a:fillRect/>
          </a:stretch>
        </p:blipFill>
        <p:spPr>
          <a:xfrm>
            <a:off x="8275451" y="3363052"/>
            <a:ext cx="560832" cy="176784"/>
          </a:xfrm>
          <a:prstGeom prst="rect">
            <a:avLst/>
          </a:prstGeom>
        </p:spPr>
      </p:pic>
      <p:sp>
        <p:nvSpPr>
          <p:cNvPr id="93" name="Text 32"/>
          <p:cNvSpPr/>
          <p:nvPr/>
        </p:nvSpPr>
        <p:spPr>
          <a:xfrm>
            <a:off x="8753649" y="3024156"/>
            <a:ext cx="1347019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3,4,5,6, and 7 -AA candidates</a:t>
            </a:r>
            <a:endParaRPr lang="en-US" sz="1162" dirty="0"/>
          </a:p>
        </p:txBody>
      </p:sp>
      <p:pic>
        <p:nvPicPr>
          <p:cNvPr id="94" name="Image 59" descr="preencoded.png">    </p:cNvPr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20"/>
          <a:stretch>
            <a:fillRect/>
          </a:stretch>
        </p:blipFill>
        <p:spPr>
          <a:xfrm>
            <a:off x="8770334" y="3339595"/>
            <a:ext cx="1350264" cy="237744"/>
          </a:xfrm>
          <a:prstGeom prst="rect">
            <a:avLst/>
          </a:prstGeom>
        </p:spPr>
      </p:pic>
      <p:sp>
        <p:nvSpPr>
          <p:cNvPr id="95" name="Text 33"/>
          <p:cNvSpPr/>
          <p:nvPr/>
        </p:nvSpPr>
        <p:spPr>
          <a:xfrm>
            <a:off x="8741780" y="3617532"/>
            <a:ext cx="1509220" cy="86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Variant generation: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3-7 best scoring positions-aa; keep others WT</a:t>
            </a:r>
            <a:endParaRPr lang="en-US" sz="1162" dirty="0"/>
          </a:p>
        </p:txBody>
      </p:sp>
      <p:pic>
        <p:nvPicPr>
          <p:cNvPr id="96" name="Image 60" descr="preencoded.png">    </p:cNvPr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2"/>
          <a:stretch>
            <a:fillRect/>
          </a:stretch>
        </p:blipFill>
        <p:spPr>
          <a:xfrm>
            <a:off x="11103201" y="2194015"/>
            <a:ext cx="850392" cy="1060704"/>
          </a:xfrm>
          <a:prstGeom prst="rect">
            <a:avLst/>
          </a:prstGeom>
        </p:spPr>
      </p:pic>
      <p:sp>
        <p:nvSpPr>
          <p:cNvPr id="97" name="Text 34"/>
          <p:cNvSpPr/>
          <p:nvPr/>
        </p:nvSpPr>
        <p:spPr>
          <a:xfrm>
            <a:off x="11179412" y="2359295"/>
            <a:ext cx="685400" cy="34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50" b="1" dirty="0">
                <a:solidFill>
                  <a:srgbClr val="DA29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 Candidates</a:t>
            </a:r>
            <a:endParaRPr lang="en-US" sz="950" dirty="0"/>
          </a:p>
        </p:txBody>
      </p:sp>
      <p:pic>
        <p:nvPicPr>
          <p:cNvPr id="98" name="Image 61" descr="preencoded.png">    </p:cNvPr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24"/>
          <a:stretch>
            <a:fillRect/>
          </a:stretch>
        </p:blipFill>
        <p:spPr>
          <a:xfrm>
            <a:off x="11305910" y="2703857"/>
            <a:ext cx="466344" cy="420624"/>
          </a:xfrm>
          <a:prstGeom prst="rect">
            <a:avLst/>
          </a:prstGeom>
        </p:spPr>
      </p:pic>
      <p:pic>
        <p:nvPicPr>
          <p:cNvPr id="99" name="Image 62" descr="preencoded.png">    </p:cNvPr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6"/>
          <a:stretch>
            <a:fillRect/>
          </a:stretch>
        </p:blipFill>
        <p:spPr>
          <a:xfrm>
            <a:off x="10538974" y="2604609"/>
            <a:ext cx="234696" cy="234696"/>
          </a:xfrm>
          <a:prstGeom prst="rect">
            <a:avLst/>
          </a:prstGeom>
        </p:spPr>
      </p:pic>
      <p:pic>
        <p:nvPicPr>
          <p:cNvPr id="100" name="Image 63" descr="preencoded.png">    </p:cNvPr>
          <p:cNvPicPr>
            <a:picLocks noChangeAspect="1"/>
          </p:cNvPicPr>
          <p:nvPr>
            <p:custDataLst>
              <p:tags r:id="rId129"/>
            </p:custDataLst>
          </p:nvPr>
        </p:nvPicPr>
        <p:blipFill>
          <a:blip r:embed="rId128"/>
          <a:stretch>
            <a:fillRect/>
          </a:stretch>
        </p:blipFill>
        <p:spPr>
          <a:xfrm>
            <a:off x="10610369" y="2633883"/>
            <a:ext cx="664464" cy="170688"/>
          </a:xfrm>
          <a:prstGeom prst="rect">
            <a:avLst/>
          </a:prstGeom>
        </p:spPr>
      </p:pic>
      <p:pic>
        <p:nvPicPr>
          <p:cNvPr id="101" name="Image 64" descr="preencoded.png">    </p:cNvPr>
          <p:cNvPicPr>
            <a:picLocks noChangeAspect="1"/>
          </p:cNvPicPr>
          <p:nvPr>
            <p:custDataLst>
              <p:tags r:id="rId131"/>
            </p:custDataLst>
          </p:nvPr>
        </p:nvPicPr>
        <p:blipFill>
          <a:blip r:embed="rId130"/>
          <a:stretch>
            <a:fillRect/>
          </a:stretch>
        </p:blipFill>
        <p:spPr>
          <a:xfrm>
            <a:off x="10563487" y="1771171"/>
            <a:ext cx="170688" cy="996696"/>
          </a:xfrm>
          <a:prstGeom prst="rect">
            <a:avLst/>
          </a:prstGeom>
        </p:spPr>
      </p:pic>
      <p:pic>
        <p:nvPicPr>
          <p:cNvPr id="102" name="Image 65" descr="preencoded.png">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132"/>
          <a:stretch>
            <a:fillRect/>
          </a:stretch>
        </p:blipFill>
        <p:spPr>
          <a:xfrm>
            <a:off x="9995359" y="2675860"/>
            <a:ext cx="746760" cy="868680"/>
          </a:xfrm>
          <a:prstGeom prst="rect">
            <a:avLst/>
          </a:prstGeom>
        </p:spPr>
      </p:pic>
      <p:pic>
        <p:nvPicPr>
          <p:cNvPr id="103" name="Image 66" descr="preencoded.png">    </p:cNvPr>
          <p:cNvPicPr>
            <a:picLocks noChangeAspect="1"/>
          </p:cNvPicPr>
          <p:nvPr>
            <p:custDataLst>
              <p:tags r:id="rId135"/>
            </p:custDataLst>
          </p:nvPr>
        </p:nvPicPr>
        <p:blipFill>
          <a:blip r:embed="rId134"/>
          <a:stretch>
            <a:fillRect/>
          </a:stretch>
        </p:blipFill>
        <p:spPr>
          <a:xfrm>
            <a:off x="8757194" y="2167518"/>
            <a:ext cx="1944624" cy="640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-1106305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PS-CPL guided analysis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04186" y="-48673"/>
            <a:ext cx="7964424" cy="79644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-1106305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Silico Variant Prioritization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PS-CPL guided analysis 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04186" y="-48673"/>
            <a:ext cx="7964424" cy="796442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31350" y="3404988"/>
            <a:ext cx="4730496" cy="146913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8431" y="4364155"/>
            <a:ext cx="6723888" cy="22372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31481" y="357698"/>
            <a:ext cx="5748528" cy="4419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48763" y="347080"/>
            <a:ext cx="170688" cy="674827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25049" y="5070956"/>
            <a:ext cx="4279392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528268" y="4393540"/>
            <a:ext cx="5791200" cy="43586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399344" y="2810564"/>
            <a:ext cx="5053584" cy="166420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429606" y="1603609"/>
            <a:ext cx="5023104" cy="12496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252688" y="5064676"/>
            <a:ext cx="880872" cy="122834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95915" y="3332177"/>
            <a:ext cx="4398264" cy="44196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 rot="0">
            <a:off x="197916" y="921963"/>
            <a:ext cx="4567483" cy="53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all 9 positions, libraries for all 20 amino acids are generated systematically: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amino acid is fixed</a:t>
            </a:r>
            <a:endParaRPr lang="en-US" sz="900" dirty="0"/>
          </a:p>
          <a:p>
            <a:pPr algn="l" lvl="1" marL="228600" indent="-163286">
              <a:lnSpc>
                <a:spcPct val="96985"/>
              </a:lnSpc>
              <a:buSzPct val="100000"/>
              <a:buChar char="●"/>
            </a:pPr>
            <a:r>
              <a:rPr lang="en-US" sz="9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rest are randomized</a:t>
            </a:r>
            <a:endParaRPr lang="en-US" sz="900" dirty="0"/>
          </a:p>
        </p:txBody>
      </p:sp>
      <p:pic>
        <p:nvPicPr>
          <p:cNvPr id="12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32543" y="357698"/>
            <a:ext cx="4383024" cy="44196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259335" y="1227528"/>
            <a:ext cx="1990344" cy="1969008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83251" y="1389006"/>
            <a:ext cx="478536" cy="1670304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46455" y="2148567"/>
            <a:ext cx="1237488" cy="826008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26608" y="1130949"/>
            <a:ext cx="1283208" cy="1472184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 rot="0">
            <a:off x="3485917" y="1472163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AXXXXXXXX</a:t>
            </a:r>
            <a:endParaRPr lang="en-US" sz="700" dirty="0"/>
          </a:p>
        </p:txBody>
      </p:sp>
      <p:sp>
        <p:nvSpPr>
          <p:cNvPr id="18" name="Text 2"/>
          <p:cNvSpPr/>
          <p:nvPr/>
        </p:nvSpPr>
        <p:spPr>
          <a:xfrm rot="0">
            <a:off x="3485915" y="1865259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CXXXXXXXX</a:t>
            </a:r>
            <a:endParaRPr lang="en-US" sz="700" dirty="0"/>
          </a:p>
        </p:txBody>
      </p:sp>
      <p:sp>
        <p:nvSpPr>
          <p:cNvPr id="19" name="Text 3"/>
          <p:cNvSpPr/>
          <p:nvPr/>
        </p:nvSpPr>
        <p:spPr>
          <a:xfrm rot="0">
            <a:off x="3485912" y="2849701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YXXXXXXXX</a:t>
            </a:r>
            <a:endParaRPr lang="en-US" sz="700" dirty="0"/>
          </a:p>
        </p:txBody>
      </p:sp>
      <p:sp>
        <p:nvSpPr>
          <p:cNvPr id="20" name="Text 4"/>
          <p:cNvSpPr/>
          <p:nvPr/>
        </p:nvSpPr>
        <p:spPr>
          <a:xfrm rot="0">
            <a:off x="3488493" y="2358672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1" name="Text 5"/>
          <p:cNvSpPr/>
          <p:nvPr/>
        </p:nvSpPr>
        <p:spPr>
          <a:xfrm rot="0">
            <a:off x="4157246" y="14457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sp>
        <p:nvSpPr>
          <p:cNvPr id="22" name="Text 6"/>
          <p:cNvSpPr/>
          <p:nvPr/>
        </p:nvSpPr>
        <p:spPr>
          <a:xfrm rot="0">
            <a:off x="4756248" y="1472162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XXXXXXXXA</a:t>
            </a:r>
            <a:endParaRPr lang="en-US" sz="700" dirty="0"/>
          </a:p>
        </p:txBody>
      </p:sp>
      <p:sp>
        <p:nvSpPr>
          <p:cNvPr id="23" name="Text 7"/>
          <p:cNvSpPr/>
          <p:nvPr/>
        </p:nvSpPr>
        <p:spPr>
          <a:xfrm rot="0">
            <a:off x="4756246" y="1865258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XXXXXXXXC</a:t>
            </a:r>
            <a:endParaRPr lang="en-US" sz="700" dirty="0"/>
          </a:p>
        </p:txBody>
      </p:sp>
      <p:sp>
        <p:nvSpPr>
          <p:cNvPr id="24" name="Text 8"/>
          <p:cNvSpPr/>
          <p:nvPr/>
        </p:nvSpPr>
        <p:spPr>
          <a:xfrm rot="0">
            <a:off x="4756243" y="2849700"/>
            <a:ext cx="566653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XXXXXXXXY</a:t>
            </a:r>
            <a:endParaRPr lang="en-US" sz="700" dirty="0"/>
          </a:p>
        </p:txBody>
      </p:sp>
      <p:sp>
        <p:nvSpPr>
          <p:cNvPr id="25" name="Text 9"/>
          <p:cNvSpPr/>
          <p:nvPr/>
        </p:nvSpPr>
        <p:spPr>
          <a:xfrm rot="0">
            <a:off x="4758824" y="2358670"/>
            <a:ext cx="481218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000" dirty="0">
                <a:solidFill>
                  <a:srgbClr val="000000">
                    <a:alpha val="1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..............</a:t>
            </a:r>
            <a:endParaRPr lang="en-US" sz="1000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409025" y="1202595"/>
            <a:ext cx="1155192" cy="216408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279150" y="1329359"/>
            <a:ext cx="216408" cy="1155192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657570" y="3771951"/>
            <a:ext cx="2322576" cy="2950464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86945" y="5417742"/>
            <a:ext cx="323088" cy="755904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5738445" y="5076475"/>
            <a:ext cx="426720" cy="362712"/>
          </a:xfrm>
          <a:prstGeom prst="rect">
            <a:avLst/>
          </a:prstGeom>
        </p:spPr>
      </p:pic>
      <p:pic>
        <p:nvPicPr>
          <p:cNvPr id="31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553181" y="5189550"/>
            <a:ext cx="326136" cy="335280"/>
          </a:xfrm>
          <a:prstGeom prst="rect">
            <a:avLst/>
          </a:prstGeom>
        </p:spPr>
      </p:pic>
      <p:pic>
        <p:nvPicPr>
          <p:cNvPr id="32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5929946" y="5139799"/>
            <a:ext cx="426720" cy="405384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 rot="0">
            <a:off x="5645199" y="6206867"/>
            <a:ext cx="564074" cy="11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HLA-A*02:01</a:t>
            </a:r>
            <a:endParaRPr lang="en-US" sz="700" dirty="0"/>
          </a:p>
        </p:txBody>
      </p:sp>
      <p:sp>
        <p:nvSpPr>
          <p:cNvPr id="34" name="Text 11"/>
          <p:cNvSpPr/>
          <p:nvPr/>
        </p:nvSpPr>
        <p:spPr>
          <a:xfrm rot="0">
            <a:off x="5528953" y="4919151"/>
            <a:ext cx="823687" cy="2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Peptides from Phase III</a:t>
            </a:r>
            <a:endParaRPr lang="en-US" sz="700" dirty="0"/>
          </a:p>
        </p:txBody>
      </p:sp>
      <p:pic>
        <p:nvPicPr>
          <p:cNvPr id="35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7150162" y="4845336"/>
            <a:ext cx="582168" cy="536448"/>
          </a:xfrm>
          <a:prstGeom prst="rect">
            <a:avLst/>
          </a:prstGeom>
        </p:spPr>
      </p:pic>
      <p:pic>
        <p:nvPicPr>
          <p:cNvPr id="36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7150164" y="5413799"/>
            <a:ext cx="582168" cy="536448"/>
          </a:xfrm>
          <a:prstGeom prst="rect">
            <a:avLst/>
          </a:prstGeom>
        </p:spPr>
      </p:pic>
      <p:pic>
        <p:nvPicPr>
          <p:cNvPr id="37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7167894" y="6000180"/>
            <a:ext cx="582168" cy="536448"/>
          </a:xfrm>
          <a:prstGeom prst="rect">
            <a:avLst/>
          </a:prstGeom>
        </p:spPr>
      </p:pic>
      <p:sp>
        <p:nvSpPr>
          <p:cNvPr id="38" name="Text 12"/>
          <p:cNvSpPr/>
          <p:nvPr/>
        </p:nvSpPr>
        <p:spPr>
          <a:xfrm rot="0">
            <a:off x="6391512" y="5620660"/>
            <a:ext cx="299143" cy="13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AF3</a:t>
            </a:r>
            <a:endParaRPr lang="en-US" sz="700" dirty="0"/>
          </a:p>
        </p:txBody>
      </p:sp>
      <p:pic>
        <p:nvPicPr>
          <p:cNvPr id="39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7689313" y="4996602"/>
            <a:ext cx="646176" cy="451104"/>
          </a:xfrm>
          <a:prstGeom prst="rect">
            <a:avLst/>
          </a:prstGeom>
        </p:spPr>
      </p:pic>
      <p:pic>
        <p:nvPicPr>
          <p:cNvPr id="40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689316" y="5883105"/>
            <a:ext cx="646176" cy="466344"/>
          </a:xfrm>
          <a:prstGeom prst="rect">
            <a:avLst/>
          </a:prstGeom>
        </p:spPr>
      </p:pic>
      <p:pic>
        <p:nvPicPr>
          <p:cNvPr id="41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8255161" y="5366421"/>
            <a:ext cx="783336" cy="597408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 rot="0">
            <a:off x="8117347" y="5098157"/>
            <a:ext cx="823687" cy="15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Top-scoring pHLA</a:t>
            </a:r>
            <a:endParaRPr lang="en-US" sz="700" dirty="0"/>
          </a:p>
        </p:txBody>
      </p:sp>
      <p:sp>
        <p:nvSpPr>
          <p:cNvPr id="43" name="Text 14"/>
          <p:cNvSpPr/>
          <p:nvPr/>
        </p:nvSpPr>
        <p:spPr>
          <a:xfrm rot="0">
            <a:off x="7629107" y="5511217"/>
            <a:ext cx="681832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ipTM 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</a:t>
            </a:r>
            <a:endParaRPr lang="en-US" sz="700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pLDDT</a:t>
            </a:r>
            <a:endParaRPr lang="en-US" sz="700" dirty="0"/>
          </a:p>
        </p:txBody>
      </p:sp>
      <p:pic>
        <p:nvPicPr>
          <p:cNvPr id="44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8957895" y="5588578"/>
            <a:ext cx="533400" cy="161544"/>
          </a:xfrm>
          <a:prstGeom prst="rect">
            <a:avLst/>
          </a:prstGeom>
        </p:spPr>
      </p:pic>
      <p:pic>
        <p:nvPicPr>
          <p:cNvPr id="45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10403109" y="5277359"/>
            <a:ext cx="201168" cy="688848"/>
          </a:xfrm>
          <a:prstGeom prst="rect">
            <a:avLst/>
          </a:prstGeom>
        </p:spPr>
      </p:pic>
      <p:pic>
        <p:nvPicPr>
          <p:cNvPr id="46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10305161" y="5300579"/>
            <a:ext cx="277368" cy="155448"/>
          </a:xfrm>
          <a:prstGeom prst="rect">
            <a:avLst/>
          </a:prstGeom>
        </p:spPr>
      </p:pic>
      <p:sp>
        <p:nvSpPr>
          <p:cNvPr id="47" name="Text 15"/>
          <p:cNvSpPr/>
          <p:nvPr/>
        </p:nvSpPr>
        <p:spPr>
          <a:xfrm rot="-5400000">
            <a:off x="9334888" y="5605189"/>
            <a:ext cx="309176" cy="6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1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energy</a:t>
            </a:r>
            <a:endParaRPr lang="en-US" sz="401" dirty="0"/>
          </a:p>
        </p:txBody>
      </p:sp>
      <p:pic>
        <p:nvPicPr>
          <p:cNvPr id="48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10071753" y="5299756"/>
            <a:ext cx="387096" cy="780288"/>
          </a:xfrm>
          <a:prstGeom prst="rect">
            <a:avLst/>
          </a:prstGeom>
        </p:spPr>
      </p:pic>
      <p:pic>
        <p:nvPicPr>
          <p:cNvPr id="49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9833096" y="5848369"/>
            <a:ext cx="359664" cy="158496"/>
          </a:xfrm>
          <a:prstGeom prst="rect">
            <a:avLst/>
          </a:prstGeom>
        </p:spPr>
      </p:pic>
      <p:pic>
        <p:nvPicPr>
          <p:cNvPr id="50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9917218" y="5774001"/>
            <a:ext cx="237744" cy="231648"/>
          </a:xfrm>
          <a:prstGeom prst="rect">
            <a:avLst/>
          </a:prstGeom>
        </p:spPr>
      </p:pic>
      <p:pic>
        <p:nvPicPr>
          <p:cNvPr id="51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9871292" y="5686294"/>
            <a:ext cx="237744" cy="231648"/>
          </a:xfrm>
          <a:prstGeom prst="rect">
            <a:avLst/>
          </a:prstGeom>
        </p:spPr>
      </p:pic>
      <p:pic>
        <p:nvPicPr>
          <p:cNvPr id="52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9802851" y="5790201"/>
            <a:ext cx="758952" cy="155448"/>
          </a:xfrm>
          <a:prstGeom prst="rect">
            <a:avLst/>
          </a:prstGeom>
        </p:spPr>
      </p:pic>
      <p:pic>
        <p:nvPicPr>
          <p:cNvPr id="53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9542659" y="5787499"/>
            <a:ext cx="411480" cy="292608"/>
          </a:xfrm>
          <a:prstGeom prst="rect">
            <a:avLst/>
          </a:prstGeom>
        </p:spPr>
      </p:pic>
      <p:sp>
        <p:nvSpPr>
          <p:cNvPr id="54" name="Text 16"/>
          <p:cNvSpPr/>
          <p:nvPr/>
        </p:nvSpPr>
        <p:spPr>
          <a:xfrm>
            <a:off x="10543763" y="5568356"/>
            <a:ext cx="175702" cy="7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452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ΔG&gt;0</a:t>
            </a:r>
            <a:endParaRPr lang="en-US" sz="452" dirty="0"/>
          </a:p>
        </p:txBody>
      </p:sp>
      <p:pic>
        <p:nvPicPr>
          <p:cNvPr id="55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9465708" y="5163583"/>
            <a:ext cx="1158240" cy="920496"/>
          </a:xfrm>
          <a:prstGeom prst="rect">
            <a:avLst/>
          </a:prstGeom>
        </p:spPr>
      </p:pic>
      <p:sp>
        <p:nvSpPr>
          <p:cNvPr id="56" name="Text 17"/>
          <p:cNvSpPr/>
          <p:nvPr/>
        </p:nvSpPr>
        <p:spPr>
          <a:xfrm rot="0">
            <a:off x="9561863" y="5080990"/>
            <a:ext cx="982459" cy="17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Thermodynamic Scoring</a:t>
            </a:r>
            <a:endParaRPr lang="en-US" sz="700" dirty="0"/>
          </a:p>
        </p:txBody>
      </p:sp>
      <p:sp>
        <p:nvSpPr>
          <p:cNvPr id="57" name="Text 18"/>
          <p:cNvSpPr/>
          <p:nvPr/>
        </p:nvSpPr>
        <p:spPr>
          <a:xfrm rot="0">
            <a:off x="9012775" y="5532856"/>
            <a:ext cx="3731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</a:t>
            </a:r>
            <a:endParaRPr lang="en-US" sz="700" dirty="0"/>
          </a:p>
        </p:txBody>
      </p:sp>
      <p:pic>
        <p:nvPicPr>
          <p:cNvPr id="58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10672805" y="5588575"/>
            <a:ext cx="533400" cy="161544"/>
          </a:xfrm>
          <a:prstGeom prst="rect">
            <a:avLst/>
          </a:prstGeom>
        </p:spPr>
      </p:pic>
      <p:sp>
        <p:nvSpPr>
          <p:cNvPr id="59" name="Text 19"/>
          <p:cNvSpPr/>
          <p:nvPr/>
        </p:nvSpPr>
        <p:spPr>
          <a:xfrm rot="0">
            <a:off x="11061621" y="4969427"/>
            <a:ext cx="982459" cy="21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Molecular Dynamics Simulation</a:t>
            </a:r>
            <a:endParaRPr lang="en-US" sz="700" dirty="0"/>
          </a:p>
        </p:txBody>
      </p:sp>
      <p:sp>
        <p:nvSpPr>
          <p:cNvPr id="60" name="Text 20"/>
          <p:cNvSpPr/>
          <p:nvPr/>
        </p:nvSpPr>
        <p:spPr>
          <a:xfrm rot="0">
            <a:off x="10706778" y="5450390"/>
            <a:ext cx="44511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6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 candidates</a:t>
            </a:r>
            <a:endParaRPr lang="en-US" sz="600" dirty="0"/>
          </a:p>
        </p:txBody>
      </p:sp>
      <p:pic>
        <p:nvPicPr>
          <p:cNvPr id="6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11055170" y="5170233"/>
            <a:ext cx="996696" cy="1136904"/>
          </a:xfrm>
          <a:prstGeom prst="rect">
            <a:avLst/>
          </a:prstGeom>
        </p:spPr>
      </p:pic>
      <p:pic>
        <p:nvPicPr>
          <p:cNvPr id="62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11233385" y="5301031"/>
            <a:ext cx="734568" cy="716280"/>
          </a:xfrm>
          <a:prstGeom prst="rect">
            <a:avLst/>
          </a:prstGeom>
        </p:spPr>
      </p:pic>
      <p:pic>
        <p:nvPicPr>
          <p:cNvPr id="63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11281978" y="5407194"/>
            <a:ext cx="548640" cy="545592"/>
          </a:xfrm>
          <a:prstGeom prst="rect">
            <a:avLst/>
          </a:prstGeom>
        </p:spPr>
      </p:pic>
      <p:sp>
        <p:nvSpPr>
          <p:cNvPr id="64" name="Text 21"/>
          <p:cNvSpPr/>
          <p:nvPr/>
        </p:nvSpPr>
        <p:spPr>
          <a:xfrm rot="0">
            <a:off x="11135551" y="6223386"/>
            <a:ext cx="835602" cy="23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candidates with low RMSF</a:t>
            </a:r>
            <a:endParaRPr lang="en-US" sz="700" dirty="0"/>
          </a:p>
        </p:txBody>
      </p:sp>
      <p:sp>
        <p:nvSpPr>
          <p:cNvPr id="65" name="Text 22"/>
          <p:cNvSpPr/>
          <p:nvPr/>
        </p:nvSpPr>
        <p:spPr>
          <a:xfrm rot="0">
            <a:off x="10680916" y="5713928"/>
            <a:ext cx="431919" cy="11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GROMACS</a:t>
            </a:r>
            <a:endParaRPr lang="en-US" sz="700" dirty="0"/>
          </a:p>
        </p:txBody>
      </p:sp>
      <p:sp>
        <p:nvSpPr>
          <p:cNvPr id="66" name="Text 23"/>
          <p:cNvSpPr/>
          <p:nvPr/>
        </p:nvSpPr>
        <p:spPr>
          <a:xfrm>
            <a:off x="10106029" y="847965"/>
            <a:ext cx="109211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000000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NetMHCPan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Binding Affinity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Elution Rank</a:t>
            </a:r>
            <a:endParaRPr lang="en-US" sz="1162" dirty="0"/>
          </a:p>
        </p:txBody>
      </p:sp>
      <p:pic>
        <p:nvPicPr>
          <p:cNvPr id="67" name="Image 41" descr="preencoded.png">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>
            <a:off x="10382343" y="1347750"/>
            <a:ext cx="530352" cy="509016"/>
          </a:xfrm>
          <a:prstGeom prst="rect">
            <a:avLst/>
          </a:prstGeom>
        </p:spPr>
      </p:pic>
      <p:sp>
        <p:nvSpPr>
          <p:cNvPr id="68" name="Text 24"/>
          <p:cNvSpPr/>
          <p:nvPr/>
        </p:nvSpPr>
        <p:spPr>
          <a:xfrm>
            <a:off x="6633055" y="936456"/>
            <a:ext cx="1389115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QCFFCFKEL</a:t>
            </a:r>
            <a:endParaRPr lang="en-US" sz="1162" dirty="0"/>
          </a:p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818689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SV-wild type (wt) 9mer</a:t>
            </a:r>
            <a:endParaRPr lang="en-US" sz="1162" dirty="0"/>
          </a:p>
        </p:txBody>
      </p:sp>
      <p:sp>
        <p:nvSpPr>
          <p:cNvPr id="69" name="Text 25"/>
          <p:cNvSpPr/>
          <p:nvPr/>
        </p:nvSpPr>
        <p:spPr>
          <a:xfrm>
            <a:off x="5586934" y="2099220"/>
            <a:ext cx="76319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Mutational Analysis</a:t>
            </a:r>
            <a:endParaRPr lang="en-US" sz="1162" dirty="0"/>
          </a:p>
        </p:txBody>
      </p:sp>
      <p:sp>
        <p:nvSpPr>
          <p:cNvPr id="70" name="Text 26"/>
          <p:cNvSpPr/>
          <p:nvPr/>
        </p:nvSpPr>
        <p:spPr>
          <a:xfrm>
            <a:off x="5489945" y="3267974"/>
            <a:ext cx="10921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PS-CPL guided Analysis</a:t>
            </a:r>
            <a:endParaRPr lang="en-US" sz="1162" dirty="0"/>
          </a:p>
        </p:txBody>
      </p:sp>
      <p:sp>
        <p:nvSpPr>
          <p:cNvPr id="71" name="Text 27"/>
          <p:cNvSpPr/>
          <p:nvPr/>
        </p:nvSpPr>
        <p:spPr>
          <a:xfrm>
            <a:off x="6768469" y="1708048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1-AA candidates</a:t>
            </a:r>
            <a:endParaRPr lang="en-US" sz="1162" dirty="0"/>
          </a:p>
        </p:txBody>
      </p:sp>
      <p:sp>
        <p:nvSpPr>
          <p:cNvPr id="72" name="Text 28"/>
          <p:cNvSpPr/>
          <p:nvPr/>
        </p:nvSpPr>
        <p:spPr>
          <a:xfrm>
            <a:off x="6768470" y="2222391"/>
            <a:ext cx="1092114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2-AA candidates</a:t>
            </a:r>
            <a:endParaRPr lang="en-US" sz="1162" dirty="0"/>
          </a:p>
        </p:txBody>
      </p:sp>
      <p:pic>
        <p:nvPicPr>
          <p:cNvPr id="73" name="Image 42" descr="preencoded.png">    </p:cNvPr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6"/>
          <a:stretch>
            <a:fillRect/>
          </a:stretch>
        </p:blipFill>
        <p:spPr>
          <a:xfrm>
            <a:off x="6634824" y="1892144"/>
            <a:ext cx="1350264" cy="237744"/>
          </a:xfrm>
          <a:prstGeom prst="rect">
            <a:avLst/>
          </a:prstGeom>
        </p:spPr>
      </p:pic>
      <p:pic>
        <p:nvPicPr>
          <p:cNvPr id="74" name="Image 43" descr="preencoded.png">    </p:cNvPr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6634821" y="2406416"/>
            <a:ext cx="1350264" cy="237744"/>
          </a:xfrm>
          <a:prstGeom prst="rect">
            <a:avLst/>
          </a:prstGeom>
        </p:spPr>
      </p:pic>
      <p:pic>
        <p:nvPicPr>
          <p:cNvPr id="75" name="Image 44" descr="preencoded.png">    </p:cNvPr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6287955" y="1925252"/>
            <a:ext cx="472440" cy="685800"/>
          </a:xfrm>
          <a:prstGeom prst="rect">
            <a:avLst/>
          </a:prstGeom>
        </p:spPr>
      </p:pic>
      <p:pic>
        <p:nvPicPr>
          <p:cNvPr id="76" name="Image 45" descr="preencoded.png">    </p:cNvPr>
          <p:cNvPicPr>
            <a:picLocks noChangeAspect="1"/>
          </p:cNvPicPr>
          <p:nvPr>
            <p:custDataLst>
              <p:tags r:id="rId93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6794240" y="3115087"/>
            <a:ext cx="649224" cy="667512"/>
          </a:xfrm>
          <a:prstGeom prst="rect">
            <a:avLst/>
          </a:prstGeom>
        </p:spPr>
      </p:pic>
      <p:sp>
        <p:nvSpPr>
          <p:cNvPr id="77" name="Text 29"/>
          <p:cNvSpPr/>
          <p:nvPr/>
        </p:nvSpPr>
        <p:spPr>
          <a:xfrm>
            <a:off x="6185516" y="3718450"/>
            <a:ext cx="12183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1: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CPL cytokines activity ratios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 to the wt</a:t>
            </a:r>
            <a:endParaRPr lang="en-US" sz="1162" dirty="0"/>
          </a:p>
        </p:txBody>
      </p:sp>
      <p:pic>
        <p:nvPicPr>
          <p:cNvPr id="78" name="Image 46" descr="preencoded.png">    </p:cNvPr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4"/>
          <a:stretch>
            <a:fillRect/>
          </a:stretch>
        </p:blipFill>
        <p:spPr>
          <a:xfrm>
            <a:off x="6447824" y="3358054"/>
            <a:ext cx="435864" cy="176784"/>
          </a:xfrm>
          <a:prstGeom prst="rect">
            <a:avLst/>
          </a:prstGeom>
        </p:spPr>
      </p:pic>
      <p:pic>
        <p:nvPicPr>
          <p:cNvPr id="79" name="Image 47" descr="preencoded.png">    </p:cNvPr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6"/>
          <a:stretch>
            <a:fillRect/>
          </a:stretch>
        </p:blipFill>
        <p:spPr>
          <a:xfrm>
            <a:off x="7717081" y="3118328"/>
            <a:ext cx="643128" cy="664464"/>
          </a:xfrm>
          <a:prstGeom prst="rect">
            <a:avLst/>
          </a:prstGeom>
        </p:spPr>
      </p:pic>
      <p:pic>
        <p:nvPicPr>
          <p:cNvPr id="80" name="Image 48" descr="preencoded.png">    </p:cNvPr>
          <p:cNvPicPr>
            <a:picLocks noChangeAspect="1"/>
          </p:cNvPicPr>
          <p:nvPr>
            <p:custDataLst>
              <p:tags r:id="rId99"/>
            </p:custDataLst>
          </p:nvPr>
        </p:nvPicPr>
        <p:blipFill>
          <a:blip r:embed="rId98"/>
          <a:stretch>
            <a:fillRect/>
          </a:stretch>
        </p:blipFill>
        <p:spPr>
          <a:xfrm>
            <a:off x="7365503" y="3358054"/>
            <a:ext cx="435864" cy="176784"/>
          </a:xfrm>
          <a:prstGeom prst="rect">
            <a:avLst/>
          </a:prstGeom>
        </p:spPr>
      </p:pic>
      <p:sp>
        <p:nvSpPr>
          <p:cNvPr id="81" name="Text 30"/>
          <p:cNvSpPr/>
          <p:nvPr/>
        </p:nvSpPr>
        <p:spPr>
          <a:xfrm>
            <a:off x="7597265" y="3826795"/>
            <a:ext cx="968328" cy="37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Scoring positions / aa</a:t>
            </a:r>
            <a:endParaRPr lang="en-US" sz="1162" dirty="0"/>
          </a:p>
        </p:txBody>
      </p:sp>
      <p:pic>
        <p:nvPicPr>
          <p:cNvPr id="82" name="Image 49" descr="preencoded.png">    </p:cNvPr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0"/>
          <a:stretch>
            <a:fillRect/>
          </a:stretch>
        </p:blipFill>
        <p:spPr>
          <a:xfrm>
            <a:off x="8685341" y="2135811"/>
            <a:ext cx="234696" cy="234696"/>
          </a:xfrm>
          <a:prstGeom prst="rect">
            <a:avLst/>
          </a:prstGeom>
        </p:spPr>
      </p:pic>
      <p:pic>
        <p:nvPicPr>
          <p:cNvPr id="83" name="Image 50" descr="preencoded.png">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2"/>
          <a:stretch>
            <a:fillRect/>
          </a:stretch>
        </p:blipFill>
        <p:spPr>
          <a:xfrm>
            <a:off x="8320685" y="871978"/>
            <a:ext cx="441960" cy="457200"/>
          </a:xfrm>
          <a:prstGeom prst="rect">
            <a:avLst/>
          </a:prstGeom>
        </p:spPr>
      </p:pic>
      <p:pic>
        <p:nvPicPr>
          <p:cNvPr id="84" name="Image 51" descr="preencoded.png">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4"/>
          <a:stretch>
            <a:fillRect/>
          </a:stretch>
        </p:blipFill>
        <p:spPr>
          <a:xfrm>
            <a:off x="8902104" y="871975"/>
            <a:ext cx="441960" cy="457200"/>
          </a:xfrm>
          <a:prstGeom prst="rect">
            <a:avLst/>
          </a:prstGeom>
        </p:spPr>
      </p:pic>
      <p:sp>
        <p:nvSpPr>
          <p:cNvPr id="85" name="Text 31"/>
          <p:cNvSpPr/>
          <p:nvPr/>
        </p:nvSpPr>
        <p:spPr>
          <a:xfrm>
            <a:off x="8225443" y="1365198"/>
            <a:ext cx="1347988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2 &amp; Donor 3</a:t>
            </a:r>
            <a:endParaRPr lang="en-US" sz="1162" dirty="0"/>
          </a:p>
        </p:txBody>
      </p:sp>
      <p:pic>
        <p:nvPicPr>
          <p:cNvPr id="86" name="Image 52" descr="preencoded.png">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7860048" y="1919876"/>
            <a:ext cx="545592" cy="691896"/>
          </a:xfrm>
          <a:prstGeom prst="rect">
            <a:avLst/>
          </a:prstGeom>
        </p:spPr>
      </p:pic>
      <p:pic>
        <p:nvPicPr>
          <p:cNvPr id="87" name="Image 53" descr="preencoded.png">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8394291" y="1454431"/>
            <a:ext cx="874776" cy="256032"/>
          </a:xfrm>
          <a:prstGeom prst="rect">
            <a:avLst/>
          </a:prstGeom>
        </p:spPr>
      </p:pic>
      <p:pic>
        <p:nvPicPr>
          <p:cNvPr id="88" name="Image 54" descr="preencoded.png">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8244582" y="2168990"/>
            <a:ext cx="615696" cy="170688"/>
          </a:xfrm>
          <a:prstGeom prst="rect">
            <a:avLst/>
          </a:prstGeom>
        </p:spPr>
      </p:pic>
      <p:pic>
        <p:nvPicPr>
          <p:cNvPr id="89" name="Image 55" descr="preencoded.png">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8716586" y="1546344"/>
            <a:ext cx="170688" cy="752856"/>
          </a:xfrm>
          <a:prstGeom prst="rect">
            <a:avLst/>
          </a:prstGeom>
        </p:spPr>
      </p:pic>
      <p:pic>
        <p:nvPicPr>
          <p:cNvPr id="90" name="Image 56" descr="preencoded.png">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4"/>
          <a:stretch>
            <a:fillRect/>
          </a:stretch>
        </p:blipFill>
        <p:spPr>
          <a:xfrm>
            <a:off x="7045497" y="2770974"/>
            <a:ext cx="1850136" cy="429768"/>
          </a:xfrm>
          <a:prstGeom prst="rect">
            <a:avLst/>
          </a:prstGeom>
        </p:spPr>
      </p:pic>
      <p:pic>
        <p:nvPicPr>
          <p:cNvPr id="91" name="Image 57" descr="preencoded.png">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6"/>
          <a:stretch>
            <a:fillRect/>
          </a:stretch>
        </p:blipFill>
        <p:spPr>
          <a:xfrm>
            <a:off x="8718765" y="2210114"/>
            <a:ext cx="170688" cy="737616"/>
          </a:xfrm>
          <a:prstGeom prst="rect">
            <a:avLst/>
          </a:prstGeom>
        </p:spPr>
      </p:pic>
      <p:pic>
        <p:nvPicPr>
          <p:cNvPr id="92" name="Image 58" descr="preencoded.png">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 r:embed="rId118"/>
          <a:stretch>
            <a:fillRect/>
          </a:stretch>
        </p:blipFill>
        <p:spPr>
          <a:xfrm>
            <a:off x="8275451" y="3363052"/>
            <a:ext cx="560832" cy="176784"/>
          </a:xfrm>
          <a:prstGeom prst="rect">
            <a:avLst/>
          </a:prstGeom>
        </p:spPr>
      </p:pic>
      <p:sp>
        <p:nvSpPr>
          <p:cNvPr id="93" name="Text 32"/>
          <p:cNvSpPr/>
          <p:nvPr/>
        </p:nvSpPr>
        <p:spPr>
          <a:xfrm>
            <a:off x="8753649" y="3024156"/>
            <a:ext cx="1347019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3,4,5,6, and 7 -AA candidates</a:t>
            </a:r>
            <a:endParaRPr lang="en-US" sz="1162" dirty="0"/>
          </a:p>
        </p:txBody>
      </p:sp>
      <p:pic>
        <p:nvPicPr>
          <p:cNvPr id="94" name="Image 59" descr="preencoded.png">    </p:cNvPr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20"/>
          <a:stretch>
            <a:fillRect/>
          </a:stretch>
        </p:blipFill>
        <p:spPr>
          <a:xfrm>
            <a:off x="8770334" y="3339595"/>
            <a:ext cx="1350264" cy="237744"/>
          </a:xfrm>
          <a:prstGeom prst="rect">
            <a:avLst/>
          </a:prstGeom>
        </p:spPr>
      </p:pic>
      <p:sp>
        <p:nvSpPr>
          <p:cNvPr id="95" name="Text 33"/>
          <p:cNvSpPr/>
          <p:nvPr/>
        </p:nvSpPr>
        <p:spPr>
          <a:xfrm>
            <a:off x="8741780" y="3617532"/>
            <a:ext cx="1509220" cy="86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162" b="1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Variant generation:</a:t>
            </a:r>
            <a:endParaRPr lang="en-US" sz="1162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162" dirty="0">
                <a:solidFill>
                  <a:srgbClr val="232323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3-7 best scoring positions-aa; keep others WT</a:t>
            </a:r>
            <a:endParaRPr lang="en-US" sz="1162" dirty="0"/>
          </a:p>
        </p:txBody>
      </p:sp>
      <p:pic>
        <p:nvPicPr>
          <p:cNvPr id="96" name="Image 60" descr="preencoded.png">    </p:cNvPr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2"/>
          <a:stretch>
            <a:fillRect/>
          </a:stretch>
        </p:blipFill>
        <p:spPr>
          <a:xfrm>
            <a:off x="11103201" y="2194015"/>
            <a:ext cx="850392" cy="1060704"/>
          </a:xfrm>
          <a:prstGeom prst="rect">
            <a:avLst/>
          </a:prstGeom>
        </p:spPr>
      </p:pic>
      <p:sp>
        <p:nvSpPr>
          <p:cNvPr id="97" name="Text 34"/>
          <p:cNvSpPr/>
          <p:nvPr/>
        </p:nvSpPr>
        <p:spPr>
          <a:xfrm>
            <a:off x="11179412" y="2359295"/>
            <a:ext cx="685400" cy="34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950" b="1" dirty="0">
                <a:solidFill>
                  <a:srgbClr val="DA291C">
                    <a:alpha val="2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 Candidates</a:t>
            </a:r>
            <a:endParaRPr lang="en-US" sz="950" dirty="0"/>
          </a:p>
        </p:txBody>
      </p:sp>
      <p:pic>
        <p:nvPicPr>
          <p:cNvPr id="98" name="Image 61" descr="preencoded.png">    </p:cNvPr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24"/>
          <a:stretch>
            <a:fillRect/>
          </a:stretch>
        </p:blipFill>
        <p:spPr>
          <a:xfrm>
            <a:off x="11305910" y="2703857"/>
            <a:ext cx="466344" cy="420624"/>
          </a:xfrm>
          <a:prstGeom prst="rect">
            <a:avLst/>
          </a:prstGeom>
        </p:spPr>
      </p:pic>
      <p:pic>
        <p:nvPicPr>
          <p:cNvPr id="99" name="Image 62" descr="preencoded.png">    </p:cNvPr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6"/>
          <a:stretch>
            <a:fillRect/>
          </a:stretch>
        </p:blipFill>
        <p:spPr>
          <a:xfrm>
            <a:off x="10538974" y="2604609"/>
            <a:ext cx="234696" cy="234696"/>
          </a:xfrm>
          <a:prstGeom prst="rect">
            <a:avLst/>
          </a:prstGeom>
        </p:spPr>
      </p:pic>
      <p:pic>
        <p:nvPicPr>
          <p:cNvPr id="100" name="Image 63" descr="preencoded.png">    </p:cNvPr>
          <p:cNvPicPr>
            <a:picLocks noChangeAspect="1"/>
          </p:cNvPicPr>
          <p:nvPr>
            <p:custDataLst>
              <p:tags r:id="rId129"/>
            </p:custDataLst>
          </p:nvPr>
        </p:nvPicPr>
        <p:blipFill>
          <a:blip r:embed="rId128"/>
          <a:stretch>
            <a:fillRect/>
          </a:stretch>
        </p:blipFill>
        <p:spPr>
          <a:xfrm>
            <a:off x="10610369" y="2633883"/>
            <a:ext cx="664464" cy="170688"/>
          </a:xfrm>
          <a:prstGeom prst="rect">
            <a:avLst/>
          </a:prstGeom>
        </p:spPr>
      </p:pic>
      <p:pic>
        <p:nvPicPr>
          <p:cNvPr id="101" name="Image 64" descr="preencoded.png">    </p:cNvPr>
          <p:cNvPicPr>
            <a:picLocks noChangeAspect="1"/>
          </p:cNvPicPr>
          <p:nvPr>
            <p:custDataLst>
              <p:tags r:id="rId131"/>
            </p:custDataLst>
          </p:nvPr>
        </p:nvPicPr>
        <p:blipFill>
          <a:blip r:embed="rId130"/>
          <a:stretch>
            <a:fillRect/>
          </a:stretch>
        </p:blipFill>
        <p:spPr>
          <a:xfrm>
            <a:off x="10563487" y="1771171"/>
            <a:ext cx="170688" cy="996696"/>
          </a:xfrm>
          <a:prstGeom prst="rect">
            <a:avLst/>
          </a:prstGeom>
        </p:spPr>
      </p:pic>
      <p:pic>
        <p:nvPicPr>
          <p:cNvPr id="102" name="Image 65" descr="preencoded.png">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 r:embed="rId132"/>
          <a:stretch>
            <a:fillRect/>
          </a:stretch>
        </p:blipFill>
        <p:spPr>
          <a:xfrm>
            <a:off x="9995359" y="2675860"/>
            <a:ext cx="746760" cy="868680"/>
          </a:xfrm>
          <a:prstGeom prst="rect">
            <a:avLst/>
          </a:prstGeom>
        </p:spPr>
      </p:pic>
      <p:pic>
        <p:nvPicPr>
          <p:cNvPr id="103" name="Image 66" descr="preencoded.png">    </p:cNvPr>
          <p:cNvPicPr>
            <a:picLocks noChangeAspect="1"/>
          </p:cNvPicPr>
          <p:nvPr>
            <p:custDataLst>
              <p:tags r:id="rId135"/>
            </p:custDataLst>
          </p:nvPr>
        </p:nvPicPr>
        <p:blipFill>
          <a:blip r:embed="rId134"/>
          <a:stretch>
            <a:fillRect/>
          </a:stretch>
        </p:blipFill>
        <p:spPr>
          <a:xfrm>
            <a:off x="8757194" y="2167518"/>
            <a:ext cx="1944624" cy="640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125308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Input &amp; Metrics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94772" y="1802013"/>
            <a:ext cx="2487168" cy="49042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21137" y="797369"/>
            <a:ext cx="1234440" cy="96316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17049" y="1260194"/>
            <a:ext cx="935736" cy="97840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26670" y="1143526"/>
            <a:ext cx="1173480" cy="107899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740068" y="1102997"/>
            <a:ext cx="3191893" cy="145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129 Candidate 9-mers:</a:t>
            </a:r>
            <a:endParaRPr lang="en-US" sz="2400" dirty="0"/>
          </a:p>
          <a:p>
            <a:pPr algn="l" lvl="1" marL="609600" indent="-435429">
              <a:lnSpc>
                <a:spcPct val="96985"/>
              </a:lnSpc>
              <a:buSzPct val="100000"/>
              <a:buChar char="●"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49: 1-AA</a:t>
            </a:r>
            <a:endParaRPr lang="en-US" sz="2400" dirty="0"/>
          </a:p>
          <a:p>
            <a:pPr algn="l" lvl="1" marL="609600" indent="-435429">
              <a:lnSpc>
                <a:spcPct val="96985"/>
              </a:lnSpc>
              <a:buSzPct val="100000"/>
              <a:buChar char="●"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50: 2-AA</a:t>
            </a:r>
            <a:endParaRPr lang="en-US" sz="2400" dirty="0"/>
          </a:p>
          <a:p>
            <a:pPr algn="l" lvl="1" marL="609600" indent="-435429">
              <a:lnSpc>
                <a:spcPct val="96985"/>
              </a:lnSpc>
              <a:buSzPct val="100000"/>
              <a:buChar char="●"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30: CPL guided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5190398" y="3450650"/>
            <a:ext cx="735246" cy="40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400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B2M</a:t>
            </a:r>
            <a:endParaRPr lang="en-US" sz="2400" dirty="0"/>
          </a:p>
        </p:txBody>
      </p:sp>
      <p:sp>
        <p:nvSpPr>
          <p:cNvPr id="9" name="Text 3"/>
          <p:cNvSpPr/>
          <p:nvPr/>
        </p:nvSpPr>
        <p:spPr>
          <a:xfrm>
            <a:off x="1457978" y="2989221"/>
            <a:ext cx="1936569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400" b="1" dirty="0">
                <a:solidFill>
                  <a:srgbClr val="C038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HLA-A*02:01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6740073" y="3982450"/>
            <a:ext cx="4607793" cy="1586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Excluded:</a:t>
            </a:r>
            <a:endParaRPr lang="en-US" sz="2400" dirty="0"/>
          </a:p>
          <a:p>
            <a:pPr algn="l" lvl="1" marL="609600" indent="-435429">
              <a:lnSpc>
                <a:spcPct val="96985"/>
              </a:lnSpc>
              <a:buSzPct val="100000"/>
              <a:buChar char=" "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 signal peptide</a:t>
            </a:r>
            <a:endParaRPr lang="en-US" sz="2400" dirty="0"/>
          </a:p>
          <a:p>
            <a:pPr algn="l" lvl="1" marL="609600" indent="-435429">
              <a:lnSpc>
                <a:spcPct val="96985"/>
              </a:lnSpc>
              <a:buSzPct val="100000"/>
              <a:buChar char=" "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 transmembrane domain</a:t>
            </a:r>
            <a:endParaRPr lang="en-US" sz="2400" dirty="0"/>
          </a:p>
          <a:p>
            <a:pPr algn="l" lvl="1" marL="609600" indent="-435429">
              <a:lnSpc>
                <a:spcPct val="96985"/>
              </a:lnSpc>
              <a:buSzPct val="100000"/>
              <a:buChar char=" "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B2M signal peptide</a:t>
            </a:r>
            <a:endParaRPr lang="en-US" sz="2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019470" y="5091694"/>
            <a:ext cx="271272" cy="27127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030008" y="4751283"/>
            <a:ext cx="271272" cy="271272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028445" y="4398769"/>
            <a:ext cx="271272" cy="27127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-955516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vs Rosetta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5394" y="428243"/>
            <a:ext cx="8369808" cy="548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15602" y="2016163"/>
            <a:ext cx="8378952" cy="16154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00049" y="814565"/>
            <a:ext cx="8385048" cy="16154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12556" y="4339175"/>
            <a:ext cx="8366760" cy="16154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913222" y="3212248"/>
            <a:ext cx="8366760" cy="16154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800083" y="423016"/>
            <a:ext cx="161544" cy="6028944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873306" y="440519"/>
            <a:ext cx="161544" cy="6025896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899507" y="420032"/>
            <a:ext cx="8394192" cy="6047232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2023462" y="20689"/>
            <a:ext cx="7779439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092" b="1" dirty="0">
                <a:solidFill>
                  <a:srgbClr val="1552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Comparative Overview</a:t>
            </a:r>
            <a:endParaRPr lang="en-US" sz="2092" dirty="0"/>
          </a:p>
        </p:txBody>
      </p:sp>
      <p:sp>
        <p:nvSpPr>
          <p:cNvPr id="12" name="Text 2"/>
          <p:cNvSpPr/>
          <p:nvPr/>
        </p:nvSpPr>
        <p:spPr>
          <a:xfrm>
            <a:off x="2182222" y="606469"/>
            <a:ext cx="1613788" cy="22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</a:t>
            </a:r>
            <a:endParaRPr lang="en-US" sz="1435" dirty="0"/>
          </a:p>
        </p:txBody>
      </p:sp>
      <p:sp>
        <p:nvSpPr>
          <p:cNvPr id="13" name="Text 3"/>
          <p:cNvSpPr/>
          <p:nvPr/>
        </p:nvSpPr>
        <p:spPr>
          <a:xfrm>
            <a:off x="2287095" y="1230410"/>
            <a:ext cx="1328371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Architecture &amp; Training</a:t>
            </a:r>
            <a:endParaRPr lang="en-US" sz="1196" dirty="0"/>
          </a:p>
        </p:txBody>
      </p:sp>
      <p:sp>
        <p:nvSpPr>
          <p:cNvPr id="14" name="Text 4"/>
          <p:cNvSpPr/>
          <p:nvPr/>
        </p:nvSpPr>
        <p:spPr>
          <a:xfrm>
            <a:off x="2124109" y="3690776"/>
            <a:ext cx="1652305" cy="19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 Truth Basis</a:t>
            </a:r>
            <a:endParaRPr lang="en-US" sz="1196" dirty="0"/>
          </a:p>
        </p:txBody>
      </p:sp>
      <p:sp>
        <p:nvSpPr>
          <p:cNvPr id="15" name="Text 5"/>
          <p:cNvSpPr/>
          <p:nvPr/>
        </p:nvSpPr>
        <p:spPr>
          <a:xfrm>
            <a:off x="2166386" y="4743534"/>
            <a:ext cx="1610023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Properties Evaluated</a:t>
            </a:r>
            <a:endParaRPr lang="en-US" sz="1196" dirty="0"/>
          </a:p>
        </p:txBody>
      </p:sp>
      <p:sp>
        <p:nvSpPr>
          <p:cNvPr id="16" name="Text 6"/>
          <p:cNvSpPr/>
          <p:nvPr/>
        </p:nvSpPr>
        <p:spPr>
          <a:xfrm>
            <a:off x="4694228" y="606476"/>
            <a:ext cx="1455617" cy="22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(AF3)</a:t>
            </a:r>
            <a:endParaRPr lang="en-US" sz="1435" dirty="0"/>
          </a:p>
        </p:txBody>
      </p:sp>
      <p:sp>
        <p:nvSpPr>
          <p:cNvPr id="17" name="Text 7"/>
          <p:cNvSpPr/>
          <p:nvPr/>
        </p:nvSpPr>
        <p:spPr>
          <a:xfrm>
            <a:off x="4053302" y="3549853"/>
            <a:ext cx="2724290" cy="58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co-evolution &amp; spatial priors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learned from solved crystallographic/cryo-EM databases.</a:t>
            </a:r>
            <a:endParaRPr lang="en-US" sz="1196" dirty="0"/>
          </a:p>
        </p:txBody>
      </p:sp>
      <p:sp>
        <p:nvSpPr>
          <p:cNvPr id="18" name="Text 8"/>
          <p:cNvSpPr/>
          <p:nvPr/>
        </p:nvSpPr>
        <p:spPr>
          <a:xfrm>
            <a:off x="4135145" y="2288604"/>
            <a:ext cx="2642447" cy="94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3D atomic coordinates directly via a denoising diffusion process; outputs predicted distance error probability distributions.</a:t>
            </a:r>
            <a:endParaRPr lang="en-US" sz="1196" dirty="0"/>
          </a:p>
        </p:txBody>
      </p:sp>
      <p:sp>
        <p:nvSpPr>
          <p:cNvPr id="19" name="Text 9"/>
          <p:cNvSpPr/>
          <p:nvPr/>
        </p:nvSpPr>
        <p:spPr>
          <a:xfrm>
            <a:off x="4136227" y="4582490"/>
            <a:ext cx="2641359" cy="73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Implicit stereochemical packing, spatial distance distributions, and inter-residue contact likelihoods.</a:t>
            </a:r>
            <a:endParaRPr lang="en-US" sz="1196" dirty="0"/>
          </a:p>
        </p:txBody>
      </p:sp>
      <p:sp>
        <p:nvSpPr>
          <p:cNvPr id="20" name="Text 10"/>
          <p:cNvSpPr/>
          <p:nvPr/>
        </p:nvSpPr>
        <p:spPr>
          <a:xfrm>
            <a:off x="6902262" y="610814"/>
            <a:ext cx="3316382" cy="305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 (</a:t>
            </a:r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FastRelax</a:t>
            </a:r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InterfaceAnalyzer</a:t>
            </a:r>
            <a:pPr algn="ctr" indent="0" marL="0">
              <a:lnSpc>
                <a:spcPct val="96985"/>
              </a:lnSpc>
              <a:buNone/>
            </a:pPr>
            <a:r>
              <a:rPr lang="en-US" sz="1435" b="1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435" dirty="0"/>
          </a:p>
        </p:txBody>
      </p:sp>
      <p:sp>
        <p:nvSpPr>
          <p:cNvPr id="21" name="Text 11"/>
          <p:cNvSpPr/>
          <p:nvPr/>
        </p:nvSpPr>
        <p:spPr>
          <a:xfrm>
            <a:off x="7130575" y="3468294"/>
            <a:ext cx="2771642" cy="76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Thermodynamic energy minimization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fundamental atomic interactions and empirical physical chemistry.</a:t>
            </a:r>
            <a:endParaRPr lang="en-US" sz="1196" dirty="0"/>
          </a:p>
        </p:txBody>
      </p:sp>
      <p:sp>
        <p:nvSpPr>
          <p:cNvPr id="22" name="Text 12"/>
          <p:cNvSpPr/>
          <p:nvPr/>
        </p:nvSpPr>
        <p:spPr>
          <a:xfrm>
            <a:off x="7130577" y="2295719"/>
            <a:ext cx="2867266" cy="85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Monte Carlo sampling of torsional space (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FastRelax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followed by explicit sidechain repacking and gradient-based minimization.</a:t>
            </a:r>
            <a:endParaRPr lang="en-US" sz="1196" dirty="0"/>
          </a:p>
        </p:txBody>
      </p:sp>
      <p:sp>
        <p:nvSpPr>
          <p:cNvPr id="23" name="Text 13"/>
          <p:cNvSpPr/>
          <p:nvPr/>
        </p:nvSpPr>
        <p:spPr>
          <a:xfrm>
            <a:off x="7130577" y="4582495"/>
            <a:ext cx="2922965" cy="73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Explicit thermodynamics: van der Waals, implicit solvation (Lazaridis-Karplus), hydrogen-bonding geometry, and Coulomb electrostatics.</a:t>
            </a:r>
            <a:endParaRPr lang="en-US" sz="1196" dirty="0"/>
          </a:p>
        </p:txBody>
      </p:sp>
      <p:sp>
        <p:nvSpPr>
          <p:cNvPr id="24" name="Text 14"/>
          <p:cNvSpPr/>
          <p:nvPr/>
        </p:nvSpPr>
        <p:spPr>
          <a:xfrm>
            <a:off x="2129857" y="2535790"/>
            <a:ext cx="1652305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&amp; Scoring Mechanics</a:t>
            </a:r>
            <a:endParaRPr lang="en-US" sz="1196" dirty="0"/>
          </a:p>
        </p:txBody>
      </p:sp>
      <p:sp>
        <p:nvSpPr>
          <p:cNvPr id="25" name="Text 15"/>
          <p:cNvSpPr/>
          <p:nvPr/>
        </p:nvSpPr>
        <p:spPr>
          <a:xfrm>
            <a:off x="4100819" y="1230417"/>
            <a:ext cx="2642445" cy="74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neural network (Pairformer + Generative Diffusion Module) trained end-to-end on experimental 3D structures in the PDB</a:t>
            </a:r>
            <a:endParaRPr lang="en-US" sz="1196" dirty="0"/>
          </a:p>
        </p:txBody>
      </p:sp>
      <p:sp>
        <p:nvSpPr>
          <p:cNvPr id="26" name="Text 16"/>
          <p:cNvSpPr/>
          <p:nvPr/>
        </p:nvSpPr>
        <p:spPr>
          <a:xfrm>
            <a:off x="7042946" y="1230415"/>
            <a:ext cx="3100924" cy="91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Semi-classical physical force field (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ref2015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parameterized from biophysical constants and statistical rotamer libraries.</a:t>
            </a:r>
            <a:endParaRPr lang="en-US" sz="1196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909555" y="5373582"/>
            <a:ext cx="8366760" cy="1615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2166388" y="5691163"/>
            <a:ext cx="1610023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Metric &amp; Limitation</a:t>
            </a:r>
            <a:endParaRPr lang="en-US" sz="1196" dirty="0"/>
          </a:p>
        </p:txBody>
      </p:sp>
      <p:sp>
        <p:nvSpPr>
          <p:cNvPr id="29" name="Text 18"/>
          <p:cNvSpPr/>
          <p:nvPr/>
        </p:nvSpPr>
        <p:spPr>
          <a:xfrm>
            <a:off x="4176996" y="5601262"/>
            <a:ext cx="2490080" cy="62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Outputs confidence scores (pLDDT,, ipTM). 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not calculate physical free energy (ΔG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196" dirty="0"/>
          </a:p>
        </p:txBody>
      </p:sp>
      <p:sp>
        <p:nvSpPr>
          <p:cNvPr id="30" name="Text 19"/>
          <p:cNvSpPr/>
          <p:nvPr/>
        </p:nvSpPr>
        <p:spPr>
          <a:xfrm>
            <a:off x="6979253" y="5554654"/>
            <a:ext cx="3057369" cy="804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Outputs physical binding free energy (ΔG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kcal/mol). </a:t>
            </a:r>
            <a:pPr algn="ctr" indent="0" marL="0">
              <a:lnSpc>
                <a:spcPct val="96985"/>
              </a:lnSpc>
              <a:buNone/>
            </a:pPr>
            <a:r>
              <a:rPr lang="en-US" sz="1196" dirty="0">
                <a:solidFill>
                  <a:srgbClr val="4645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Computationally intensive; sensitive to poor backbone starting poses.</a:t>
            </a:r>
            <a:endParaRPr lang="en-US" sz="1196" dirty="0"/>
          </a:p>
        </p:txBody>
      </p:sp>
      <p:sp>
        <p:nvSpPr>
          <p:cNvPr id="31" name="Text 20"/>
          <p:cNvSpPr/>
          <p:nvPr/>
        </p:nvSpPr>
        <p:spPr>
          <a:xfrm>
            <a:off x="1906335" y="6690438"/>
            <a:ext cx="8352034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we use both?</a:t>
            </a:r>
            <a:endParaRPr lang="en-US" sz="16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 AF3: Deep Learning ]  </a:t>
            </a:r>
            <a:pPr algn="l" indent="0" marL="0">
              <a:lnSpc>
                <a:spcPct val="9698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──►</a:t>
            </a:r>
            <a:pPr algn="l" indent="0" marL="0">
              <a:lnSpc>
                <a:spcPct val="9698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Predicts highly accurate global backbone topology &amp; pose</a:t>
            </a:r>
            <a:endParaRPr lang="en-US" sz="16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 Rosetta: Physics ]    </a:t>
            </a:r>
            <a:pPr algn="l" indent="0" marL="0">
              <a:lnSpc>
                <a:spcPct val="9698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──►</a:t>
            </a:r>
            <a:pPr algn="l" indent="0" marL="0">
              <a:lnSpc>
                <a:spcPct val="9698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Repacks sidechains &amp; calculates physical binding energy (ΔG)</a:t>
            </a:r>
            <a:endParaRPr lang="en-US" sz="1600" dirty="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125308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Input &amp;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5389" y="1517910"/>
            <a:ext cx="5095360" cy="454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457200" indent="-3265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ipTM score ( interface Predicted Template Modeling</a:t>
            </a:r>
            <a:pPr algn="l" lvl="1" marL="457200" indent="-3265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measures?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structural alignment confidence between distinct chains (0 to 1 scale).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is it calculated?</a:t>
            </a:r>
            <a:endParaRPr lang="en-US" sz="1800" dirty="0"/>
          </a:p>
          <a:p>
            <a:pPr algn="l" lvl="1" marL="457200" indent="-326571">
              <a:lnSpc>
                <a:spcPct val="96985"/>
              </a:lnSpc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TM- Score Mechanics: Global topology similarity between two structures by calculating pairwise Cα distance errors. </a:t>
            </a:r>
            <a:endParaRPr lang="en-US" sz="1800" dirty="0"/>
          </a:p>
          <a:p>
            <a:pPr algn="l" lvl="1" marL="457200" indent="-326571">
              <a:lnSpc>
                <a:spcPct val="96985"/>
              </a:lnSpc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AF3's ipTM: Modifies the standard TM-score by restricting the calculation to inter-chain residue.</a:t>
            </a:r>
            <a:endParaRPr lang="en-US" sz="1800" dirty="0"/>
          </a:p>
          <a:p>
            <a:pPr algn="l" lvl="1" marL="457200" indent="-326571">
              <a:lnSpc>
                <a:spcPct val="96985"/>
              </a:lnSpc>
              <a:buSzPct val="100000"/>
              <a:buChar char=" 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 Cα pairs between HLA and Peptide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67281" y="1517909"/>
            <a:ext cx="5095360" cy="534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457200" indent="-326571">
              <a:lnSpc>
                <a:spcPct val="96985"/>
              </a:lnSpc>
              <a:buSzPct val="100000"/>
              <a:buChar char=" "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pLDDT score (predicted Local Distance Difference Test</a:t>
            </a:r>
            <a:pPr algn="l" lvl="1" marL="457200" indent="-326571">
              <a:lnSpc>
                <a:spcPct val="96985"/>
              </a:lnSpc>
              <a:buSzPct val="100000"/>
              <a:buChar char=" 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measures?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structural confidence for an individual residue (0-100 scale).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is it calculated?</a:t>
            </a:r>
            <a:endParaRPr lang="en-US" sz="1800" dirty="0"/>
          </a:p>
          <a:p>
            <a:pPr algn="l" lvl="1" marL="457200" indent="-326571">
              <a:lnSpc>
                <a:spcPct val="96985"/>
              </a:lnSpc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True IDDT: Fraction of Cα atoms in the true structure within 15 Å radius of a reference residue that preserve their pairwise distances.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Intuition: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confident is the model that this specific amino acid's local backbone and neighbors (within 15 Å) are correctly folded relative to each other?"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7355" y="1161584"/>
            <a:ext cx="5562600" cy="52913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80871" y="1161592"/>
            <a:ext cx="5562600" cy="52913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125308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ipTM score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0302" y="1601719"/>
            <a:ext cx="10884408" cy="476097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7019" y="125308"/>
            <a:ext cx="5846710" cy="98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pLDDT score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458251" y="1742749"/>
            <a:ext cx="14779752" cy="23500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17" y="125308"/>
            <a:ext cx="6932560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Predicted Aligned Error (PAE)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8322" y="1114985"/>
            <a:ext cx="5285232" cy="541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85112" y="1368164"/>
            <a:ext cx="5095360" cy="517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 (Predicted Aligned Error</a:t>
            </a:r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is it calculated?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PAE(i, j) = Expected distance error (in Å) at residue  j when the predicted structure is aligned on residue i.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ranges from 0 to 31.75 Å.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PAE Excels for pMHC?</a:t>
            </a:r>
            <a:endParaRPr lang="en-US" sz="1800" dirty="0"/>
          </a:p>
          <a:p>
            <a:pPr algn="l" lvl="1" marL="457200" indent="-3265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Sub-Matrix Isolation: focus on peptide residues in the binding groove</a:t>
            </a:r>
            <a:endParaRPr lang="en-US" sz="1800" dirty="0"/>
          </a:p>
          <a:p>
            <a:pPr algn="l" lvl="1" marL="457200" indent="-3265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Anchor Pocket resolution: Highlights critical positions, such as HLA anchor positions (P2-P9)</a:t>
            </a:r>
            <a:endParaRPr lang="en-US" sz="18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pLDDT is 1D:</a:t>
            </a:r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local 3D geometry of a single residue neighborhood.</a:t>
            </a:r>
            <a:endParaRPr lang="en-US" sz="1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PAE is 2D:</a:t>
            </a:r>
            <a:pPr algn="l" indent="0" marL="0">
              <a:lnSpc>
                <a:spcPct val="9698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confident in the relative distance and orientation of two specific residues</a:t>
            </a:r>
            <a:endParaRPr lang="en-US" sz="1800" dirty="0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7019" y="796821"/>
            <a:ext cx="6932560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Predicted Aligned Error (PAE)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462762" y="1783899"/>
            <a:ext cx="15044928" cy="41788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70383" y="796821"/>
            <a:ext cx="6932560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 Predicted Aligned Error (PAE)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513409" y="2399636"/>
            <a:ext cx="13270992" cy="177393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404" y="106258"/>
            <a:ext cx="7532635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AlphaFold3: Selecting candidates for Rosetta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72854" y="1034196"/>
            <a:ext cx="7315200" cy="56540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404" y="106258"/>
            <a:ext cx="7532635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 candidates evaluation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4107" y="1861187"/>
            <a:ext cx="9116568" cy="34168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404" y="106258"/>
            <a:ext cx="7532635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 candidates evaluation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90252" y="1698795"/>
            <a:ext cx="9476232" cy="355396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944" y="106258"/>
            <a:ext cx="7532635" cy="12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28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81868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candidates selected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5044" y="1245370"/>
            <a:ext cx="4794504" cy="399592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82559" y="1350252"/>
            <a:ext cx="6534912" cy="36758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55601" y="5776257"/>
            <a:ext cx="9228295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 Score = 0.30 x</a:t>
            </a:r>
            <a:pPr algn="l" indent="0" marL="0">
              <a:lnSpc>
                <a:spcPct val="96985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</a:t>
            </a:r>
            <a:pPr algn="l" indent="0" marL="0">
              <a:lnSpc>
                <a:spcPct val="96985"/>
              </a:lnSpc>
              <a:buNone/>
            </a:pPr>
            <a:r>
              <a:rPr lang="en-US" sz="1900" b="1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EL_Rank</a:t>
            </a:r>
            <a:pPr algn="l" indent="0" marL="0">
              <a:lnSpc>
                <a:spcPct val="96985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96985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+ 0.30 X </a:t>
            </a:r>
            <a:pPr algn="l" indent="0" marL="0">
              <a:lnSpc>
                <a:spcPct val="96985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</a:t>
            </a:r>
            <a:pPr algn="l" indent="0" marL="0">
              <a:lnSpc>
                <a:spcPct val="96985"/>
              </a:lnSpc>
              <a:buNone/>
            </a:pPr>
            <a:r>
              <a:rPr lang="en-US" sz="1900" b="1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AF3_PAE</a:t>
            </a:r>
            <a:pPr algn="l" indent="0" marL="0">
              <a:lnSpc>
                <a:spcPct val="96985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+ 0.25 x</a:t>
            </a:r>
            <a:pPr algn="l" indent="0" marL="0">
              <a:lnSpc>
                <a:spcPct val="96985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</a:t>
            </a:r>
            <a:pPr algn="l" indent="0" marL="0">
              <a:lnSpc>
                <a:spcPct val="96985"/>
              </a:lnSpc>
              <a:buNone/>
            </a:pPr>
            <a:r>
              <a:rPr lang="en-US" sz="1900" b="1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Rosetta_dG</a:t>
            </a:r>
            <a:pPr algn="l" indent="0" marL="0">
              <a:lnSpc>
                <a:spcPct val="96985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- 0.15 x </a:t>
            </a:r>
            <a:pPr algn="l" indent="0" marL="0">
              <a:lnSpc>
                <a:spcPct val="96985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</a:t>
            </a:r>
            <a:pPr algn="l" indent="0" marL="0">
              <a:lnSpc>
                <a:spcPct val="96985"/>
              </a:lnSpc>
              <a:buNone/>
            </a:pPr>
            <a:r>
              <a:rPr lang="en-US" sz="1900" b="1" baseline="-40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T_half</a:t>
            </a:r>
            <a:endParaRPr lang="en-US" sz="19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81793" y="5434463"/>
            <a:ext cx="9259824" cy="9845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258" y="311265"/>
            <a:ext cx="4196758" cy="43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1257" y="738302"/>
            <a:ext cx="11047495" cy="534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985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Functional Assays for the 10 selected candidates.</a:t>
            </a:r>
            <a:endParaRPr lang="en-US" sz="215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Cell TCR sequencing to reconstruct the full receptors of our donors.</a:t>
            </a:r>
            <a:endParaRPr lang="en-US" sz="215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Font typeface="+mj-lt"/>
              <a:buAutoNum type="arabicPeriod" startAt="1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3D predictions for the pMHC-TCR complex with our top candidates</a:t>
            </a:r>
            <a:endParaRPr lang="en-US" sz="215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150" dirty="0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258" y="311265"/>
            <a:ext cx="4196758" cy="43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Conclusions &amp;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1257" y="738302"/>
            <a:ext cx="11047495" cy="534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985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Combinatorial &amp; Predictive Integration: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 established a novel mimotope discovery platform by combining Andrew Sewell-inspired combinatorial peptide library (CPL) positional scanning with deep-learning predictions for binding affinity, elution rank, and complex half-life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Multi-Tier Variant Screening: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silico prioritization successfully navigated large single-amino-acid (1-AA), double-amino-acid (2-AA), and CPL-guided variant spaces to identify candidate cross-reactive mimotopes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Proteomics Refinement: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AlphaFold3 and Rosetta structural modeling verified that selected variants retain optimal pMHC backbone geometry, favorable interface energetics (ΔG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and high anchor-pocket stability (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pLDDT/PAE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150" dirty="0"/>
          </a:p>
          <a:p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Candidate &amp; Control Panels: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an orthogonal 4-pillar composite scoring framework, we narrowed the final list to 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high-confidence positive candidates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alongside distinct panels of unbiased binding and structural negative controls for donor cytokine validation</a:t>
            </a:r>
            <a:pPr algn="l" lvl="1" marL="546100" indent="-390071">
              <a:lnSpc>
                <a:spcPct val="96985"/>
              </a:lnSpc>
              <a:buSzPct val="100000"/>
              <a:buChar char="●"/>
            </a:pPr>
            <a:r>
              <a:rPr lang="en-US" sz="2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150" dirty="0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460" y="706509"/>
            <a:ext cx="10973626" cy="508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779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Galloway et al. (2019)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 Immunol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Peptide Super-Agonist Enhances T-Cell Responses to Melanoma.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Sewell, A. K. (2012)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 Rev Immunol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Why must T cells be cross-reactive?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Wooldridge et al. (2012)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 Biol Chem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A Single Autoimmune T Cell Receptor Recognizes More Than a Million Different Peptides.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Dolton et al. (2023)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Cell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Targeting of multiple tumor-associated antigens by individual T cell receptors during successful cancer immunotherapy.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Fenstermaker et al. (2016)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Cancer Immunol Immunother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NCI | Clinical study of a survivin long peptide vaccine (SurVaxM).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Madura, Cole et al. (2015)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Eur J Immunol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Structural basis for ineffective T-cell responses to MHC anchor residue-improved "heteroclitic" peptides (PMID: 25471691).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Rosenberg et al. (1998 / 2004)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 Med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Immunization of patients with metastatic melanoma using a modified gp100 peptide (g209-2M).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McMaster et al. (2026)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bioRxiv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Characterising AlphaFold 3's ability to predict T cell antigen specificity (PAE Aggregator).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Abramson et al. (2024)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Nature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Accurate structure prediction of biomolecular interactions with AlphaFold 3.</a:t>
            </a:r>
            <a:endParaRPr lang="en-US" sz="1400" dirty="0"/>
          </a:p>
          <a:p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Leaver-Fay et al. (2011)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Methods Enzymol</a:t>
            </a:r>
            <a:pPr algn="l" lvl="1" marL="355600" indent="-254000">
              <a:lnSpc>
                <a:spcPct val="16779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ROSETTA3: an object-oriented software suite for macromolecular simulation and design.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11185" y="170850"/>
            <a:ext cx="1864576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800"/>
              </a:lnSpc>
              <a:buNone/>
            </a:pPr>
            <a:r>
              <a:rPr lang="en-US" sz="2400" b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42951" y="756216"/>
            <a:ext cx="5041392" cy="3794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35002" y="191480"/>
            <a:ext cx="3132345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Acknowledgements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57631" y="4709703"/>
            <a:ext cx="3858768" cy="64617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596534" y="5535048"/>
            <a:ext cx="2496312" cy="12009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90401" y="766353"/>
            <a:ext cx="3955990" cy="580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Roboto" pitchFamily="34" charset="0"/>
                <a:ea typeface="Roboto" pitchFamily="34" charset="-122"/>
                <a:cs typeface="Roboto" pitchFamily="34" charset="-120"/>
              </a:rPr>
              <a:t>Shukla Lab: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Sachet A. Shukla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Abel Trujillo-Ocampo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Bohu Pan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Chunlei Yu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Juan Gallegos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Julian Gascoyne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Beatriz Alvarado Hernández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Kuhu Rai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Dustin McCurry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Juline Deppen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Srinath Lakshmivenkatesh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Samer Mathkour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Salam Almriri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Meredith A. Brienen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Qiao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Aya Albittar</a:t>
            </a:r>
            <a:endParaRPr lang="en-US" sz="20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Nakul Shah</a:t>
            </a:r>
            <a:endParaRPr lang="en-US" sz="20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463134" y="274432"/>
            <a:ext cx="14950440" cy="6208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063381" y="71590"/>
            <a:ext cx="1042301" cy="21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1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9824" y="-656507"/>
            <a:ext cx="10893552" cy="817168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7721" y="144310"/>
            <a:ext cx="8661865" cy="553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Full Pairwise Extraction ($N \times N$)AlphaFold3 generates a full $N \times N$ matrix containing a predicted distance error (in Ångströms) for every possible pair of residues $(i, j)$ in the structure.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Inter-Chain Sub-Matrix FilteringInstead of using the full $N \times N$ matrix, the pipeline isolates the inter-chain sub-matrix:$$\text{Sub-Matrix} = \{ \text{PAE}(i, j) \mid i \in \text{Peptide}, \; j \in \text{MHC Binding Cleft} \}$$Self-distances (Peptide-to-Peptide or MHC-to-MHC) are discarded.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Position Equivalence MappingTo compare different peptides or alleles fairly, equivalent residue positions are mapped across complexes:Peptide Anchor P2 $\rightarrow$ MHC Pocket B residues (e.g., Tyr7, Val67)Peptide Anchor P9 $\rightarrow$ MHC Pocket F residues (e.g., Leu81, Tyr116)Peptide Core (P4–P7) $\rightarrow$ TCR-facing / Cleft Rim residues</a:t>
            </a:r>
            <a:endParaRPr lang="en-US" sz="1400" dirty="0"/>
          </a:p>
          <a:p>
            <a:pPr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Learned Weighting ($w_{i,j}$) &amp; Noise SubtractionThis is the core innovation of McMaster et al. (2026):Simple Mean Failure: A simple average treats a flexible, non-interacting side chain the same as a critical anchor locked deep in Pocket B.Learned Weights: A machine learning model assigns spatial weights ($w_{i,j}$) to equivalent residue pairs based on their structural importance.Baseline Correction: It subtracts the intrinsic self-confidence noise of the MHC and peptide backbones to isolate the pure interface interaction signal:$$\text{PAE Aggregator Score} = \sum_{i \in \text{Peptide}} \sum_{j \in \text{MHC}} w_{i,j} \cdot \Big( \text{PAE}(i,j) - \text{Baseline Noise}_{i,j} \Big)$$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40070" y="685867"/>
            <a:ext cx="2743470" cy="5486940"/>
          </a:xfrm>
          <a:custGeom>
            <a:avLst/>
            <a:gdLst/>
            <a:ahLst/>
            <a:cxnLst/>
            <a:rect l="l" t="t" r="r" b="b"/>
            <a:pathLst>
              <a:path w="2743470" h="5486940">
                <a:moveTo>
                  <a:pt x="0" y="0"/>
                </a:moveTo>
                <a:lnTo>
                  <a:pt x="0" y="5486940"/>
                </a:lnTo>
                <a:lnTo>
                  <a:pt x="2743470" y="5486940"/>
                </a:lnTo>
                <a:lnTo>
                  <a:pt x="2743470" y="274347"/>
                </a:lnTo>
                <a:lnTo>
                  <a:pt x="2469123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sx="100000" sy="100000" kx="0" ky="0" algn="bl" rotWithShape="0" blurRad="7621" dist="15241" dir="27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309193" y="685867"/>
            <a:ext cx="274347" cy="329216"/>
          </a:xfrm>
          <a:custGeom>
            <a:avLst/>
            <a:gdLst/>
            <a:ahLst/>
            <a:cxnLst/>
            <a:rect l="l" t="t" r="r" b="b"/>
            <a:pathLst>
              <a:path w="274347" h="329216">
                <a:moveTo>
                  <a:pt x="0" y="0"/>
                </a:moveTo>
                <a:lnTo>
                  <a:pt x="109739" y="329216"/>
                </a:lnTo>
                <a:lnTo>
                  <a:pt x="274347" y="274347"/>
                </a:lnTo>
                <a:close/>
              </a:path>
            </a:pathLst>
          </a:custGeom>
          <a:solidFill>
            <a:srgbClr val="92B7DB"/>
          </a:solidFill>
          <a:ln/>
        </p:spPr>
      </p:sp>
      <p:sp>
        <p:nvSpPr>
          <p:cNvPr id="4" name="Shape 2"/>
          <p:cNvSpPr/>
          <p:nvPr/>
        </p:nvSpPr>
        <p:spPr>
          <a:xfrm>
            <a:off x="11309193" y="685867"/>
            <a:ext cx="274347" cy="274347"/>
          </a:xfrm>
          <a:custGeom>
            <a:avLst/>
            <a:gdLst/>
            <a:ahLst/>
            <a:cxnLst/>
            <a:rect l="l" t="t" r="r" b="b"/>
            <a:pathLst>
              <a:path w="274347" h="274347">
                <a:moveTo>
                  <a:pt x="0" y="0"/>
                </a:moveTo>
                <a:lnTo>
                  <a:pt x="41152" y="274347"/>
                </a:lnTo>
                <a:lnTo>
                  <a:pt x="274347" y="274347"/>
                </a:lnTo>
                <a:close/>
              </a:path>
            </a:pathLst>
          </a:custGeom>
          <a:solidFill>
            <a:srgbClr val="CCD8E7"/>
          </a:solidFill>
          <a:ln/>
        </p:spPr>
      </p:sp>
      <p:pic>
        <p:nvPicPr>
          <p:cNvPr id="5" name="Image 0" descr="https://assets.cdn.biorender.com/assets/biorender-logo-blue.svg?cacheBust=0.07382726228105552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60" y="2317080"/>
            <a:ext cx="658433" cy="5561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60" y="3151273"/>
            <a:ext cx="5486940" cy="30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80" dirty="0"/>
          </a:p>
          <a:p>
            <a:pPr algn="l" indent="0" marL="0">
              <a:buNone/>
            </a:pPr>
            <a:r>
              <a:rPr lang="en-US" sz="1080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https://app.biorender.com/illustrations/69b96f2a1430d46b77cb34d9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pPr algn="l" indent="0" marL="0">
              <a:buNone/>
            </a:pPr>
            <a:r>
              <a:rPr lang="en-US" sz="1080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1080" dirty="0"/>
          </a:p>
        </p:txBody>
      </p:sp>
      <p:pic>
        <p:nvPicPr>
          <p:cNvPr id="7" name="Image 1" descr="https://assets.cdn.biorender.com/assets/office/biorender-ppt-lockup.svg?cacheBust=0.360266452986048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3043" y="1069953"/>
            <a:ext cx="1477523" cy="6399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14417" y="1892994"/>
            <a:ext cx="2194776" cy="384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870" dirty="0"/>
          </a:p>
          <a:p>
            <a:pPr algn="l" indent="0" marL="0">
              <a:lnSpc>
                <a:spcPts val="1500"/>
              </a:lnSpc>
              <a:buNone/>
            </a:pPr>
            <a:endParaRPr lang="en-US" sz="87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870" dirty="0"/>
          </a:p>
          <a:p>
            <a:pPr algn="l" indent="0" marL="0">
              <a:lnSpc>
                <a:spcPts val="1200"/>
              </a:lnSpc>
              <a:buNone/>
            </a:pPr>
            <a:endParaRPr lang="en-US" sz="870" dirty="0"/>
          </a:p>
          <a:p>
            <a:pPr algn="l" lvl="1" marL="254000" indent="-127000">
              <a:lnSpc>
                <a:spcPts val="1200"/>
              </a:lnSpc>
              <a:buSzPct val="100000"/>
              <a:buChar char="●"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870" dirty="0"/>
          </a:p>
          <a:p>
            <a:pPr algn="l" lvl="1" marL="254000" indent="-127000">
              <a:lnSpc>
                <a:spcPts val="1200"/>
              </a:lnSpc>
              <a:buSzPct val="100000"/>
              <a:buChar char="●"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870" dirty="0"/>
          </a:p>
          <a:p>
            <a:pPr algn="l" lvl="1" marL="254000" indent="-127000">
              <a:lnSpc>
                <a:spcPts val="1200"/>
              </a:lnSpc>
              <a:buSzPct val="100000"/>
              <a:buChar char="●"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870" dirty="0"/>
          </a:p>
          <a:p>
            <a:pPr algn="l" lvl="1" marL="254000" indent="-127000">
              <a:lnSpc>
                <a:spcPts val="1200"/>
              </a:lnSpc>
              <a:buSzPct val="100000"/>
              <a:buChar char="●"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870" dirty="0"/>
          </a:p>
          <a:p>
            <a:pPr algn="l" lvl="1" marL="254000" indent="-127000">
              <a:lnSpc>
                <a:spcPts val="1200"/>
              </a:lnSpc>
              <a:buSzPct val="100000"/>
              <a:buChar char="●"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870" dirty="0"/>
          </a:p>
          <a:p>
            <a:pPr algn="l" lvl="1" marL="254000" indent="-127000">
              <a:lnSpc>
                <a:spcPts val="1200"/>
              </a:lnSpc>
              <a:buSzPct val="100000"/>
              <a:buChar char="●"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870" dirty="0"/>
          </a:p>
          <a:p>
            <a:pPr algn="l" indent="0" marL="0">
              <a:lnSpc>
                <a:spcPts val="1200"/>
              </a:lnSpc>
              <a:buNone/>
            </a:pPr>
            <a:endParaRPr lang="en-US" sz="87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70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870" dirty="0"/>
          </a:p>
        </p:txBody>
      </p:sp>
      <p:sp>
        <p:nvSpPr>
          <p:cNvPr id="9" name="Text 5"/>
          <p:cNvSpPr/>
          <p:nvPr/>
        </p:nvSpPr>
        <p:spPr>
          <a:xfrm>
            <a:off x="9525937" y="5240028"/>
            <a:ext cx="1371735" cy="274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960" dirty="0"/>
          </a:p>
        </p:txBody>
      </p:sp>
      <p:sp>
        <p:nvSpPr>
          <p:cNvPr id="10" name="Text 6">
            <a:hlinkClick r:id="rId7" tooltip=""/>
          </p:cNvPr>
          <p:cNvSpPr/>
          <p:nvPr/>
        </p:nvSpPr>
        <p:spPr>
          <a:xfrm>
            <a:off x="9114417" y="5514375"/>
            <a:ext cx="2194776" cy="54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720" dirty="0"/>
          </a:p>
        </p:txBody>
      </p:sp>
    </p:spTree>
  </p:cSld>
  <p:clrMapOvr>
    <a:masterClrMapping/>
  </p:clrMapOvr>
</p:sld>
</file>

<file path=ppt/tags/tag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7f293c9f-cb31-4bfe-bc60-a5185c1be0ec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f293c9f-cb31-4bfe-bc60-a5185c1be0ec&quot;:{&quot;id&quot;:&quot;7f293c9f-cb31-4bfe-bc60-a5185c1be0ec&quot;,&quot;type&quot;:&quot;FIGURE_OBJECT&quot;,&quot;document&quot;:{&quot;type&quot;:&quot;FIGURE&quot;,&quot;canvasType&quot;:&quot;FIGURE&quot;,&quot;units&quot;:&quot;cm&quot;,&quot;title&quot;:&quot;Title Slide&quot;,&quot;aspectRatio&quot;:1.7777777777777777},&quot;parent&quot;:{&quot;type&quot;:&quot;DOCUMENT&quot;,&quot;parentId&quot;:&quot;d32a9ec0-4d3c-463c-b1e3-283488fd0be2&quot;,&quot;order&quot;:&quot;05&quot;},&quot;source&quot;:{&quot;id&quot;:&quot;671024a65ff6b2809c22f499&quot;,&quot;type&quot;:&quot;TEMPLATES&quot;}},&quot;c23448cd-37b9-4894-b827-08f9312b7e13&quot;:{&quot;id&quot;:&quot;c23448cd-37b9-4894-b827-08f9312b7e13&quot;,&quot;name&quot;:&quot;image.png&quot;,&quot;type&quot;:&quot;FIGURE_OBJECT&quot;,&quot;relativeTransform&quot;:{&quot;translate&quot;:{&quot;x&quot;:543.2461725169527,&quot;y&quot;:292.17813106993714},&quot;rotate&quot;:0,&quot;skewX&quot;:0,&quot;scale&quot;:{&quot;x&quot;:0.20666668347959027,&quot;y&quot;:0.20666668347959027}},&quot;image&quot;:{&quot;url&quot;:&quot;https://core.services.biorender.com/api/uploads/noredirect/699f148e9d8d04c95fd47c55/1772033166315_4c3cb8a0-f56e-41b9-96d0-1d854baf3f9d_icon.png&quot;,&quot;isPremium&quot;:false,&quot;isSignedURL&quot;:true,&quot;size&quot;:{&quot;x&quot;:300,&quot;y&quot;:298.6666666666667}},&quot;source&quot;:{&quot;id&quot;:&quot;699f148e9d8d04c95fd47c55&quot;,&quot;type&quot;:&quot;UPLOADS&quot;},&quot;isPremium&quot;:false,&quot;parent&quot;:{&quot;type&quot;:&quot;CHILD&quot;,&quot;parentId&quot;:&quot;7f293c9f-cb31-4bfe-bc60-a5185c1be0ec&quot;,&quot;order&quot;:&quot;999&quot;}},&quot;b8900539-ffea-41b7-af4d-1d0e4d886b88&quot;:{&quot;id&quot;:&quot;b8900539-ffea-41b7-af4d-1d0e4d886b88&quot;,&quot;type&quot;:&quot;FIGURE_OBJECT&quot;,&quot;relativeTransform&quot;:{&quot;translate&quot;:{&quot;x&quot;:28.637176203170142,&quot;y&quot;:-103.07525899035763},&quot;rotate&quot;:0},&quot;text&quot;:{&quot;textData&quot;:{&quot;lineSpacing&quot;:&quot;normal&quot;,&quot;alignment&quot;:&quot;left&quot;,&quot;verticalAlign&quot;:&quot;TOP&quot;,&quot;lines&quot;:[{&quot;runs&quot;:[{&quot;range&quot;:[0,124],&quot;style&quot;:{&quot;fontWeight&quot;:&quot;normal&quot;,&quot;fontStyle&quot;:&quot;normal&quot;,&quot;fontSize&quot;:42.666666666666664,&quot;fontFamily&quot;:&quot;Roboto&quot;,&quot;color&quot;:&quot;rgba(23,23,23,1)&quot;,&quot;decoration&quot;:&quot;none&quot;}}],&quot;text&quot;:&quot;A Multi-Tiered Framework for Mimotopes Optimization: Integrating Systematic Scanning with Deep-Learning Structural Proteomics&quot;}],&quot;_lastCaretLocation&quot;:{&quot;lineIndex&quot;:0,&quot;runIndex&quot;:-1,&quot;charIndex&quot;:-1,&quot;endOfLine&quot;:true}},&quot;format&quot;:&quot;BETTER_TEXT&quot;,&quot;size&quot;:{&quot;x&quot;:1091.2184868034274,&quot;y&quot;:150},&quot;targetSize&quot;:{&quot;x&quot;:1091.2184868034274,&quot;y&quot;:150}},&quot;parent&quot;:{&quot;type&quot;:&quot;CHILD&quot;,&quot;parentId&quot;:&quot;7f293c9f-cb31-4bfe-bc60-a5185c1be0ec&quot;,&quot;order&quot;:&quot;997&quot;}},&quot;5fc9e9cb-c8a9-436e-8456-231af4febe05&quot;:{&quot;type&quot;:&quot;FIGURE_OBJECT&quot;,&quot;id&quot;:&quot;5fc9e9cb-c8a9-436e-8456-231af4febe05&quot;,&quot;relativeTransform&quot;:{&quot;translate&quot;:{&quot;x&quot;:-539.4557669004346,&quot;y&quot;:-108.40832936148301},&quot;rotate&quot;:0},&quot;opacity&quot;:1,&quot;path&quot;:{&quot;type&quot;:&quot;POLY_LINE&quot;,&quot;points&quot;:[{&quot;x&quot;:0,&quot;y&quot;:-59.793911052168696},{&quot;x&quot;:0,&quot;y&quot;:59.793911052168696}],&quot;closed&quot;:false},&quot;pathStyles&quot;:[{&quot;type&quot;:&quot;FILL&quot;,&quot;fillStyle&quot;:&quot;rgba(0,0,0,0)&quot;},{&quot;type&quot;:&quot;STROKE&quot;,&quot;strokeStyle&quot;:&quot;#232323&quot;,&quot;lineWidth&quot;:10.664,&quot;lineJoin&quot;:&quot;round&quot;}],&quot;isLocked&quot;:false,&quot;parent&quot;:{&quot;type&quot;:&quot;CHILD&quot;,&quot;parentId&quot;:&quot;7f293c9f-cb31-4bfe-bc60-a5185c1be0ec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5f2e868c-c087-4717-bb36-070d3139eeca&quot;:{&quot;id&quot;:&quot;5f2e868c-c087-4717-bb36-070d3139eeca&quot;,&quot;type&quot;:&quot;FIGURE_OBJECT&quot;,&quot;relativeTransform&quot;:{&quot;translate&quot;:{&quot;x&quot;:-260.0233075231193,&quot;y&quot;:103.5712947530790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6.666666666666664,&quot;color&quot;:&quot;rgba(112,112,113,1)&quot;,&quot;fontWeight&quot;:&quot;bold&quot;,&quot;fontStyle&quot;:&quot;normal&quot;,&quot;decoration&quot;:&quot;none&quot;,&quot;script&quot;:&quot;none&quot;},&quot;range&quot;:[0,1]},{&quot;style&quot;:{&quot;fontFamily&quot;:&quot;Roboto&quot;,&quot;fontSize&quot;:26.666666666666664,&quot;color&quot;:&quot;rgba(112,112,113,1)&quot;,&quot;fontWeight&quot;:&quot;bold&quot;,&quot;fontStyle&quot;:&quot;normal&quot;,&quot;decoration&quot;:&quot;none&quot;,&quot;script&quot;:&quot;super&quot;},&quot;range&quot;:[2,3]},{&quot;style&quot;:{&quot;fontFamily&quot;:&quot;Roboto&quot;,&quot;fontSize&quot;:26.666666666666664,&quot;color&quot;:&quot;rgba(112,112,113,1)&quot;,&quot;fontWeight&quot;:&quot;bold&quot;,&quot;fontStyle&quot;:&quot;normal&quot;,&quot;decoration&quot;:&quot;none&quot;,&quot;script&quot;:&quot;none&quot;},&quot;range&quot;:[4,17]}],&quot;text&quot;:&quot;27nd of July, 2026&quot;}],&quot;_lastCaretLocation&quot;:{&quot;lineIndex&quot;:0,&quot;runIndex&quot;:2,&quot;charIndex&quot;:12}},&quot;format&quot;:&quot;BETTER_TEXT&quot;,&quot;size&quot;:{&quot;x&quot;:569.5288619212296,&quot;y&quot;:32},&quot;targetSize&quot;:{&quot;x&quot;:569.5288619212296,&quot;y&quot;:32}},&quot;parent&quot;:{&quot;type&quot;:&quot;CHILD&quot;,&quot;parentId&quot;:&quot;7f293c9f-cb31-4bfe-bc60-a5185c1be0ec&quot;,&quot;order&quot;:&quot;7&quot;}},&quot;a88db378-918f-4368-80d4-2fca06294e08&quot;:{&quot;id&quot;:&quot;a88db378-918f-4368-80d4-2fca06294e08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#ffffff&quot;}],&quot;parent&quot;:{&quot;type&quot;:&quot;FRAME&quot;,&quot;parentId&quot;:&quot;7f293c9f-cb31-4bfe-bc60-a5185c1be0ec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f293c9f-cb31-4bfe-bc60-a5185c1be0ec"/>
  <p:tag name="SELECTIONIDS" val="5fc9e9cb-c8a9-436e-8456-231af4febe0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fc9e9cb-c8a9-436e-8456-231af4febe05&quot;:{&quot;type&quot;:&quot;FIGURE_OBJECT&quot;,&quot;id&quot;:&quot;5fc9e9cb-c8a9-436e-8456-231af4febe05&quot;,&quot;relativeTransform&quot;:{&quot;translate&quot;:{&quot;x&quot;:-539.4557669004346,&quot;y&quot;:-108.40832936148301},&quot;rotate&quot;:0},&quot;opacity&quot;:1,&quot;path&quot;:{&quot;type&quot;:&quot;POLY_LINE&quot;,&quot;points&quot;:[{&quot;x&quot;:0,&quot;y&quot;:-59.793911052168696},{&quot;x&quot;:0,&quot;y&quot;:59.793911052168696}],&quot;closed&quot;:false},&quot;pathStyles&quot;:[{&quot;type&quot;:&quot;FILL&quot;,&quot;fillStyle&quot;:&quot;rgba(0,0,0,0)&quot;},{&quot;type&quot;:&quot;STROKE&quot;,&quot;strokeStyle&quot;:&quot;#232323&quot;,&quot;lineWidth&quot;:10.664,&quot;lineJoin&quot;:&quot;round&quot;}],&quot;isLocked&quot;:false,&quot;parent&quot;:{&quot;type&quot;:&quot;CHILD&quot;,&quot;parentId&quot;:&quot;7f293c9f-cb31-4bfe-bc60-a5185c1be0ec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7f293c9f-cb31-4bfe-bc60-a5185c1be0ec&quot;:{&quot;id&quot;:&quot;7f293c9f-cb31-4bfe-bc60-a5185c1be0ec&quot;,&quot;type&quot;:&quot;FIGURE_OBJECT&quot;,&quot;document&quot;:{&quot;type&quot;:&quot;FIGURE&quot;,&quot;canvasType&quot;:&quot;FIGURE&quot;,&quot;units&quot;:&quot;cm&quot;,&quot;title&quot;:&quot;Title Slide&quot;,&quot;aspectRatio&quot;:1.7777777777777777},&quot;parent&quot;:{&quot;type&quot;:&quot;DOCUMENT&quot;,&quot;parentId&quot;:&quot;d32a9ec0-4d3c-463c-b1e3-283488fd0be2&quot;,&quot;order&quot;:&quot;05&quot;},&quot;source&quot;:{&quot;id&quot;:&quot;671024a65ff6b2809c22f499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f293c9f-cb31-4bfe-bc60-a5185c1be0ec"/>
  <p:tag name="SELECTIONIDS" val="c23448cd-37b9-4894-b827-08f9312b7e1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23448cd-37b9-4894-b827-08f9312b7e13&quot;:{&quot;id&quot;:&quot;c23448cd-37b9-4894-b827-08f9312b7e13&quot;,&quot;name&quot;:&quot;image.png&quot;,&quot;type&quot;:&quot;FIGURE_OBJECT&quot;,&quot;relativeTransform&quot;:{&quot;translate&quot;:{&quot;x&quot;:543.2461725169527,&quot;y&quot;:292.17813106993714},&quot;rotate&quot;:0,&quot;skewX&quot;:0,&quot;scale&quot;:{&quot;x&quot;:0.20666668347959027,&quot;y&quot;:0.20666668347959027}},&quot;image&quot;:{&quot;url&quot;:&quot;https://core.services.biorender.com/api/uploads/noredirect/699f148e9d8d04c95fd47c55/1772033166315_4c3cb8a0-f56e-41b9-96d0-1d854baf3f9d_icon.png&quot;,&quot;isPremium&quot;:false,&quot;isSignedURL&quot;:true,&quot;size&quot;:{&quot;x&quot;:300,&quot;y&quot;:298.6666666666667}},&quot;source&quot;:{&quot;id&quot;:&quot;699f148e9d8d04c95fd47c55&quot;,&quot;type&quot;:&quot;UPLOADS&quot;},&quot;isPremium&quot;:false,&quot;parent&quot;:{&quot;type&quot;:&quot;CHILD&quot;,&quot;parentId&quot;:&quot;7f293c9f-cb31-4bfe-bc60-a5185c1be0ec&quot;,&quot;order&quot;:&quot;999&quot;}},&quot;7f293c9f-cb31-4bfe-bc60-a5185c1be0ec&quot;:{&quot;id&quot;:&quot;7f293c9f-cb31-4bfe-bc60-a5185c1be0ec&quot;,&quot;type&quot;:&quot;FIGURE_OBJECT&quot;,&quot;document&quot;:{&quot;type&quot;:&quot;FIGURE&quot;,&quot;canvasType&quot;:&quot;FIGURE&quot;,&quot;units&quot;:&quot;cm&quot;,&quot;title&quot;:&quot;Title Slide&quot;,&quot;aspectRatio&quot;:1.7777777777777777},&quot;parent&quot;:{&quot;type&quot;:&quot;DOCUMENT&quot;,&quot;parentId&quot;:&quot;d32a9ec0-4d3c-463c-b1e3-283488fd0be2&quot;,&quot;order&quot;:&quot;05&quot;},&quot;source&quot;:{&quot;id&quot;:&quot;671024a65ff6b2809c22f499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2c314d13-8ce0-4929-96d0-5894539ae8e3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c314d13-8ce0-4929-96d0-5894539ae8e3&quot;:{&quot;id&quot;:&quot;2c314d13-8ce0-4929-96d0-5894539ae8e3&quot;,&quot;type&quot;:&quot;FIGURE_OBJECT&quot;,&quot;document&quot;:{&quot;type&quot;:&quot;FIGURE&quot;,&quot;canvasType&quot;:&quot;FIGURE&quot;,&quot;units&quot;:&quot;cm&quot;,&quot;title&quot;:&quot;Agenda&quot;,&quot;aspectRatio&quot;:1.7777777777777777},&quot;parent&quot;:{&quot;type&quot;:&quot;DOCUMENT&quot;,&quot;parentId&quot;:&quot;d32a9ec0-4d3c-463c-b1e3-283488fd0be2&quot;,&quot;order&quot;:&quot;07&quot;},&quot;source&quot;:{&quot;id&quot;:&quot;67095a7b453fec58a69dc8c2&quot;,&quot;type&quot;:&quot;TEMPLATES&quot;}},&quot;61ad2e67-f119-4cf7-b277-c204e6c09573&quot;:{&quot;id&quot;:&quot;61ad2e67-f119-4cf7-b277-c204e6c09573&quot;,&quot;type&quot;:&quot;FIGURE_OBJECT&quot;,&quot;relativeTransform&quot;:{&quot;translate&quot;:{&quot;x&quot;:-366.83809251326204,&quot;y&quot;:31.48877730203511},&quot;rotate&quot;:0,&quot;skewX&quot;:0,&quot;scale&quot;:{&quot;x&quot;:1,&quot;y&quot;:1}},&quot;text&quot;:{&quot;textData&quot;:{&quot;lineSpacing&quot;:&quot;double&quot;,&quot;alignment&quot;:&quot;left&quot;,&quot;verticalAlign&quot;:&quot;TOP&quot;,&quot;lines&quot;:[{&quot;textIndent&quot;:{&quot;type&quot;:&quot;number&quot;,&quot;indent&quot;:1,&quot;symbol&quot;:&quot;1.&quot;,&quot;unit&quot;:&quot;levels&quot;},&quot;runs&quot;:[{&quot;style&quot;:{&quot;fontWeight&quot;:&quot;normal&quot;,&quot;fontStyle&quot;:&quot;normal&quot;,&quot;fontSize&quot;:26.666666666666664,&quot;fontFamily&quot;:&quot;Roboto&quot;,&quot;color&quot;:&quot;rgba(112,112,113,1)&quot;,&quot;decoration&quot;:&quot;none&quot;,&quot;script&quot;:&quot;none&quot;},&quot;range&quot;:[0,9]}],&quot;text&quot;:&quot;Background&quot;},{&quot;textIndent&quot;:{&quot;type&quot;:&quot;number&quot;,&quot;indent&quot;:1,&quot;symbol&quot;:&quot;2.&quot;,&quot;unit&quot;:&quot;levels&quot;},&quot;runs&quot;:[{&quot;style&quot;:{&quot;fontWeight&quot;:&quot;normal&quot;,&quot;fontStyle&quot;:&quot;normal&quot;,&quot;fontSize&quot;:26.666666666666664,&quot;fontFamily&quot;:&quot;Roboto&quot;,&quot;color&quot;:&quot;rgba(112,112,113,1)&quot;,&quot;decoration&quot;:&quot;none&quot;},&quot;range&quot;:[0,21]}],&quot;text&quot;:&quot;Data Analysis Workflow&quot;,&quot;baseStyle&quot;:{&quot;fontFamily&quot;:&quot;Roboto&quot;,&quot;fontSize&quot;:26.666666666666664,&quot;color&quot;:&quot;rgba(112,112,113,1)&quot;,&quot;fontWeight&quot;:&quot;normal&quot;,&quot;fontStyle&quot;:&quot;normal&quot;,&quot;decoration&quot;:&quot;none&quot;,&quot;script&quot;:&quot;none&quot;}},{&quot;textIndent&quot;:{&quot;type&quot;:&quot;number&quot;,&quot;indent&quot;:1,&quot;symbol&quot;:&quot;3.&quot;,&quot;unit&quot;:&quot;levels&quot;},&quot;runs&quot;:[{&quot;style&quot;:{&quot;fontWeight&quot;:&quot;normal&quot;,&quot;fontStyle&quot;:&quot;normal&quot;,&quot;fontSize&quot;:26.666666666666664,&quot;fontFamily&quot;:&quot;Roboto&quot;,&quot;color&quot;:&quot;rgba(112,112,113,1)&quot;,&quot;decoration&quot;:&quot;none&quot;},&quot;range&quot;:[0,31]}],&quot;text&quot;:&quot;In Silico Variant Prioritization&quot;},{&quot;textIndent&quot;:{&quot;type&quot;:&quot;number&quot;,&quot;indent&quot;:1,&quot;symbol&quot;:&quot;4.&quot;,&quot;unit&quot;:&quot;levels&quot;},&quot;runs&quot;:[{&quot;style&quot;:{&quot;fontWeight&quot;:&quot;normal&quot;,&quot;fontStyle&quot;:&quot;normal&quot;,&quot;fontSize&quot;:26.666666666666664,&quot;fontFamily&quot;:&quot;Roboto&quot;,&quot;color&quot;:&quot;rgba(112,112,113,1)&quot;,&quot;decoration&quot;:&quot;none&quot;},&quot;range&quot;:[0,19]}],&quot;text&quot;:&quot;Structural Modelling&quot;,&quot;baseStyle&quot;:{&quot;fontFamily&quot;:&quot;Roboto&quot;,&quot;fontSize&quot;:26.666666666666664,&quot;color&quot;:&quot;rgba(112,112,113,1)&quot;,&quot;fontWeight&quot;:&quot;normal&quot;,&quot;fontStyle&quot;:&quot;normal&quot;,&quot;decoration&quot;:&quot;none&quot;,&quot;script&quot;:&quot;none&quot;}},{&quot;textIndent&quot;:{&quot;type&quot;:&quot;number&quot;,&quot;indent&quot;:1,&quot;symbol&quot;:&quot;5.&quot;,&quot;unit&quot;:&quot;levels&quot;},&quot;runs&quot;:[{&quot;style&quot;:{&quot;fontFamily&quot;:&quot;Roboto&quot;,&quot;fontSize&quot;:26.666666666666664,&quot;color&quot;:&quot;rgba(112,112,113,1)&quot;,&quot;fontWeight&quot;:&quot;normal&quot;,&quot;fontStyle&quot;:&quot;normal&quot;,&quot;decoration&quot;:&quot;none&quot;,&quot;script&quot;:&quot;none&quot;},&quot;range&quot;:[0,22]}],&quot;text&quot;:&quot;Conclusion &amp; Discussion&quot;},{&quot;textIndent&quot;:{&quot;type&quot;:&quot;number&quot;,&quot;indent&quot;:1,&quot;symbol&quot;:&quot;6.&quot;,&quot;unit&quot;:&quot;levels&quot;},&quot;runs&quot;:[{&quot;style&quot;:{&quot;fontWeight&quot;:&quot;normal&quot;,&quot;fontStyle&quot;:&quot;normal&quot;,&quot;fontSize&quot;:26.666666666666664,&quot;fontFamily&quot;:&quot;Roboto&quot;,&quot;color&quot;:&quot;rgba(112,112,113,1)&quot;,&quot;decoration&quot;:&quot;none&quot;},&quot;range&quot;:[0,9]}],&quot;text&quot;:&quot;References&quot;}],&quot;_lastCaretLocation&quot;:{&quot;lineIndex&quot;:0,&quot;runIndex&quot;:-1,&quot;charIndex&quot;:-1,&quot;endOfLine&quot;:true}},&quot;format&quot;:&quot;BETTER_TEXT&quot;,&quot;size&quot;:{&quot;x&quot;:420.79220339427417,&quot;y&quot;:464.62276328322497},&quot;targetSize&quot;:{&quot;x&quot;:420.79220339427417,&quot;y&quot;:464.62276328322497}},&quot;parent&quot;:{&quot;type&quot;:&quot;CHILD&quot;,&quot;parentId&quot;:&quot;2c314d13-8ce0-4929-96d0-5894539ae8e3&quot;,&quot;order&quot;:&quot;97&quot;}},&quot;b716a9d6-1291-4779-bb2f-ff5ebf3542a8&quot;:{&quot;id&quot;:&quot;b716a9d6-1291-4779-bb2f-ff5ebf3542a8&quot;,&quot;type&quot;:&quot;FIGURE_OBJECT&quot;,&quot;relativeTransform&quot;:{&quot;translate&quot;:{&quot;x&quot;:-501.53103987797414,&quot;y&quot;:-258.90638204807306},&quot;rotate&quot;:0},&quot;text&quot;:{&quot;textData&quot;:{&quot;lineSpacing&quot;:&quot;double&quot;,&quot;alignment&quot;:&quot;left&quot;,&quot;verticalAlign&quot;:&quot;TOP&quot;,&quot;lines&quot;:[{&quot;runs&quot;:[{&quot;style&quot;:{&quot;fontFamily&quot;:&quot;Roboto&quot;,&quot;fontSize&quot;:42.656,&quot;color&quot;:&quot;rgba(23,23,23,1)&quot;,&quot;fontWeight&quot;:&quot;bold&quot;,&quot;fontStyle&quot;:&quot;normal&quot;,&quot;decoration&quot;:&quot;none&quot;,&quot;script&quot;:&quot;none&quot;},&quot;range&quot;:[0,5]}],&quot;text&quot;:&quot;Agenda&quot;}],&quot;_lastCaretLocation&quot;:{&quot;lineIndex&quot;:0,&quot;runIndex&quot;:-1,&quot;charIndex&quot;:-1,&quot;endOfLine&quot;:true}},&quot;format&quot;:&quot;BETTER_TEXT&quot;,&quot;size&quot;:{&quot;x&quot;:151.40518223602655,&quot;y&quot;:50.653999999999996},&quot;targetSize&quot;:{&quot;x&quot;:151.40518223602655,&quot;y&quot;:50.653999999999996}},&quot;parent&quot;:{&quot;type&quot;:&quot;CHILD&quot;,&quot;parentId&quot;:&quot;2c314d13-8ce0-4929-96d0-5894539ae8e3&quot;,&quot;order&quot;:&quot;9997&quot;}},&quot;5c545c36-af19-4dbd-a934-d8a95e3b40ab&quot;:{&quot;id&quot;:&quot;5c545c36-af19-4dbd-a934-d8a95e3b40ab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2c314d13-8ce0-4929-96d0-5894539ae8e3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4603c420-4925-45a8-9d3b-f9d0a8d1e630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382d2742-bd3e-4eaf-9a87-a606d8cedef8&quot;:{&quot;type&quot;:&quot;FIGURE_OBJECT&quot;,&quot;id&quot;:&quot;382d2742-bd3e-4eaf-9a87-a606d8cedef8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52.9016006502622,&quot;y&quot;:170.01420492362575},{&quot;x&quot;:157.45385804814617,&quot;y&quot;:184.6622068476666},{&quot;x&quot;:146.30500312498123,&quot;y&quot;:201.16890062141297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4603c420-4925-45a8-9d3b-f9d0a8d1e630&quot;,&quot;order&quot;:&quot;9999999999999975&quot;},&quot;connectorInfo&quot;:{&quot;type&quot;:&quot;QUADRATIC&quot;,&quot;offset&quot;:{&quot;x&quot;:0,&quot;y&quot;:0},&quot;bending&quot;:-0.1,&quot;customized&quot;:true}},&quot;a374eaaf-dd70-4396-a55d-bdbd32cd0dfb&quot;:{&quot;type&quot;:&quot;FIGURE_OBJECT&quot;,&quot;id&quot;:&quot;a374eaaf-dd70-4396-a55d-bdbd32cd0dfb&quot;,&quot;relativeTransform&quot;:{&quot;translate&quot;:{&quot;x&quot;:162.9926055064216,&quot;y&quot;:156.67849770056014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666666666666666,&quot;color&quot;:&quot;rgba(49,126,194,1)&quot;,&quot;fontWeight&quot;:&quot;bold&quot;,&quot;fontStyle&quot;:&quot;normal&quot;,&quot;decoration&quot;:&quot;none&quot;,&quot;script&quot;:&quot;none&quot;},&quot;range&quot;:[0,17]}],&quot;text&quot;:&quot;Synthetic mimotope&quot;}],&quot;verticalAlign&quot;:&quot;TOP&quot;,&quot;_lastCaretLocation&quot;:{&quot;lineIndex&quot;:0,&quot;runIndex&quot;:-1,&quot;charIndex&quot;:-1,&quot;endOfLine&quot;:true}},&quot;size&quot;:{&quot;x&quot;:48.54768371582031,&quot;y&quot;:26},&quot;targetSize&quot;:{&quot;x&quot;:29.829925537109375,&quot;y&quot;:16.933014753113497},&quot;format&quot;:&quot;BETTER_TEXT&quot;,&quot;verticalAlign&quot;:&quot;TOP&quot;},&quot;isLocked&quot;:false,&quot;parent&quot;:{&quot;type&quot;:&quot;CHILD&quot;,&quot;parentId&quot;:&quot;4603c420-4925-45a8-9d3b-f9d0a8d1e630&quot;,&quot;order&quot;:&quot;999999999999998&quot;}},&quot;c7d1f67e-57bf-4181-9fae-e4f5c15f25d3&quot;:{&quot;type&quot;:&quot;FIGURE_OBJECT&quot;,&quot;id&quot;:&quot;c7d1f67e-57bf-4181-9fae-e4f5c15f25d3&quot;,&quot;relativeTransform&quot;:{&quot;translate&quot;:{&quot;x&quot;:471.18266426228024,&quot;y&quot;:192.2385373639877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666666666666666,&quot;color&quot;:&quot;rgba(192,56,48,1)&quot;,&quot;fontWeight&quot;:&quot;bold&quot;,&quot;fontStyle&quot;:&quot;normal&quot;,&quot;decoration&quot;:&quot;none&quot;,&quot;script&quot;:&quot;none&quot;},&quot;range&quot;:[0,13]}],&quot;text&quot;:&quot;Native peptide&quot;}],&quot;verticalAlign&quot;:&quot;TOP&quot;,&quot;_lastCaretLocation&quot;:{&quot;lineIndex&quot;:0,&quot;runIndex&quot;:-1,&quot;charIndex&quot;:-1,&quot;endOfLine&quot;:true}},&quot;size&quot;:{&quot;x&quot;:48.54768371582031,&quot;y&quot;:26},&quot;targetSize&quot;:{&quot;x&quot;:29.829925537109375,&quot;y&quot;:16.933014753113497},&quot;format&quot;:&quot;BETTER_TEXT&quot;,&quot;verticalAlign&quot;:&quot;TOP&quot;},&quot;isLocked&quot;:false,&quot;parent&quot;:{&quot;type&quot;:&quot;CHILD&quot;,&quot;parentId&quot;:&quot;4603c420-4925-45a8-9d3b-f9d0a8d1e630&quot;,&quot;order&quot;:&quot;999999999999997&quot;}},&quot;42ef3cc6-1c51-4a90-a6ac-cf5ab907c365&quot;:{&quot;id&quot;:&quot;42ef3cc6-1c51-4a90-a6ac-cf5ab907c365&quot;,&quot;type&quot;:&quot;FIGURE_OBJECT&quot;,&quot;relativeTransform&quot;:{&quot;translate&quot;:{&quot;x&quot;:307.3336783270702,&quot;y&quot;:119.5284612733808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44]}],&quot;text&quot;:&quot;Cross-recognition of the native tumor peptide&quot;}],&quot;_lastCaretLocation&quot;:{&quot;lineIndex&quot;:0,&quot;runIndex&quot;:-1,&quot;charIndex&quot;:-1,&quot;endOfLine&quot;:true}},&quot;format&quot;:&quot;BETTER_TEXT&quot;,&quot;size&quot;:{&quot;x&quot;:201.9467037956665,&quot;y&quot;:44},&quot;targetSize&quot;:{&quot;x&quot;:201.9467037956665,&quot;y&quot;:22.963185553318542}},&quot;parent&quot;:{&quot;type&quot;:&quot;CHILD&quot;,&quot;parentId&quot;:&quot;4603c420-4925-45a8-9d3b-f9d0a8d1e630&quot;,&quot;order&quot;:&quot;999999999999995&quot;}},&quot;50baf8f9-e17f-4a9c-8007-90f346b6f81d&quot;:{&quot;id&quot;:&quot;50baf8f9-e17f-4a9c-8007-90f346b6f81d&quot;,&quot;name&quot;:&quot;Cancer cell (apoptosis)&quot;,&quot;type&quot;:&quot;FIGURE_OBJECT&quot;,&quot;relativeTransform&quot;:{&quot;translate&quot;:{&quot;x&quot;:559.0358718243132,&quot;y&quot;:215.12872925679432},&quot;rotate&quot;:0,&quot;skewX&quot;:0,&quot;scale&quot;:{&quot;x&quot;:1.0028439484474978,&quot;y&quot;:1.0028439484474982}},&quot;image&quot;:{&quot;url&quot;:&quot;https://icons.biorender.com/biorender/6176ff7caa87c30029843e79/cancer-cell-apoptosis-01.png&quot;,&quot;isPremium&quot;:false,&quot;isPacked&quot;:true,&quot;size&quot;:{&quot;x&quot;:115,&quot;y&quot;:117.52747252747253}},&quot;source&quot;:{&quot;id&quot;:&quot;61537482e75ac20029699fa6&quot;,&quot;type&quot;:&quot;ASSETS&quot;},&quot;isPremium&quot;:false,&quot;parent&quot;:{&quot;type&quot;:&quot;CHILD&quot;,&quot;parentId&quot;:&quot;4603c420-4925-45a8-9d3b-f9d0a8d1e630&quot;,&quot;order&quot;:&quot;99999999999999&quot;}},&quot;3a4173fb-c6bf-43e9-bf8f-d853b4998a36&quot;:{&quot;id&quot;:&quot;3a4173fb-c6bf-43e9-bf8f-d853b4998a36&quot;,&quot;name&quot;:&quot;Lymphocyte (T-cell)&quot;,&quot;type&quot;:&quot;FIGURE_OBJECT&quot;,&quot;relativeTransform&quot;:{&quot;translate&quot;:{&quot;x&quot;:401.41031811147064,&quot;y&quot;:214.8646460863955},&quot;rotate&quot;:0.8688862113474182,&quot;skewX&quot;:0,&quot;scale&quot;:{&quot;x&quot;:0.899414036277648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4603c420-4925-45a8-9d3b-f9d0a8d1e630&quot;,&quot;order&quot;:&quot;999999999999902&quot;}},&quot;9787b8dc-b996-4fd0-8112-cb3ff414635c&quot;:{&quot;id&quot;:&quot;9787b8dc-b996-4fd0-8112-cb3ff414635c&quot;,&quot;name&quot;:&quot;Lymphocyte (T-cell)&quot;,&quot;type&quot;:&quot;FIGURE_OBJECT&quot;,&quot;relativeTransform&quot;:{&quot;translate&quot;:{&quot;x&quot;:218.98089580231542,&quot;y&quot;:216.5267508129831},&quot;rotate&quot;:0,&quot;skewX&quot;:0,&quot;scale&quot;:{&quot;x&quot;:0.89941403627764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4603c420-4925-45a8-9d3b-f9d0a8d1e630&quot;,&quot;order&quot;:&quot;999999999999977&quot;}},&quot;009ec867-f68a-4722-b254-0bef8bdcba83&quot;:{&quot;id&quot;:&quot;009ec867-f68a-4722-b254-0bef8bdcba83&quot;,&quot;name&quot;:&quot;Dendritic cell 2&quot;,&quot;type&quot;:&quot;FIGURE_OBJECT&quot;,&quot;relativeTransform&quot;:{&quot;translate&quot;:{&quot;x&quot;:81.25250793213517,&quot;y&quot;:207.59069972206208},&quot;rotate&quot;:-0.28368762828830935,&quot;skewX&quot;:-2.78240086584617e-16,&quot;scale&quot;:{&quot;x&quot;:1.339989890591463,&quot;y&quot;:1.3399898905914618}},&quot;image&quot;:{&quot;url&quot;:&quot;https://icons.biorender.com/biorender/6154afba5275170029fdb5c7/20210929182737/image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4603c420-4925-45a8-9d3b-f9d0a8d1e630&quot;,&quot;order&quot;:&quot;99999999999993&quot;}},&quot;ff906256-a7a8-4c09-a699-f92bf752b22f&quot;:{&quot;id&quot;:&quot;ff906256-a7a8-4c09-a699-f92bf752b22f&quot;,&quot;type&quot;:&quot;FIGURE_OBJECT&quot;,&quot;relativeTransform&quot;:{&quot;translate&quot;:{&quot;x&quot;:470.2839138986298,&quot;y&quot;:273.860136957073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47, 140, 69, 0.7490196078431373)&quot;,&quot;fontWeight&quot;:&quot;normal&quot;,&quot;fontStyle&quot;:&quot;normal&quot;,&quot;decoration&quot;:&quot;none&quot;,&quot;script&quot;:&quot;none&quot;},&quot;range&quot;:[0,3]}],&quot;text&quot;:&quot;TNFα&quot;,&quot;baseStyle&quot;:{&quot;fontFamily&quot;:&quot;Roboto&quot;,&quot;fontSize&quot;:10.166753645650708,&quot;color&quot;:&quot;rgba(47, 140, 69, 0.7490196078431373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5.64794669698247,&quot;y&quot;:12.477379474207687},&quot;targetSize&quot;:{&quot;x&quot;:25.64794669698247,&quot;y&quot;:12.477379474207687},&quot;verticalAlign&quot;:&quot;TOP&quot;},&quot;parent&quot;:{&quot;type&quot;:&quot;CHILD&quot;,&quot;parentId&quot;:&quot;4603c420-4925-45a8-9d3b-f9d0a8d1e630&quot;,&quot;order&quot;:&quot;999999999999975&quot;}},&quot;4cdc421a-e933-4ff6-9159-2bebe62e42d0&quot;:{&quot;id&quot;:&quot;4cdc421a-e933-4ff6-9159-2bebe62e42d0&quot;,&quot;type&quot;:&quot;FIGURE_OBJECT&quot;,&quot;relativeTransform&quot;:{&quot;translate&quot;:{&quot;x&quot;:469.90612657566083,&quot;y&quot;:169.89514523923145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136, 93, 159, 1)&quot;,&quot;fontWeight&quot;:&quot;normal&quot;,&quot;fontStyle&quot;:&quot;normal&quot;,&quot;decoration&quot;:&quot;none&quot;,&quot;script&quot;:&quot;none&quot;},&quot;range&quot;:[0,3]}],&quot;text&quot;:&quot;GzmB&quot;,&quot;baseStyle&quot;:{&quot;fontFamily&quot;:&quot;Roboto&quot;,&quot;fontSize&quot;:10.166753645650708,&quot;color&quot;:&quot;rgba(136, 93, 159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0.500260936952124,&quot;y&quot;:12.477379474207687},&quot;targetSize&quot;:{&quot;x&quot;:30.500260936952124,&quot;y&quot;:12.477379474207687},&quot;verticalAlign&quot;:&quot;TOP&quot;},&quot;parent&quot;:{&quot;type&quot;:&quot;CHILD&quot;,&quot;parentId&quot;:&quot;4603c420-4925-45a8-9d3b-f9d0a8d1e630&quot;,&quot;order&quot;:&quot;999999999999972&quot;}},&quot;07b262ec-a618-4051-8b75-b0868658e59f&quot;:{&quot;type&quot;:&quot;FIGURE_OBJECT&quot;,&quot;id&quot;:&quot;07b262ec-a618-4051-8b75-b0868658e59f&quot;,&quot;parent&quot;:{&quot;type&quot;:&quot;CHILD&quot;,&quot;parentId&quot;:&quot;4603c420-4925-45a8-9d3b-f9d0a8d1e630&quot;,&quot;order&quot;:&quot;999999999999922&quot;},&quot;relativeTransform&quot;:{&quot;translate&quot;:{&quot;x&quot;:306.41294376187176,&quot;y&quot;:199.1610698585684},&quot;rotate&quot;:0,&quot;skewX&quot;:0,&quot;scale&quot;:{&quot;x&quot;:1,&quot;y&quot;:1}}},&quot;b9e29337-ac45-49ea-84e1-ae4a8753ae3f&quot;:{&quot;type&quot;:&quot;FIGURE_OBJECT&quot;,&quot;id&quot;:&quot;b9e29337-ac45-49ea-84e1-ae4a8753ae3f&quot;,&quot;name&quot;:&quot;Sphere&quot;,&quot;relativeTransform&quot;:{&quot;translate&quot;:{&quot;x&quot;:163.62292242060929,&quot;y&quot;:85.01384915514842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8&quot;}},&quot;70b652f3-a9ec-43a4-8679-c7ddd6bbf197&quot;:{&quot;type&quot;:&quot;FIGURE_OBJECT&quot;,&quot;id&quot;:&quot;70b652f3-a9ec-43a4-8679-c7ddd6bbf197&quot;,&quot;name&quot;:&quot;Sphere&quot;,&quot;relativeTransform&quot;:{&quot;translate&quot;:{&quot;x&quot;:117.19886634610442,&quot;y&quot;:82.1513168095293},&quot;rotate&quot;:3.3791373788789003,&quot;skewX&quot;:1.8444520038018278e-16,&quot;scale&quot;:{&quot;x&quot;:-0.027106688423271266,&quot;y&quot;:0.02710668842327130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7&quot;}},&quot;06317a6c-a22f-43d0-b690-6c11798b15e1&quot;:{&quot;type&quot;:&quot;FIGURE_OBJECT&quot;,&quot;id&quot;:&quot;06317a6c-a22f-43d0-b690-6c11798b15e1&quot;,&quot;name&quot;:&quot;Sphere&quot;,&quot;relativeTransform&quot;:{&quot;translate&quot;:{&quot;x&quot;:180.1043815226204,&quot;y&quot;:97.64562398379718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6&quot;}},&quot;7e0821df-fa10-4f45-a84f-bf4ee59330dd&quot;:{&quot;type&quot;:&quot;FIGURE_OBJECT&quot;,&quot;id&quot;:&quot;7e0821df-fa10-4f45-a84f-bf4ee59330dd&quot;,&quot;name&quot;:&quot;Sphere&quot;,&quot;relativeTransform&quot;:{&quot;translate&quot;:{&quot;x&quot;:132.32971164622737,&quot;y&quot;:90.1788385112105},&quot;rotate&quot;:3.3791373788789003,&quot;skewX&quot;:0,&quot;scale&quot;:{&quot;x&quot;:-0.02751740542743292,&quot;y&quot;:0.02897094653918018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5&quot;}},&quot;f94360ec-e808-420a-b9a3-51ffc2fb1ad1&quot;:{&quot;type&quot;:&quot;FIGURE_OBJECT&quot;,&quot;id&quot;:&quot;f94360ec-e808-420a-b9a3-51ffc2fb1ad1&quot;,&quot;name&quot;:&quot;Sphere&quot;,&quot;relativeTransform&quot;:{&quot;translate&quot;:{&quot;x&quot;:144.85686089066547,&quot;y&quot;:83.31001202733067},&quot;rotate&quot;:3.3791373788789003,&quot;skewX&quot;:-4.176972262229446e-17,&quot;scale&quot;:{&quot;x&quot;:-0.02547383581085195,&quot;y&quot;:0.025473835810851955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3&quot;}},&quot;828caf14-75e9-4123-943a-8c03a8ca3ef0&quot;:{&quot;type&quot;:&quot;FIGURE_OBJECT&quot;,&quot;id&quot;:&quot;828caf14-75e9-4123-943a-8c03a8ca3ef0&quot;,&quot;name&quot;:&quot;Sphere&quot;,&quot;relativeTransform&quot;:{&quot;translate&quot;:{&quot;x&quot;:198.07248572627526,&quot;y&quot;:90.67145467787212},&quot;rotate&quot;:3.3791373788789003,&quot;skewX&quot;:-5.800845256637433e-17,&quot;scale&quot;:{&quot;x&quot;:-0.02161620750588143,&quot;y&quot;:0.021616207505881432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2&quot;}},&quot;f2d16648-3ede-4511-97bc-b65634d77ef2&quot;:{&quot;type&quot;:&quot;FIGURE_OBJECT&quot;,&quot;id&quot;:&quot;f2d16648-3ede-4511-97bc-b65634d77ef2&quot;,&quot;name&quot;:&quot;Sphere&quot;,&quot;relativeTransform&quot;:{&quot;translate&quot;:{&quot;x&quot;:210.75235096069332,&quot;y&quot;:94.67167648816073},&quot;rotate&quot;:3.3791373788789003,&quot;skewX&quot;:1.5821298344918559e-16,&quot;scale&quot;:{&quot;x&quot;:-0.02926773290206585,&quot;y&quot;:0.029267732902065878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1&quot;}},&quot;f1c2e196-2b54-4fd0-8095-d097431a5ef0&quot;:{&quot;type&quot;:&quot;FIGURE_OBJECT&quot;,&quot;id&quot;:&quot;f1c2e196-2b54-4fd0-8095-d097431a5ef0&quot;,&quot;name&quot;:&quot;Sphere&quot;,&quot;relativeTransform&quot;:{&quot;translate&quot;:{&quot;x&quot;:158.75487385187844,&quot;y&quot;:96.85567985209074},&quot;rotate&quot;:3.3791373788789003,&quot;skewX&quot;:-2.6721323238462895e-17,&quot;scale&quot;:{&quot;x&quot;:-0.02252066253145723,&quot;y&quot;:0.022520662531457188}},&quot;opacity&quot;:0.75,&quot;image&quot;:{&quot;url&quot;:&quot;https://icons.biorender.com/biorender/5b8847989629ce1400901caa/20200825150931/image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05&quot;}},&quot;bbb874a4-9734-4815-9035-7617a579ebd1&quot;:{&quot;type&quot;:&quot;FIGURE_OBJECT&quot;,&quot;id&quot;:&quot;bbb874a4-9734-4815-9035-7617a579ebd1&quot;,&quot;parent&quot;:{&quot;type&quot;:&quot;CHILD&quot;,&quot;parentId&quot;:&quot;4603c420-4925-45a8-9d3b-f9d0a8d1e630&quot;,&quot;order&quot;:&quot;99999999999992&quot;},&quot;relativeTransform&quot;:{&quot;translate&quot;:{&quot;x&quot;:306.41294376187176,&quot;y&quot;:199.1610698585684},&quot;rotate&quot;:0,&quot;skewX&quot;:0,&quot;scale&quot;:{&quot;x&quot;:1,&quot;y&quot;:1}}},&quot;6186d5d7-2463-4e82-849f-56154bcf4e61&quot;:{&quot;type&quot;:&quot;FIGURE_OBJECT&quot;,&quot;id&quot;:&quot;6186d5d7-2463-4e82-849f-56154bcf4e61&quot;,&quot;name&quot;:&quot;Sphere&quot;,&quot;relativeTransform&quot;:{&quot;translate&quot;:{&quot;x&quot;:183.66541674698487,&quot;y&quot;:82.93228674870913},&quot;rotate&quot;:3.3791373788789003,&quot;skewX&quot;:0,&quot;scale&quot;:{&quot;x&quot;:-0.029644276676495183,&quot;y&quot;:0.029644276676495173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8&quot;}},&quot;8421033c-a283-467c-8225-56a919736473&quot;:{&quot;type&quot;:&quot;FIGURE_OBJECT&quot;,&quot;id&quot;:&quot;8421033c-a283-467c-8225-56a919736473&quot;,&quot;name&quot;:&quot;Sphere&quot;,&quot;relativeTransform&quot;:{&quot;translate&quot;:{&quot;x&quot;:193.75435608502795,&quot;y&quot;:68.7839203237347},&quot;rotate&quot;:3.3791373788789003,&quot;skewX&quot;:-3.987119696904128e-17,&quot;scale&quot;:{&quot;x&quot;:-0.026073270123862426,&quot;y&quot;:0.026073270123862416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7&quot;}},&quot;4510d365-89c9-48f5-be71-6e597f885b15&quot;:{&quot;type&quot;:&quot;FIGURE_OBJECT&quot;,&quot;id&quot;:&quot;4510d365-89c9-48f5-be71-6e597f885b15&quot;,&quot;name&quot;:&quot;Sphere&quot;,&quot;relativeTransform&quot;:{&quot;translate&quot;:{&quot;x&quot;:108.84284280266236,&quot;y&quot;:67.0791503053093},&quot;rotate&quot;:3.3791373788789003,&quot;skewX&quot;:-1.0688529295385158e-16,&quot;scale&quot;:{&quot;x&quot;:-0.02252066253145723,&quot;y&quot;:0.022520662531457233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6&quot;}},&quot;a5883cdc-4157-47aa-84b7-2a58a6d004b2&quot;:{&quot;type&quot;:&quot;FIGURE_OBJECT&quot;,&quot;id&quot;:&quot;a5883cdc-4157-47aa-84b7-2a58a6d004b2&quot;,&quot;name&quot;:&quot;Sphere&quot;,&quot;relativeTransform&quot;:{&quot;translate&quot;:{&quot;x&quot;:122.39870220590085,&quot;y&quot;:71.9385238708478},&quot;rotate&quot;:3.3791373788789003,&quot;skewX&quot;:-2.6721323238462895e-17,&quot;scale&quot;:{&quot;x&quot;:-0.02252066253145723,&quot;y&quot;:0.022520662531457212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5&quot;}},&quot;2bbc15f8-08d0-4d6d-aefe-8846923d7107&quot;:{&quot;type&quot;:&quot;FIGURE_OBJECT&quot;,&quot;id&quot;:&quot;2bbc15f8-08d0-4d6d-aefe-8846923d7107&quot;,&quot;name&quot;:&quot;Sphere&quot;,&quot;relativeTransform&quot;:{&quot;translate&quot;:{&quot;x&quot;:144.65968992174777,&quot;y&quot;:98.89962695171896},&quot;rotate&quot;:3.3791373788789003,&quot;skewX&quot;:0,&quot;scale&quot;:{&quot;x&quot;:-0.027646090219500822,&quot;y&quot;:0.0276460902195008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3&quot;}},&quot;2595ab47-4346-41d1-a818-fcc8f3a04881&quot;:{&quot;type&quot;:&quot;FIGURE_OBJECT&quot;,&quot;id&quot;:&quot;2595ab47-4346-41d1-a818-fcc8f3a04881&quot;,&quot;name&quot;:&quot;Sphere&quot;,&quot;relativeTransform&quot;:{&quot;translate&quot;:{&quot;x&quot;:168.49080112370717,&quot;y&quot;:103.44171151498766},&quot;rotate&quot;:3.3791373788789003,&quot;skewX&quot;:-8.016396971538869e-17,&quot;scale&quot;:{&quot;x&quot;:-0.02252066253145723,&quot;y&quot;:0.02252066253145722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2&quot;}},&quot;c187e554-aa46-485a-b31a-78d2d712265b&quot;:{&quot;type&quot;:&quot;FIGURE_OBJECT&quot;,&quot;id&quot;:&quot;c187e554-aa46-485a-b31a-78d2d712265b&quot;,&quot;name&quot;:&quot;Sphere&quot;,&quot;relativeTransform&quot;:{&quot;translate&quot;:{&quot;x&quot;:135.4407667377129,&quot;y&quot;:76.08085370055072},&quot;rotate&quot;:3.3791373788789003,&quot;skewX&quot;:-3.014047716577197e-16,&quot;scale&quot;:{&quot;x&quot;:-0.023228742749907095,&quot;y&quot;:0.023228742749907126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1&quot;}},&quot;28d8d3a1-e259-43e0-bd7b-399061cacec0&quot;:{&quot;type&quot;:&quot;FIGURE_OBJECT&quot;,&quot;id&quot;:&quot;28d8d3a1-e259-43e0-bd7b-399061cacec0&quot;,&quot;parent&quot;:{&quot;type&quot;:&quot;CHILD&quot;,&quot;parentId&quot;:&quot;4603c420-4925-45a8-9d3b-f9d0a8d1e630&quot;,&quot;order&quot;:&quot;999999999999912&quot;},&quot;relativeTransform&quot;:{&quot;translate&quot;:{&quot;x&quot;:306.41294376187176,&quot;y&quot;:199.1610698585684},&quot;rotate&quot;:0,&quot;skewX&quot;:0,&quot;scale&quot;:{&quot;x&quot;:1,&quot;y&quot;:1}}},&quot;ed21d5b7-bab5-4270-961e-652517e7612c&quot;:{&quot;type&quot;:&quot;FIGURE_OBJECT&quot;,&quot;id&quot;:&quot;ed21d5b7-bab5-4270-961e-652517e7612c&quot;,&quot;name&quot;:&quot;Sphere&quot;,&quot;relativeTransform&quot;:{&quot;translate&quot;:{&quot;x&quot;:157.481242863133,&quot;y&quot;:-50.78971093728193},&quot;rotate&quot;:-0.23754472528910814,&quot;skewX&quot;:0,&quot;scale&quot;:{&quot;x&quot;:0.027646090219500825,&quot;y&quot;:0.027646090219500822}},&quot;opacity&quot;:1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8&quot;}},&quot;f2f40f28-1c43-4f2a-9254-70c01e95bf0b&quot;:{&quot;type&quot;:&quot;FIGURE_OBJECT&quot;,&quot;id&quot;:&quot;f2f40f28-1c43-4f2a-9254-70c01e95bf0b&quot;,&quot;name&quot;:&quot;Sphere&quot;,&quot;relativeTransform&quot;:{&quot;translate&quot;:{&quot;x&quot;:197.83314914531815,&quot;y&quot;:-41.93056087984699},&quot;rotate&quot;:-0.23754472528910783,&quot;skewX&quot;:-7.974239393808257e-17,&quot;scale&quot;:{&quot;x&quot;:0.026073270123862423,&quot;y&quot;:0.02607327012386243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7&quot;}},&quot;e12ad667-c1ac-4660-ac6b-067629e8c698&quot;:{&quot;type&quot;:&quot;FIGURE_OBJECT&quot;,&quot;id&quot;:&quot;e12ad667-c1ac-4660-ac6b-067629e8c698&quot;,&quot;name&quot;:&quot;Sphere&quot;,&quot;relativeTransform&quot;:{&quot;translate&quot;:{&quot;x&quot;:127.93033943656945,&quot;y&quot;:-53.17868021216357},&quot;rotate&quot;:-0.2375447252891078,&quot;skewX&quot;:0,&quot;scale&quot;:{&quot;x&quot;:0.026519393870735684,&quot;y&quot;:0.026519393870735677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6&quot;}},&quot;c729f62f-4634-40da-b9a3-e908b0f886c6&quot;:{&quot;type&quot;:&quot;FIGURE_OBJECT&quot;,&quot;id&quot;:&quot;c729f62f-4634-40da-b9a3-e908b0f886c6&quot;,&quot;name&quot;:&quot;Sphere&quot;,&quot;relativeTransform&quot;:{&quot;translate&quot;:{&quot;x&quot;:105.84417815980774,&quot;y&quot;:-35.71279895878394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5&quot;}},&quot;c2bd0270-d09b-44e9-803b-f736c68d7602&quot;:{&quot;type&quot;:&quot;FIGURE_OBJECT&quot;,&quot;id&quot;:&quot;c2bd0270-d09b-44e9-803b-f736c68d7602&quot;,&quot;name&quot;:&quot;Sphere&quot;,&quot;relativeTransform&quot;:{&quot;translate&quot;:{&quot;x&quot;:128.29240871051078,&quot;y&quot;:-42.25197473794076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3&quot;}},&quot;90a2ed04-9769-4f4e-becf-c62f74d75139&quot;:{&quot;type&quot;:&quot;FIGURE_OBJECT&quot;,&quot;id&quot;:&quot;90a2ed04-9769-4f4e-becf-c62f74d75139&quot;,&quot;name&quot;:&quot;Sphere&quot;,&quot;relativeTransform&quot;:{&quot;translate&quot;:{&quot;x&quot;:214.35650040074242,&quot;y&quot;:-52.88087329875401},&quot;rotate&quot;:-0.23754472528910814,&quot;skewX&quot;:0,&quot;scale&quot;:{&quot;x&quot;:0.027646090219500825,&quot;y&quot;:0.027646090219500822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2&quot;}},&quot;2b587c79-1615-400e-9acd-3e2391bddb7b&quot;:{&quot;type&quot;:&quot;FIGURE_OBJECT&quot;,&quot;id&quot;:&quot;2b587c79-1615-400e-9acd-3e2391bddb7b&quot;,&quot;name&quot;:&quot;Sphere&quot;,&quot;relativeTransform&quot;:{&quot;translate&quot;:{&quot;x&quot;:168.80548963085752,&quot;y&quot;:-70.97358038618782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1&quot;}},&quot;db06af57-0f86-4267-9144-5e4b44589e86&quot;:{&quot;type&quot;:&quot;FIGURE_OBJECT&quot;,&quot;id&quot;:&quot;db06af57-0f86-4267-9144-5e4b44589e86&quot;,&quot;parent&quot;:{&quot;type&quot;:&quot;CHILD&quot;,&quot;parentId&quot;:&quot;4603c420-4925-45a8-9d3b-f9d0a8d1e630&quot;,&quot;order&quot;:&quot;999999999999915&quot;},&quot;relativeTransform&quot;:{&quot;translate&quot;:{&quot;x&quot;:306.41294376187176,&quot;y&quot;:199.1610698585684},&quot;rotate&quot;:0,&quot;skewX&quot;:0,&quot;scale&quot;:{&quot;x&quot;:1,&quot;y&quot;:1}}},&quot;e8420fb8-f01c-4cfb-9172-1418a79a9cf7&quot;:{&quot;type&quot;:&quot;FIGURE_OBJECT&quot;,&quot;id&quot;:&quot;e8420fb8-f01c-4cfb-9172-1418a79a9cf7&quot;,&quot;name&quot;:&quot;Sphere&quot;,&quot;relativeTransform&quot;:{&quot;translate&quot;:{&quot;x&quot;:142.02921005378371,&quot;y&quot;:-49.355999812864134},&quot;rotate&quot;:-0.23754472528910786,&quot;skewX&quot;:1.1601690513274865e-16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8&quot;}},&quot;646dab0b-fbe3-405d-a05f-5953b8afaa6c&quot;:{&quot;type&quot;:&quot;FIGURE_OBJECT&quot;,&quot;id&quot;:&quot;646dab0b-fbe3-405d-a05f-5953b8afaa6c&quot;,&quot;name&quot;:&quot;Sphere&quot;,&quot;relativeTransform&quot;:{&quot;translate&quot;:{&quot;x&quot;:114.72763621189453,&quot;y&quot;:-48.48447710152391},&quot;rotate&quot;:-0.23754472528910783,&quot;skewX&quot;:2.776282162256265e-17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7&quot;}},&quot;d47e5dcc-ba79-4d1f-b32e-df97a1219809&quot;:{&quot;type&quot;:&quot;FIGURE_OBJECT&quot;,&quot;id&quot;:&quot;d47e5dcc-ba79-4d1f-b32e-df97a1219809&quot;,&quot;name&quot;:&quot;Sphere&quot;,&quot;relativeTransform&quot;:{&quot;translate&quot;:{&quot;x&quot;:183.519568446281,&quot;y&quot;:-66.1057056070755},&quot;rotate&quot;:-0.23754472528910783,&quot;skewX&quot;:1.6657692973537594e-16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6&quot;}},&quot;d665210d-f9ce-42bf-a8ab-ab75473884fb&quot;:{&quot;type&quot;:&quot;FIGURE_OBJECT&quot;,&quot;id&quot;:&quot;d665210d-f9ce-42bf-a8ab-ab75473884fb&quot;,&quot;name&quot;:&quot;Sphere&quot;,&quot;relativeTransform&quot;:{&quot;translate&quot;:{&quot;x&quot;:141.1574117836194,&quot;y&quot;:-66.10574207217857},&quot;rotate&quot;:-0.23754472528910783,&quot;skewX&quot;:2.4986539460306388e-16,&quot;scale&quot;:{&quot;x&quot;:0.031245921659250546,&quot;y&quot;:0.031245921659250584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55&quot;}},&quot;c2df9611-f860-4525-871c-6f1eb83ea9df&quot;:{&quot;type&quot;:&quot;FIGURE_OBJECT&quot;,&quot;id&quot;:&quot;c2df9611-f860-4525-871c-6f1eb83ea9df&quot;,&quot;name&quot;:&quot;Sphere&quot;,&quot;relativeTransform&quot;:{&quot;translate&quot;:{&quot;x&quot;:157.6780480603039,&quot;y&quot;:-65.58350456420926},&quot;rotate&quot;:-0.23754472528910783,&quot;skewX&quot;:0,&quot;scale&quot;:{&quot;x&quot;:0.025473835810851955,&quot;y&quot;:0.0254738358108519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5&quot;}},&quot;840b55cd-6164-4f5c-8b48-89cd95acf55f&quot;:{&quot;type&quot;:&quot;FIGURE_OBJECT&quot;,&quot;id&quot;:&quot;840b55cd-6164-4f5c-8b48-89cd95acf55f&quot;,&quot;name&quot;:&quot;Sphere&quot;,&quot;relativeTransform&quot;:{&quot;translate&quot;:{&quot;x&quot;:178.00656239160386,&quot;y&quot;:-49.17719055934721},&quot;rotate&quot;:-0.23754472528910792,&quot;skewX&quot;:-3.084384882740924e-17,&quot;scale&quot;:{&quot;x&quot;:0.029644276676495177,&quot;y&quot;:0.029644276676495173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3&quot;}},&quot;124fbb2d-9a20-4033-919e-aa781a43dc36&quot;:{&quot;type&quot;:&quot;FIGURE_OBJECT&quot;,&quot;id&quot;:&quot;124fbb2d-9a20-4033-919e-aa781a43dc36&quot;,&quot;name&quot;:&quot;Sphere&quot;,&quot;relativeTransform&quot;:{&quot;translate&quot;:{&quot;x&quot;:198.23707330016984,&quot;y&quot;:-57.53695538939444},&quot;rotate&quot;:-0.23754472528910786,&quot;skewX&quot;:2.900422628318716e-17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2&quot;}},&quot;7867d79e-8aae-4f74-b403-9a2b9139c9eb&quot;:{&quot;type&quot;:&quot;FIGURE_OBJECT&quot;,&quot;id&quot;:&quot;7867d79e-8aae-4f74-b403-9a2b9139c9eb&quot;,&quot;name&quot;:&quot;Sphere&quot;,&quot;relativeTransform&quot;:{&quot;translate&quot;:{&quot;x&quot;:188.9075382282111,&quot;y&quot;:-40.401705084962906},&quot;rotate&quot;:-0.23754472528910786,&quot;skewX&quot;:9.492779006951139e-17,&quot;scale&quot;:{&quot;x&quot;:0.029267732902065843,&quot;y&quot;:0.02926773290206587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1&quot;}},&quot;28221179-65de-45bd-be53-f747702deed6&quot;:{&quot;type&quot;:&quot;FIGURE_OBJECT&quot;,&quot;id&quot;:&quot;28221179-65de-45bd-be53-f747702deed6&quot;,&quot;name&quot;:&quot;Sphere&quot;,&quot;relativeTransform&quot;:{&quot;translate&quot;:{&quot;x&quot;:202.29747568122391,&quot;y&quot;:-66.83164295551195},&quot;rotate&quot;:-0.2375447252891081,&quot;skewX&quot;:-2.511706430480995e-16,&quot;scale&quot;:{&quot;x&quot;:0.023228742749907105,&quot;y&quot;:0.02322874274990714}},&quot;opacity&quot;:0.75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05&quot;}},&quot;dda59cff-18a2-4793-b197-14673406e73a&quot;:{&quot;id&quot;:&quot;dda59cff-18a2-4793-b197-14673406e73a&quot;,&quot;type&quot;:&quot;FIGURE_OBJECT&quot;,&quot;relativeTransform&quot;:{&quot;translate&quot;:{&quot;x&quot;:574.792735258508,&quot;y&quot;:134.24972036202075},&quot;rotate&quot;:0,&quot;skewX&quot;:0,&quot;scale&quot;:{&quot;x&quot;:1,&quot;y&quot;:1}},&quot;text&quot;:{&quot;textData&quot;:{&quot;lineSpacing&quot;:&quot;half&quot;,&quot;alignment&quot;:&quot;justify-left&quot;,&quot;lines&quot;:[{&quot;runs&quot;:[{&quot;style&quot;:{&quot;fontFamily&quot;:&quot;Roboto&quot;,&quot;fontSize&quot;:11.333333333333332,&quot;color&quot;:&quot;rgba(226,131,131,1)&quot;,&quot;fontWeight&quot;:&quot;bold&quot;,&quot;fontStyle&quot;:&quot;normal&quot;,&quot;decoration&quot;:&quot;none&quot;,&quot;script&quot;:&quot;none&quot;},&quot;range&quot;:[0,9]}],&quot;text&quot;:&quot;Tumor site&quot;,&quot;baseStyle&quot;:{&quot;fontFamily&quot;:&quot;Roboto&quot;,&quot;fontSize&quot;:11.333333333333332,&quot;color&quot;:&quot;rgba(226,131,131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55.71570495978386,&quot;y&quot;:26.06896551724138},&quot;targetSize&quot;:{&quot;x&quot;:55.71570495978386,&quot;y&quot;:26.06896551724138},&quot;verticalAlign&quot;:&quot;TOP&quot;},&quot;parent&quot;:{&quot;type&quot;:&quot;CHILD&quot;,&quot;parentId&quot;:&quot;4603c420-4925-45a8-9d3b-f9d0a8d1e630&quot;,&quot;order&quot;:&quot;999999999999967&quot;}},&quot;5c066de8-a4e9-445a-b6c7-3ddaf466bb5c&quot;:{&quot;id&quot;:&quot;5c066de8-a4e9-445a-b6c7-3ddaf466bb5c&quot;,&quot;type&quot;:&quot;FIGURE_OBJECT&quot;,&quot;relativeTransform&quot;:{&quot;translate&quot;:{&quot;x&quot;:93.34363526942435,&quot;y&quot;:134.62690178258603},&quot;rotate&quot;:0,&quot;skewX&quot;:0,&quot;scale&quot;:{&quot;x&quot;:1,&quot;y&quot;:1}},&quot;text&quot;:{&quot;textData&quot;:{&quot;lineSpacing&quot;:&quot;half&quot;,&quot;alignment&quot;:&quot;left&quot;,&quot;lines&quot;:[{&quot;runs&quot;:[{&quot;style&quot;:{&quot;fontFamily&quot;:&quot;Roboto&quot;,&quot;fontSize&quot;:11.333333333333332,&quot;color&quot;:&quot;rgba(112, 72, 135, 1)&quot;,&quot;fontWeight&quot;:&quot;bold&quot;,&quot;fontStyle&quot;:&quot;normal&quot;,&quot;decoration&quot;:&quot;none&quot;,&quot;script&quot;:&quot;none&quot;},&quot;range&quot;:[0,14]}],&quot;text&quot;:&quot;Germinal centre&quot;,&quot;baseStyle&quot;:{&quot;fontFamily&quot;:&quot;Roboto&quot;,&quot;fontSize&quot;:11.333333333333332,&quot;color&quot;:&quot;rgba(112, 72, 135, 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87.02449436849753,&quot;y&quot;:26.06896551724138},&quot;targetSize&quot;:{&quot;x&quot;:87.02449436849753,&quot;y&quot;:26.06896551724138},&quot;verticalAlign&quot;:&quot;TOP&quot;},&quot;parent&quot;:{&quot;type&quot;:&quot;CHILD&quot;,&quot;parentId&quot;:&quot;4603c420-4925-45a8-9d3b-f9d0a8d1e630&quot;,&quot;order&quot;:&quot;999999999999965&quot;}},&quot;7fd25458-d108-43e3-b3f3-9cdee9b7d114&quot;:{&quot;id&quot;:&quot;7fd25458-d108-43e3-b3f3-9cdee9b7d114&quot;,&quot;type&quot;:&quot;FIGURE_OBJECT&quot;,&quot;relativeTransform&quot;:{&quot;translate&quot;:{&quot;x&quot;:557.8858541578029,&quot;y&quot;:304.8273951043865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140, 67, 64, 1)&quot;,&quot;fontWeight&quot;:&quot;bold&quot;,&quot;fontStyle&quot;:&quot;normal&quot;,&quot;decoration&quot;:&quot;none&quot;,&quot;script&quot;:&quot;none&quot;},&quot;range&quot;:[0,16]}],&quot;text&quot;:&quot;Cancer cell death&quot;,&quot;baseStyle&quot;:{&quot;fontFamily&quot;:&quot;Roboto&quot;,&quot;fontSize&quot;:10.166753645650708,&quot;color&quot;:&quot;rgba(140, 67, 64, 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58.134924896696724,&quot;y&quot;:23.233741089903972},&quot;targetSize&quot;:{&quot;x&quot;:58.134924896696724,&quot;y&quot;:23.233741089903972},&quot;verticalAlign&quot;:&quot;TOP&quot;},&quot;parent&quot;:{&quot;type&quot;:&quot;CHILD&quot;,&quot;parentId&quot;:&quot;4603c420-4925-45a8-9d3b-f9d0a8d1e630&quot;,&quot;order&quot;:&quot;999999999999962&quot;}},&quot;90cee822-be29-4d40-8a1b-60a72d99d70d&quot;:{&quot;id&quot;:&quot;90cee822-be29-4d40-8a1b-60a72d99d70d&quot;,&quot;type&quot;:&quot;FIGURE_OBJECT&quot;,&quot;relativeTransform&quot;:{&quot;translate&quot;:{&quot;x&quot;:397.28920835964726,&quot;y&quot;:305.7997187197258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,&quot;range&quot;:[0,16]}],&quot;text&quot;:&quot;T cell (effector)&quot;,&quot;base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47.737108668190324,&quot;y&quot;:23.233741089903972},&quot;targetSize&quot;:{&quot;x&quot;:47.737108668190324,&quot;y&quot;:23.233741089903972},&quot;verticalAlign&quot;:&quot;TOP&quot;},&quot;parent&quot;:{&quot;type&quot;:&quot;CHILD&quot;,&quot;parentId&quot;:&quot;4603c420-4925-45a8-9d3b-f9d0a8d1e630&quot;,&quot;order&quot;:&quot;99999999999996&quot;}},&quot;eb15a40a-ad76-49a7-a0ab-291665cbee74&quot;:{&quot;id&quot;:&quot;eb15a40a-ad76-49a7-a0ab-291665cbee74&quot;,&quot;type&quot;:&quot;FIGURE_OBJECT&quot;,&quot;relativeTransform&quot;:{&quot;translate&quot;:{&quot;x&quot;:218.9813121763784,&quot;y&quot;:304.8273951043865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,&quot;range&quot;:[0,13]}],&quot;text&quot;:&quot;T cell (naïve)&quot;,&quot;base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38.03248018825101,&quot;y&quot;:23.233741089903972},&quot;targetSize&quot;:{&quot;x&quot;:38.03248018825101,&quot;y&quot;:23.233741089903972},&quot;verticalAlign&quot;:&quot;TOP&quot;},&quot;parent&quot;:{&quot;type&quot;:&quot;CHILD&quot;,&quot;parentId&quot;:&quot;4603c420-4925-45a8-9d3b-f9d0a8d1e630&quot;,&quot;order&quot;:&quot;999999999999957&quot;}},&quot;7f6d4512-17c6-4ec2-8bbf-870f931ee5a6&quot;:{&quot;id&quot;:&quot;7f6d4512-17c6-4ec2-8bbf-870f931ee5a6&quot;,&quot;type&quot;:&quot;FIGURE_OBJECT&quot;,&quot;relativeTransform&quot;:{&quot;translate&quot;:{&quot;x&quot;:84.23921482570482,&quot;y&quot;:304.82742914809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,&quot;range&quot;:[0,13]}],&quot;text&quot;:&quot;Dendritic cell&quot;,&quot;base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70.10816756697888,&quot;y&quot;:12.477379474207687},&quot;targetSize&quot;:{&quot;x&quot;:70.10816756697888,&quot;y&quot;:12.477379474207687},&quot;verticalAlign&quot;:&quot;TOP&quot;},&quot;parent&quot;:{&quot;type&quot;:&quot;CHILD&quot;,&quot;parentId&quot;:&quot;4603c420-4925-45a8-9d3b-f9d0a8d1e630&quot;,&quot;order&quot;:&quot;999999999999952&quot;}},&quot;29dd4416-4496-4766-8116-d9d858377c50&quot;:{&quot;id&quot;:&quot;29dd4416-4496-4766-8116-d9d858377c50&quot;,&quot;type&quot;:&quot;FIGURE_OBJECT&quot;,&quot;relativeTransform&quot;:{&quot;translate&quot;:{&quot;x&quot;:168.42155175921388,&quot;y&quot;:186.04077248138282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3.123157989540257,&quot;y&quot;:12.477379474207687},&quot;targetSize&quot;:{&quot;x&quot;:23.123157989540257,&quot;y&quot;:12.477379474207687},&quot;verticalAlign&quot;:&quot;TOP&quot;},&quot;parent&quot;:{&quot;type&quot;:&quot;CHILD&quot;,&quot;parentId&quot;:&quot;4603c420-4925-45a8-9d3b-f9d0a8d1e630&quot;,&quot;order&quot;:&quot;99999999999994&quot;}},&quot;bb7f7578-5ea1-47e2-9228-90e50bcfc8c8&quot;:{&quot;id&quot;:&quot;bb7f7578-5ea1-47e2-9228-90e50bcfc8c8&quot;,&quot;type&quot;:&quot;FIGURE_OBJECT&quot;,&quot;relativeTransform&quot;:{&quot;translate&quot;:{&quot;x&quot;:139.18889808534678,&quot;y&quot;:186.0406620812406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,&quot;range&quot;:[0,4]}],&quot;text&quot;:&quot;MHC I&quot;,&quot;base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2.477379474207687},&quot;targetSize&quot;:{&quot;x&quot;:31.065081504359974,&quot;y&quot;:12.477379474207687},&quot;verticalAlign&quot;:&quot;TOP&quot;},&quot;parent&quot;:{&quot;type&quot;:&quot;CHILD&quot;,&quot;parentId&quot;:&quot;4603c420-4925-45a8-9d3b-f9d0a8d1e630&quot;,&quot;order&quot;:&quot;999999999999955&quot;}},&quot;99fc4a4c-7d9f-42a7-8c50-bbcf75b54c7c&quot;:{&quot;id&quot;:&quot;99fc4a4c-7d9f-42a7-8c50-bbcf75b54c7c&quot;,&quot;type&quot;:&quot;FIGURE_OBJECT&quot;,&quot;relativeTransform&quot;:{&quot;translate&quot;:{&quot;x&quot;:169.3380360166664,&quot;y&quot;:246.18296458946185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,&quot;range&quot;:[0,3]}],&quot;text&quot;:&quot;CD28&quot;,&quot;base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3.748285058027987},&quot;targetSize&quot;:{&quot;x&quot;:31.065081504359974,&quot;y&quot;:13.748285058027987},&quot;verticalAlign&quot;:&quot;TOP&quot;},&quot;parent&quot;:{&quot;type&quot;:&quot;CHILD&quot;,&quot;parentId&quot;:&quot;4603c420-4925-45a8-9d3b-f9d0a8d1e630&quot;,&quot;order&quot;:&quot;999999999999935&quot;}},&quot;38e8fd2e-9a8a-4194-ba56-b5283c95582b&quot;:{&quot;id&quot;:&quot;38e8fd2e-9a8a-4194-ba56-b5283c95582b&quot;,&quot;type&quot;:&quot;FIGURE_OBJECT&quot;,&quot;relativeTransform&quot;:{&quot;translate&quot;:{&quot;x&quot;:140.45408160324908,&quot;y&quot;:250.79758087169176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,&quot;range&quot;:[0,4]}],&quot;text&quot;:&quot;CD80/&quot;,&quot;base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},{&quot;runs&quot;:[{&quot;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,&quot;range&quot;:[0,1]}],&quot;text&quot;:&quot;86&quot;,&quot;base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8.891848739105047,&quot;y&quot;:24.954758948415375},&quot;targetSize&quot;:{&quot;x&quot;:28.891848739105047,&quot;y&quot;:24.954758948415375},&quot;verticalAlign&quot;:&quot;TOP&quot;},&quot;parent&quot;:{&quot;type&quot;:&quot;CHILD&quot;,&quot;parentId&quot;:&quot;4603c420-4925-45a8-9d3b-f9d0a8d1e630&quot;,&quot;order&quot;:&quot;99999999999995&quot;}},&quot;baf99f49-30bd-4a79-b7e8-ad578b4eec0c&quot;:{&quot;id&quot;:&quot;baf99f49-30bd-4a79-b7e8-ad578b4eec0c&quot;,&quot;type&quot;:&quot;FIGURE_OBJECT&quot;,&quot;relativeTransform&quot;:{&quot;translate&quot;:{&quot;x&quot;:470.1889446458492,&quot;y&quot;:261.79403091480003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3, 124, 178, 1)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166753645650708,&quot;color&quot;:&quot;rgba(3, 124, 178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2.643744533863789},&quot;targetSize&quot;:{&quot;x&quot;:31.065081504359974,&quot;y&quot;:12.643744533863789},&quot;verticalAlign&quot;:&quot;TOP&quot;},&quot;parent&quot;:{&quot;type&quot;:&quot;CHILD&quot;,&quot;parentId&quot;:&quot;4603c420-4925-45a8-9d3b-f9d0a8d1e630&quot;,&quot;order&quot;:&quot;999999999999927&quot;}},&quot;e1ae3471-f804-44d3-942e-c64907bafa03&quot;:{&quot;id&quot;:&quot;e1ae3471-f804-44d3-942e-c64907bafa03&quot;,&quot;type&quot;:&quot;FIGURE_OBJECT&quot;,&quot;relativeTransform&quot;:{&quot;translate&quot;:{&quot;x&quot;:470.18872584994887,&quot;y&quot;:158.86850978134987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189,109,33,1)&quot;,&quot;fontWeight&quot;:&quot;normal&quot;,&quot;fontStyle&quot;:&quot;normal&quot;,&quot;decoration&quot;:&quot;none&quot;,&quot;script&quot;:&quot;none&quot;},&quot;range&quot;:[0,2]}],&quot;text&quot;:&quot;PFN&quot;,&quot;baseStyle&quot;:{&quot;fontFamily&quot;:&quot;Roboto&quot;,&quot;fontSize&quot;:10.166753645650708,&quot;color&quot;:&quot;rgba(189,109,33,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2.477379474207687},&quot;targetSize&quot;:{&quot;x&quot;:31.065081504359974,&quot;y&quot;:12.477379474207687},&quot;verticalAlign&quot;:&quot;TOP&quot;},&quot;parent&quot;:{&quot;type&quot;:&quot;CHILD&quot;,&quot;parentId&quot;:&quot;4603c420-4925-45a8-9d3b-f9d0a8d1e630&quot;,&quot;order&quot;:&quot;999999999999925&quot;}},&quot;aefb4b89-0c41-4acf-89a4-2c9aeb96eebd&quot;:{&quot;type&quot;:&quot;FIGURE_OBJECT&quot;,&quot;id&quot;:&quot;aefb4b89-0c41-4acf-89a4-2c9aeb96eebd&quot;,&quot;relativeTransform&quot;:{&quot;translate&quot;:{&quot;x&quot;:470.28365800403884,&quot;y&quot;:280.17366721131464},&quot;rotate&quot;:-1.5707963267948974,&quot;skewX&quot;:0,&quot;scale&quot;:{&quot;x&quot;:1,&quot;y&quot;:1}},&quot;opacity&quot;:1,&quot;path&quot;:{&quot;type&quot;:&quot;POLY_LINE&quot;,&quot;points&quot;:[{&quot;x&quot;:9.64061036005359,&quot;y&quot;:-52.082389758941254},{&quot;x&quot;:-9.64061036005359,&quot;y&quot;:-0.946952541071656},{&quot;x&quot;: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024F6600&quot;,&quot;1&quot;:&quot;#024F66ff&quot;,&quot;0.45&quot;:&quot;#024F66ff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17&quot;}},&quot;608b09d8-22b3-4181-81a9-d6f64d7896fc&quot;:{&quot;type&quot;:&quot;FIGURE_OBJECT&quot;,&quot;id&quot;:&quot;608b09d8-22b3-4181-81a9-d6f64d7896fc&quot;,&quot;relativeTransform&quot;:{&quot;translate&quot;:{&quot;x&quot;:470.2831958788731,&quot;y&quot;:151.54153778844423},&quot;rotate&quot;:-1.570796326794897,&quot;skewX&quot;:0,&quot;scale&quot;:{&quot;x&quot;:1,&quot;y&quot;:1}},&quot;opacity&quot;:1,&quot;path&quot;:{&quot;type&quot;:&quot;POLY_LINE&quot;,&quot;points&quot;:[{&quot;x&quot;:-9.64061036005359,&quot;y&quot;:-52.082389758941254},{&quot;x&quot;:9.64061036005359,&quot;y&quot;:-0.946952541071656},{&quot;x&quot;:-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5B1D1D00&quot;,&quot;1&quot;:&quot;#5B1D1D&quot;,&quot;0.45&quot;:&quot;#5B1D1D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1&quot;}},&quot;f3ad918c-595d-4515-a516-f63272fa25fc&quot;:{&quot;id&quot;:&quot;f3ad918c-595d-4515-a516-f63272fa25fc&quot;,&quot;type&quot;:&quot;FIGURE_OBJECT&quot;,&quot;relativeTransform&quot;:{&quot;translate&quot;:{&quot;x&quot;:305.1124891002133,&quot;y&quot;:190.86436196484004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,&quot;range&quot;:[0,10]}],&quot;text&quot;:&quot;Activation,&quot;,&quot;base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,&quot;range&quot;:[0,13]}],&quot;text&quot;:&quot;proliferation,&quot;,&quot;base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,&quot;range&quot;:[0,8]}],&quot;text&quot;:&quot;migration&quot;,&quot;base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9.15202180786284,&quot;y&quot;:37.43213842262306},&quot;targetSize&quot;:{&quot;x&quot;:59.15202180786284,&quot;y&quot;:37.43213842262306},&quot;verticalAlign&quot;:&quot;TOP&quot;},&quot;parent&quot;:{&quot;type&quot;:&quot;CHILD&quot;,&quot;parentId&quot;:&quot;4603c420-4925-45a8-9d3b-f9d0a8d1e630&quot;,&quot;order&quot;:&quot;99999999999997&quot;}},&quot;d84db394-1c0c-4ecb-bc4a-ef73ea127b08&quot;:{&quot;type&quot;:&quot;FIGURE_OBJECT&quot;,&quot;id&quot;:&quot;d84db394-1c0c-4ecb-bc4a-ef73ea127b08&quot;,&quot;relativeTransform&quot;:{&quot;translate&quot;:{&quot;x&quot;:305.11272046119825,&quot;y&quot;:214.86460138347854},&quot;rotate&quot;:0,&quot;skewX&quot;:0,&quot;scale&quot;:{&quot;x&quot;:1,&quot;y&quot;:1}},&quot;opacity&quot;:1,&quot;path&quot;:{&quot;type&quot;:&quot;POLY_LINE&quot;,&quot;points&quot;:[{&quot;x&quot;:-41.59126491402562,&quot;y&quot;:0},{&quot;x&quot;:41.59126491402562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3863754971341875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07&quot;}},&quot;df94c72e-da53-421e-910d-953235e6e286&quot;:{&quot;relativeTransform&quot;:{&quot;translate&quot;:{&quot;x&quot;:172.7335784661178,&quot;y&quot;:284.9845347821474},&quot;rotate&quot;:-1.570796326794897,&quot;skewX&quot;:0,&quot;scale&quot;:{&quot;x&quot;:1,&quot;y&quot;:1}},&quot;type&quot;:&quot;FIGURE_OBJECT&quot;,&quot;id&quot;:&quot;df94c72e-da53-421e-910d-953235e6e286&quot;,&quot;name&quot;:&quot;CD28-CD80 complex&quot;,&quot;opacity&quot;:1,&quot;source&quot;:{&quot;id&quot;:&quot;5e5452cb83e60d0088781f01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99985&quot;}},&quot;4038f787-1200-40c5-b524-24c4c2791871&quot;:{&quot;type&quot;:&quot;FIGURE_OBJECT&quot;,&quot;id&quot;:&quot;4038f787-1200-40c5-b524-24c4c2791871&quot;,&quot;name&quot;:&quot;CD80 (dimer)&quot;,&quot;relativeTransform&quot;:{&quot;translate&quot;:{&quot;x&quot;:58.59711826268714,&quot;y&quot;:-34.71573472812122},&quot;rotate&quot;:3.141592653589793},&quot;opacity&quot;:1,&quot;source&quot;:{&quot;id&quot;:&quot;5e5451fc83e60d0088781e0e&quot;,&quot;type&quot;:&quot;ASSETS&quot;},&quot;pathStyles&quot;:[{&quot;type&quot;:&quot;FILL&quot;,&quot;fillStyle&quot;:&quot;rgb(0,0,0)&quot;}],&quot;isLocked&quot;:false,&quot;parent&quot;:{&quot;type&quot;:&quot;CHILD&quot;,&quot;parentId&quot;:&quot;df94c72e-da53-421e-910d-953235e6e286&quot;,&quot;order&quot;:&quot;5&quot;}},&quot;928a449b-b101-42a1-893f-0f1f494c0976&quot;:{&quot;type&quot;:&quot;FIGURE_OBJECT&quot;,&quot;id&quot;:&quot;928a449b-b101-42a1-893f-0f1f494c0976&quot;,&quot;name&quot;:&quot;CD80 (extracellular domain)&quot;,&quot;relativeTransform&quot;:{&quot;translate&quot;:{&quot;x&quot;:2.6229517548970973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7&quot;}},&quot;a5066371-be21-4286-8b5d-1a7a832897a7&quot;:{&quot;type&quot;:&quot;FIGURE_OBJECT&quot;,&quot;id&quot;:&quot;a5066371-be21-4286-8b5d-1a7a832897a7&quot;,&quot;name&quot;:&quot;CD80 (extracellular domain)&quot;,&quot;relativeTransform&quot;:{&quot;translate&quot;:{&quot;x&quot;:2.6229517548970973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6&quot;}},&quot;bdb7c570-62b3-483c-a91d-990c8e34f6fd&quot;:{&quot;type&quot;:&quot;FIGURE_OBJECT&quot;,&quot;id&quot;:&quot;bdb7c570-62b3-483c-a91d-990c8e34f6fd&quot;,&quot;relativeTransform&quot;:{&quot;translate&quot;:{&quot;x&quot;:2.622951754897099,&quot;y&quot;:9.326052483402835},&quot;rotate&quot;:0},&quot;opacity&quot;:1,&quot;path&quot;:{&quot;type&quot;:&quot;POLY_LINE&quot;,&quot;points&quot;:[{&quot;x&quot;:0,&quot;y&quot;:-9.634442616763534},{&quot;x&quot;:0,&quot;y&quot;:15.215556440545855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4038f787-1200-40c5-b524-24c4c2791871&quot;,&quot;order&quot;:&quot;5&quot;}},&quot;bf12fda7-4b2e-48e7-9bb6-8659e17f8d4a&quot;:{&quot;type&quot;:&quot;FIGURE_OBJECT&quot;,&quot;id&quot;:&quot;bf12fda7-4b2e-48e7-9bb6-8659e17f8d4a&quot;,&quot;name&quot;:&quot;CD80 (extracellular domain)&quot;,&quot;relativeTransform&quot;:{&quot;translate&quot;:{&quot;x&quot;:-2.622951754897101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3&quot;}},&quot;33b90e56-2519-4cb0-98bc-365dbb7f3e2e&quot;:{&quot;type&quot;:&quot;FIGURE_OBJECT&quot;,&quot;id&quot;:&quot;33b90e56-2519-4cb0-98bc-365dbb7f3e2e&quot;,&quot;name&quot;:&quot;CD80 (extracellular domain)&quot;,&quot;relativeTransform&quot;:{&quot;translate&quot;:{&quot;x&quot;:-2.622951754897101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2&quot;}},&quot;7d3b3ef8-2d5a-43ed-b8dc-4f960a86d96d&quot;:{&quot;type&quot;:&quot;FIGURE_OBJECT&quot;,&quot;id&quot;:&quot;7d3b3ef8-2d5a-43ed-b8dc-4f960a86d96d&quot;,&quot;relativeTransform&quot;:{&quot;translate&quot;:{&quot;x&quot;:-2.622951754897099,&quot;y&quot;:9.326052483402835},&quot;rotate&quot;:0},&quot;opacity&quot;:1,&quot;path&quot;:{&quot;type&quot;:&quot;POLY_LINE&quot;,&quot;points&quot;:[{&quot;x&quot;:0,&quot;y&quot;:-9.634442616763534},{&quot;x&quot;:0,&quot;y&quot;:15.249798148696303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4038f787-1200-40c5-b524-24c4c2791871&quot;,&quot;order&quot;:&quot;1&quot;}},&quot;a21424de-6d22-4ce9-9903-5546adee9330&quot;:{&quot;type&quot;:&quot;FIGURE_OBJECT&quot;,&quot;id&quot;:&quot;a21424de-6d22-4ce9-9903-5546adee9330&quot;,&quot;name&quot;:&quot;CD28 (relaxed)&quot;,&quot;relativeTransform&quot;:{&quot;translate&quot;:{&quot;x&quot;:58.59711826268714,&quot;y&quot;:-1.5612756330361168},&quot;rotate&quot;:0,&quot;skewX&quot;:0,&quot;scale&quot;:{&quot;x&quot;:0.23644396829000297,&quot;y&quot;:0.23644396829000297}},&quot;opacity&quot;:1,&quot;image&quot;:{&quot;url&quot;:&quot;https://icons.biorender.com/biorender/5db0c4a6ebe9af00044f1322/cd28-relaxed.png&quot;,&quot;size&quot;:{&quot;x&quot;:64,&quot;y&quot;:123},&quot;isPremium&quot;:false,&quot;isPacked&quot;:true},&quot;source&quot;:{&quot;id&quot;:&quot;5db0c41febe9af00044f1313&quot;,&quot;type&quot;:&quot;ASSETS&quot;},&quot;pathStyles&quot;:[{&quot;type&quot;:&quot;FILL&quot;,&quot;fillStyle&quot;:&quot;rgb(0,0,0)&quot;}],&quot;isLocked&quot;:false,&quot;parent&quot;:{&quot;type&quot;:&quot;CHILD&quot;,&quot;parentId&quot;:&quot;df94c72e-da53-421e-910d-953235e6e286&quot;,&quot;order&quot;:&quot;2&quot;}},&quot;e0c919ca-01b8-4f6d-a043-c8da0dfbf968&quot;:{&quot;relativeTransform&quot;:{&quot;translate&quot;:{&quot;x&quot;:149.00380593883662,&quot;y&quot;:198.57356643470797},&quot;rotate&quot;:-1.5707963267948966,&quot;skewX&quot;:0,&quot;scale&quot;:{&quot;x&quot;:1,&quot;y&quot;:1}},&quot;type&quot;:&quot;FIGURE_OBJECT&quot;,&quot;id&quot;:&quot;e0c919ca-01b8-4f6d-a043-c8da0dfbf968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9998&quot;}},&quot;d50f40ad-c7b4-4293-a0bb-f69b0dcbec82&quot;:{&quot;type&quot;:&quot;FIGURE_OBJECT&quot;,&quot;id&quot;:&quot;d50f40ad-c7b4-4293-a0bb-f69b0dcbec82&quot;,&quot;relativeTransform&quot;:{&quot;translate&quot;:{&quot;x&quot;:-7.675446232047792,&quot;y&quot;:-6.4530402610453255},&quot;rotate&quot;:0},&quot;opacity&quot;:1,&quot;path&quot;:{&quot;type&quot;:&quot;ELLIPSE&quot;,&quot;size&quot;:{&quot;x&quot;:4.308146694472732,&quot;y&quot;:4.317508403119232}},&quot;pathStyles&quot;:[{&quot;type&quot;:&quot;FILL&quot;,&quot;fillStyle&quot;:&quot;rgba(49,126,194,1)&quot;},{&quot;type&quot;:&quot;STROKE&quot;,&quot;strokeStyle&quot;:&quot;rgba(49,126,194,1)&quot;,&quot;lineWidth&quot;:0.4138745086014382,&quot;lineJoin&quot;:&quot;round&quot;}],&quot;isLocked&quot;:false,&quot;parent&quot;:{&quot;type&quot;:&quot;CHILD&quot;,&quot;parentId&quot;:&quot;e0c919ca-01b8-4f6d-a043-c8da0dfbf968&quot;,&quot;order&quot;:&quot;5&quot;}},&quot;03ac5d92-cefb-4b04-8890-1f777c45eccd&quot;:{&quot;type&quot;:&quot;FIGURE_OBJECT&quot;,&quot;id&quot;:&quot;03ac5d92-cefb-4b04-8890-1f777c45eccd&quot;,&quot;name&quot;:&quot;T cell receptor (TCR)&quot;,&quot;relativeTransform&quot;:{&quot;translate&quot;:{&quot;x&quot;:-7.656678409126607,&quot;y&quot;:16.57182407405877},&quot;rotate&quot;:0,&quot;skewX&quot;:0,&quot;scale&quot;:{&quot;x&quot;:0.17636697809720375,&quot;y&quot;:0.17636697809720375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e0c919ca-01b8-4f6d-a043-c8da0dfbf968&quot;,&quot;order&quot;:&quot;2&quot;}},&quot;ea6a902a-23b2-4773-b7ee-5d98e30329a0&quot;:{&quot;type&quot;:&quot;FIGURE_OBJECT&quot;,&quot;id&quot;:&quot;ea6a902a-23b2-4773-b7ee-5d98e30329a0&quot;,&quot;name&quot;:&quot;MHC class I&quot;,&quot;relativeTransform&quot;:{&quot;translate&quot;:{&quot;x&quot;:-7.65667840912661,&quot;y&quot;:-20.390374227744765},&quot;rotate&quot;:3.141592653589793,&quot;skewX&quot;:0,&quot;scale&quot;:{&quot;x&quot;:0.18046853572737132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e0c919ca-01b8-4f6d-a043-c8da0dfbf968&quot;,&quot;order&quot;:&quot;1&quot;}},&quot;2d8979a9-1d98-49b7-ac18-02182084ab50&quot;:{&quot;relativeTransform&quot;:{&quot;translate&quot;:{&quot;x&quot;:466.7446925394203,&quot;y&quot;:223.51407507170217},&quot;rotate&quot;:1.5707963267948966,&quot;skewX&quot;:0,&quot;scale&quot;:{&quot;x&quot;:1,&quot;y&quot;:1}},&quot;type&quot;:&quot;FIGURE_OBJECT&quot;,&quot;id&quot;:&quot;2d8979a9-1d98-49b7-ac18-02182084ab50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99905&quot;}},&quot;28f4a951-b0a3-4952-a482-08c9f286c9e1&quot;:{&quot;type&quot;:&quot;FIGURE_OBJECT&quot;,&quot;id&quot;:&quot;28f4a951-b0a3-4952-a482-08c9f286c9e1&quot;,&quot;relativeTransform&quot;:{&quot;translate&quot;:{&quot;x&quot;:-7.6754462320477925,&quot;y&quot;:-6.453040261045326},&quot;rotate&quot;:0},&quot;opacity&quot;:1,&quot;path&quot;:{&quot;type&quot;:&quot;ELLIPSE&quot;,&quot;size&quot;:{&quot;x&quot;:4.3081466944727325,&quot;y&quot;:4.317508403119233}},&quot;pathStyles&quot;:[{&quot;type&quot;:&quot;FILL&quot;,&quot;fillStyle&quot;:&quot;rgba(189,28,99,1)&quot;},{&quot;type&quot;:&quot;STROKE&quot;,&quot;strokeStyle&quot;:&quot;rgba(49,126,194,1)&quot;,&quot;lineWidth&quot;:0.41387450860143826,&quot;lineJoin&quot;:&quot;round&quot;}],&quot;isLocked&quot;:false,&quot;parent&quot;:{&quot;type&quot;:&quot;CHILD&quot;,&quot;parentId&quot;:&quot;2d8979a9-1d98-49b7-ac18-02182084ab50&quot;,&quot;order&quot;:&quot;5&quot;}},&quot;0a647ab0-1453-474d-9b40-3f6f280da104&quot;:{&quot;type&quot;:&quot;FIGURE_OBJECT&quot;,&quot;id&quot;:&quot;0a647ab0-1453-474d-9b40-3f6f280da104&quot;,&quot;name&quot;:&quot;T cell receptor (TCR)&quot;,&quot;relativeTransform&quot;:{&quot;translate&quot;:{&quot;x&quot;:-7.656678409126608,&quot;y&quot;:16.571824074058775},&quot;rotate&quot;:0,&quot;skewX&quot;:0,&quot;scale&quot;:{&quot;x&quot;:0.17636697809720378,&quot;y&quot;:0.1763669780972037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2d8979a9-1d98-49b7-ac18-02182084ab50&quot;,&quot;order&quot;:&quot;2&quot;}},&quot;b6bc4b04-b1e2-4fec-a3b0-c015c1746d2b&quot;:{&quot;type&quot;:&quot;FIGURE_OBJECT&quot;,&quot;id&quot;:&quot;b6bc4b04-b1e2-4fec-a3b0-c015c1746d2b&quot;,&quot;name&quot;:&quot;MHC class I&quot;,&quot;relativeTransform&quot;:{&quot;translate&quot;:{&quot;x&quot;:-7.656678409126611,&quot;y&quot;:-20.39037422774477},&quot;rotate&quot;:3.141592653589793,&quot;skewX&quot;:0,&quot;scale&quot;:{&quot;x&quot;:0.18046853572737134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2d8979a9-1d98-49b7-ac18-02182084ab50&quot;,&quot;order&quot;:&quot;1&quot;}},&quot;e5f0d91e-ae7a-4d73-a6be-5a55b1ef2177&quot;:{&quot;type&quot;:&quot;FIGURE_OBJECT&quot;,&quot;id&quot;:&quot;e5f0d91e-ae7a-4d73-a6be-5a55b1ef2177&quot;,&quot;relativeTransform&quot;:{&quot;translate&quot;:{&quot;x&quot;:104.85898091982132,&quot;y&quot;:-300.8053937290163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&quot;},&quot;connectorInfo&quot;:{&quot;type&quot;:&quot;LINE&quot;,&quot;offset&quot;:{&quot;x&quot;:0,&quot;y&quot;:0},&quot;bending&quot;:0.1,&quot;customized&quot;:false}},&quot;9ae1e9cc-c5a3-45a3-a280-fd9e9f87fbfd&quot;:{&quot;type&quot;:&quot;FIGURE_OBJECT&quot;,&quot;id&quot;:&quot;9ae1e9cc-c5a3-45a3-a280-fd9e9f87fbfd&quot;,&quot;relativeTransform&quot;:{&quot;translate&quot;:{&quot;x&quot;:103.41592531640096,&quot;y&quot;:-536.1998340025517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8&quot;},&quot;connectorInfo&quot;:{&quot;type&quot;:&quot;LINE&quot;,&quot;offset&quot;:{&quot;x&quot;:0,&quot;y&quot;:0},&quot;bending&quot;:0.1,&quot;customized&quot;:false}},&quot;9fa95a11-51f7-4347-be46-bdfbd7b0d320&quot;:{&quot;id&quot;:&quot;9fa95a11-51f7-4347-be46-bdfbd7b0d320&quot;,&quot;type&quot;:&quot;FIGURE_OBJECT&quot;,&quot;relativeTransform&quot;:{&quot;translate&quot;:{&quot;x&quot;:305.8906783270702,&quot;y&quot;:-134.2379459499594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1]}],&quot;text&quot;:&quot;Better TCR stimulation&quot;}],&quot;_lastCaretLocation&quot;:{&quot;lineIndex&quot;:0,&quot;runIndex&quot;:-1,&quot;charIndex&quot;:-1,&quot;endOfLine&quot;:true}},&quot;format&quot;:&quot;BETTER_TEXT&quot;,&quot;size&quot;:{&quot;x&quot;:201.9467037956665,&quot;y&quot;:22.963185553318542},&quot;targetSize&quot;:{&quot;x&quot;:201.9467037956665,&quot;y&quot;:22.963185553318542}},&quot;parent&quot;:{&quot;type&quot;:&quot;CHILD&quot;,&quot;parentId&quot;:&quot;4603c420-4925-45a8-9d3b-f9d0a8d1e630&quot;,&quot;order&quot;:&quot;9999999999995&quot;}},&quot;e3d2ec4c-9632-49a0-adb9-35ac895dd440&quot;:{&quot;type&quot;:&quot;FIGURE_OBJECT&quot;,&quot;id&quot;:&quot;e3d2ec4c-9632-49a0-adb9-35ac895dd440&quot;,&quot;name&quot;:&quot;Sphere&quot;,&quot;relativeTransform&quot;:{&quot;translate&quot;:{&quot;x&quot;:477.35754655172434,&quot;y&quot;:-42.81911247766106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4&quot;}},&quot;552d9748-ab16-4478-83ec-1538592515dc&quot;:{&quot;type&quot;:&quot;FIGURE_OBJECT&quot;,&quot;id&quot;:&quot;552d9748-ab16-4478-83ec-1538592515dc&quot;,&quot;name&quot;:&quot;Sphere&quot;,&quot;relativeTransform&quot;:{&quot;translate&quot;:{&quot;x&quot;:492.5294983248872,&quot;y&quot;:-41.3641643427131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45&quot;}},&quot;1d4817e2-c4dd-42f4-b133-841414f490f7&quot;:{&quot;type&quot;:&quot;FIGURE_OBJECT&quot;,&quot;id&quot;:&quot;1d4817e2-c4dd-42f4-b133-841414f490f7&quot;,&quot;name&quot;:&quot;Sphere&quot;,&quot;relativeTransform&quot;:{&quot;translate&quot;:{&quot;x&quot;:515.9881899686341,&quot;y&quot;:-37.8654176981015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5&quot;}},&quot;429e0de3-8ab4-4ad9-a53a-145850f3b339&quot;:{&quot;type&quot;:&quot;FIGURE_OBJECT&quot;,&quot;id&quot;:&quot;429e0de3-8ab4-4ad9-a53a-145850f3b339&quot;,&quot;name&quot;:&quot;Sphere&quot;,&quot;relativeTransform&quot;:{&quot;translate&quot;:{&quot;x&quot;:506.96002167830466,&quot;y&quot;:-11.80433270971770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7&quot;}},&quot;a4a8c9e0-e2d6-4877-b74b-0cf62ade14dc&quot;:{&quot;type&quot;:&quot;FIGURE_OBJECT&quot;,&quot;id&quot;:&quot;a4a8c9e0-e2d6-4877-b74b-0cf62ade14dc&quot;,&quot;name&quot;:&quot;Sphere&quot;,&quot;relativeTransform&quot;:{&quot;translate&quot;:{&quot;x&quot;:488.7471712549933,&quot;y&quot;:-6.85042982992332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65&quot;}},&quot;00183873-31df-4da8-94f7-c4a06cf99c2d&quot;:{&quot;type&quot;:&quot;FIGURE_OBJECT&quot;,&quot;id&quot;:&quot;00183873-31df-4da8-94f7-c4a06cf99c2d&quot;,&quot;name&quot;:&quot;Sphere&quot;,&quot;relativeTransform&quot;:{&quot;translate&quot;:{&quot;x&quot;:475.7253501218903,&quot;y&quot;:-13.35007444388691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6&quot;}},&quot;5bfd26ad-365e-4eeb-8580-8c652a73b4d5&quot;:{&quot;type&quot;:&quot;FIGURE_OBJECT&quot;,&quot;id&quot;:&quot;5bfd26ad-365e-4eeb-8580-8c652a73b4d5&quot;,&quot;name&quot;:&quot;Sphere&quot;,&quot;relativeTransform&quot;:{&quot;translate&quot;:{&quot;x&quot;:511.51439837742487,&quot;y&quot;:-2.9397064661615175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3&quot;}},&quot;83b888e3-8562-459e-a325-f853bbb818d2&quot;:{&quot;type&quot;:&quot;FIGURE_OBJECT&quot;,&quot;id&quot;:&quot;83b888e3-8562-459e-a325-f853bbb818d2&quot;,&quot;name&quot;:&quot;Sphere&quot;,&quot;relativeTransform&quot;:{&quot;translate&quot;:{&quot;x&quot;:477.2396648248408,&quot;y&quot;:-21.987547590762297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25&quot;}},&quot;0cf54dc0-6012-47c3-9563-4491c23a658c&quot;:{&quot;type&quot;:&quot;FIGURE_OBJECT&quot;,&quot;id&quot;:&quot;0cf54dc0-6012-47c3-9563-4491c23a658c&quot;,&quot;name&quot;:&quot;Sphere&quot;,&quot;relativeTransform&quot;:{&quot;translate&quot;:{&quot;x&quot;:488.2669676434142,&quot;y&quot;:-18.79719808337808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2&quot;}},&quot;16cb7447-3e12-4d19-999e-34e42bb8be05&quot;:{&quot;type&quot;:&quot;FIGURE_OBJECT&quot;,&quot;id&quot;:&quot;16cb7447-3e12-4d19-999e-34e42bb8be05&quot;,&quot;name&quot;:&quot;Sphere&quot;,&quot;relativeTransform&quot;:{&quot;translate&quot;:{&quot;x&quot;:517.1730062034642,&quot;y&quot;:-17.794506724138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1&quot;}},&quot;b79f36ef-d956-46c8-946f-2680794deccc&quot;:{&quot;type&quot;:&quot;FIGURE_OBJECT&quot;,&quot;id&quot;:&quot;b79f36ef-d956-46c8-946f-2680794deccc&quot;,&quot;name&quot;:&quot;Sphere&quot;,&quot;relativeTransform&quot;:{&quot;translate&quot;:{&quot;x&quot;:500.67402232025165,&quot;y&quot;:-21.07405361195595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05&quot;}},&quot;6a0ec35e-35d9-48ce-b0e8-a1d866968d50&quot;:{&quot;type&quot;:&quot;FIGURE_OBJECT&quot;,&quot;id&quot;:&quot;6a0ec35e-35d9-48ce-b0e8-a1d866968d50&quot;,&quot;name&quot;:&quot;Sphere&quot;,&quot;relativeTransform&quot;:{&quot;translate&quot;:{&quot;x&quot;:504.7549180193705,&quot;y&quot;:-34.943819245817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&quot;}},&quot;9099c2d0-bf28-4f01-84cf-3160252b85a6&quot;:{&quot;type&quot;:&quot;FIGURE_OBJECT&quot;,&quot;id&quot;:&quot;9099c2d0-bf28-4f01-84cf-3160252b85a6&quot;,&quot;name&quot;:&quot;Sphere&quot;,&quot;relativeTransform&quot;:{&quot;translate&quot;:{&quot;x&quot;:509.7715799282496,&quot;y&quot;:-47.45079842043287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8&quot;}},&quot;3938022e-c1e5-4bbb-84c6-97b47df92ed2&quot;:{&quot;type&quot;:&quot;FIGURE_OBJECT&quot;,&quot;id&quot;:&quot;3938022e-c1e5-4bbb-84c6-97b47df92ed2&quot;,&quot;name&quot;:&quot;Sphere&quot;,&quot;relativeTransform&quot;:{&quot;translate&quot;:{&quot;x&quot;:487.3134078639373,&quot;y&quot;:-31.7424323980815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75&quot;}},&quot;ae746585-ce7b-4ed3-ba04-e9fb7e6d6426&quot;:{&quot;type&quot;:&quot;FIGURE_OBJECT&quot;,&quot;id&quot;:&quot;ae746585-ce7b-4ed3-ba04-e9fb7e6d6426&quot;,&quot;relativeTransform&quot;:{&quot;translate&quot;:{&quot;x&quot;:464.53265775122645,&quot;y&quot;:-59.5471050905659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17]}],&quot;text&quot;:&quot;Stronger signaling&quot;}],&quot;verticalAlign&quot;:&quot;TOP&quot;,&quot;_lastCaretLocation&quot;:{&quot;lineIndex&quot;:0,&quot;runIndex&quot;:-1,&quot;charIndex&quot;:-1,&quot;endOfLine&quot;:true}},&quot;size&quot;:{&quot;x&quot;:107.86499258174294,&quot;y&quot;:19.88328607985437},&quot;targetSize&quot;:{&quot;x&quot;:107.86499258174294,&quot;y&quot;:19.88328607985437},&quot;format&quot;:&quot;BETTER_TEXT&quot;,&quot;verticalAlign&quot;:&quot;TOP&quot;},&quot;isLocked&quot;:false,&quot;parent&quot;:{&quot;type&quot;:&quot;CHILD&quot;,&quot;parentId&quot;:&quot;4603c420-4925-45a8-9d3b-f9d0a8d1e630&quot;,&quot;order&quot;:&quot;99999999987&quot;}},&quot;a275fc41-4b4c-4a38-9e90-f35e8075f9ae&quot;:{&quot;type&quot;:&quot;FIGURE_OBJECT&quot;,&quot;id&quot;:&quot;a275fc41-4b4c-4a38-9e90-f35e8075f9ae&quot;,&quot;name&quot;:&quot;Sphere&quot;,&quot;relativeTransform&quot;:{&quot;translate&quot;:{&quot;x&quot;:421.63982364916257,&quot;y&quot;:-41.7504575918873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2&quot;}},&quot;c4d1a47c-6795-4968-8efe-a0c526fa85fd&quot;:{&quot;type&quot;:&quot;FIGURE_OBJECT&quot;,&quot;id&quot;:&quot;c4d1a47c-6795-4968-8efe-a0c526fa85fd&quot;,&quot;name&quot;:&quot;Sphere&quot;,&quot;relativeTransform&quot;:{&quot;translate&quot;:{&quot;x&quot;:436.8117754223254,&quot;y&quot;:-40.29550945693938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25&quot;}},&quot;c4c1bd9b-0d3e-4f09-a19d-9c2ad2a99ea7&quot;:{&quot;type&quot;:&quot;FIGURE_OBJECT&quot;,&quot;id&quot;:&quot;c4c1bd9b-0d3e-4f09-a19d-9c2ad2a99ea7&quot;,&quot;name&quot;:&quot;Sphere&quot;,&quot;relativeTransform&quot;:{&quot;translate&quot;:{&quot;x&quot;:460.2704670660726,&quot;y&quot;:-36.79676281232775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3&quot;}},&quot;8869f5b8-6e60-433a-8b60-4f46b11d555d&quot;:{&quot;type&quot;:&quot;FIGURE_OBJECT&quot;,&quot;id&quot;:&quot;8869f5b8-6e60-433a-8b60-4f46b11d555d&quot;,&quot;relativeTransform&quot;:{&quot;translate&quot;:{&quot;x&quot;:490.9874317304657,&quot;y&quot;:-26.334997986240744},&quot;rotate&quot;:-1.5707963267948968,&quot;skewX&quot;:0,&quot;scale&quot;:{&quot;x&quot;:1,&quot;y&quot;:1}},&quot;opacity&quot;:1,&quot;path&quot;:{&quot;type&quot;:&quot;POLY_LINE&quot;,&quot;points&quot;:[{&quot;x&quot;:7.802938098399085e-16,&quot;y&quot;:-86.20223689939964},{&quot;x&quot;:-4.0003845940013096e-16,&quot;y&quot;:44.19387878157846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77&quot;}},&quot;72c95505-26c6-4238-aeb1-0f8843327e5c&quot;:{&quot;type&quot;:&quot;FIGURE_OBJECT&quot;,&quot;id&quot;:&quot;72c95505-26c6-4238-aeb1-0f8843327e5c&quot;,&quot;name&quot;:&quot;Sphere&quot;,&quot;relativeTransform&quot;:{&quot;translate&quot;:{&quot;x&quot;:451.24229877574294,&quot;y&quot;:-10.73567782394394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6&quot;}},&quot;a438ee05-c302-446a-96c9-25f2fb28dc20&quot;:{&quot;type&quot;:&quot;FIGURE_OBJECT&quot;,&quot;id&quot;:&quot;a438ee05-c302-446a-96c9-25f2fb28dc20&quot;,&quot;name&quot;:&quot;Sphere&quot;,&quot;relativeTransform&quot;:{&quot;translate&quot;:{&quot;x&quot;:433.02944835243153,&quot;y&quot;:-5.78177494414956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55&quot;}},&quot;1f43f794-c783-4557-bc44-3a0c4a0ea8d4&quot;:{&quot;type&quot;:&quot;FIGURE_OBJECT&quot;,&quot;id&quot;:&quot;1f43f794-c783-4557-bc44-3a0c4a0ea8d4&quot;,&quot;name&quot;:&quot;Sphere&quot;,&quot;relativeTransform&quot;:{&quot;translate&quot;:{&quot;x&quot;:420.00762721932847,&quot;y&quot;:-12.281419558113157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5&quot;}},&quot;0bda81fb-8379-4f32-8d4d-bc227475f601&quot;:{&quot;type&quot;:&quot;FIGURE_OBJECT&quot;,&quot;id&quot;:&quot;0bda81fb-8379-4f32-8d4d-bc227475f601&quot;,&quot;name&quot;:&quot;Sphere&quot;,&quot;relativeTransform&quot;:{&quot;translate&quot;:{&quot;x&quot;:455.79667547486315,&quot;y&quot;:-1.871051580387757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1&quot;}},&quot;c3b7afb0-a62f-42e7-88a2-2aa5046dc281&quot;:{&quot;type&quot;:&quot;FIGURE_OBJECT&quot;,&quot;id&quot;:&quot;c3b7afb0-a62f-42e7-88a2-2aa5046dc281&quot;,&quot;name&quot;:&quot;Sphere&quot;,&quot;relativeTransform&quot;:{&quot;translate&quot;:{&quot;x&quot;:421.521941922279,&quot;y&quot;:-20.918892704988536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05&quot;}},&quot;a54f8d7d-1ff5-419a-8f78-702c6eb1a991&quot;:{&quot;type&quot;:&quot;FIGURE_OBJECT&quot;,&quot;id&quot;:&quot;a54f8d7d-1ff5-419a-8f78-702c6eb1a991&quot;,&quot;name&quot;:&quot;Sphere&quot;,&quot;relativeTransform&quot;:{&quot;translate&quot;:{&quot;x&quot;:432.5492447408524,&quot;y&quot;:-17.72854319760432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&quot;}},&quot;37d4b83a-fa17-461b-982e-c84eaf6040d6&quot;:{&quot;type&quot;:&quot;FIGURE_OBJECT&quot;,&quot;id&quot;:&quot;37d4b83a-fa17-461b-982e-c84eaf6040d6&quot;,&quot;name&quot;:&quot;Sphere&quot;,&quot;relativeTransform&quot;:{&quot;translate&quot;:{&quot;x&quot;:461.4552833009029,&quot;y&quot;:-16.72585183836469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9&quot;}},&quot;205cd743-9cdd-475e-8184-36748f9d0704&quot;:{&quot;type&quot;:&quot;FIGURE_OBJECT&quot;,&quot;id&quot;:&quot;205cd743-9cdd-475e-8184-36748f9d0704&quot;,&quot;name&quot;:&quot;Sphere&quot;,&quot;relativeTransform&quot;:{&quot;translate&quot;:{&quot;x&quot;:444.9562994176898,&quot;y&quot;:-20.00539872618219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85&quot;}},&quot;61fff0e7-18c5-49a1-9e92-549cf0c4e82b&quot;:{&quot;type&quot;:&quot;FIGURE_OBJECT&quot;,&quot;id&quot;:&quot;61fff0e7-18c5-49a1-9e92-549cf0c4e82b&quot;,&quot;name&quot;:&quot;Sphere&quot;,&quot;relativeTransform&quot;:{&quot;translate&quot;:{&quot;x&quot;:449.0371951168088,&quot;y&quot;:-33.8751643600437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8&quot;}},&quot;27ab46e3-d85d-427d-b840-cb8d63faa82a&quot;:{&quot;type&quot;:&quot;FIGURE_OBJECT&quot;,&quot;id&quot;:&quot;27ab46e3-d85d-427d-b840-cb8d63faa82a&quot;,&quot;name&quot;:&quot;Sphere&quot;,&quot;relativeTransform&quot;:{&quot;translate&quot;:{&quot;x&quot;:454.0538570256879,&quot;y&quot;:-46.3821435346591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75&quot;}},&quot;2038b494-5214-4e7f-a2b8-13bff59835ab&quot;:{&quot;type&quot;:&quot;FIGURE_OBJECT&quot;,&quot;id&quot;:&quot;2038b494-5214-4e7f-a2b8-13bff59835ab&quot;,&quot;name&quot;:&quot;Sphere&quot;,&quot;relativeTransform&quot;:{&quot;translate&quot;:{&quot;x&quot;:431.5956849613755,&quot;y&quot;:-30.67377751230776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72&quot;}},&quot;db04fbed-544d-4234-8de4-60019e1a7481&quot;:{&quot;type&quot;:&quot;FIGURE_OBJECT&quot;,&quot;id&quot;:&quot;db04fbed-544d-4234-8de4-60019e1a7481&quot;,&quot;parent&quot;:{&quot;type&quot;:&quot;CHILD&quot;,&quot;parentId&quot;:&quot;4603c420-4925-45a8-9d3b-f9d0a8d1e630&quot;,&quot;order&quot;:&quot;999991&quot;},&quot;relativeTransform&quot;:{&quot;translate&quot;:{&quot;x&quot;:30.90908958410546,&quot;y&quot;:-16.52872653229423},&quot;rotate&quot;:0,&quot;skewX&quot;:0,&quot;scale&quot;:{&quot;x&quot;:1,&quot;y&quot;:1}}},&quot;4770cb93-8d88-4558-8df9-5bd884466b02&quot;:{&quot;type&quot;:&quot;FIGURE_OBJECT&quot;,&quot;id&quot;:&quot;4770cb93-8d88-4558-8df9-5bd884466b02&quot;,&quot;parent&quot;:{&quot;type&quot;:&quot;CHILD&quot;,&quot;parentId&quot;:&quot;db04fbed-544d-4234-8de4-60019e1a7481&quot;,&quot;order&quot;:&quot;2&quot;},&quot;relativeTransform&quot;:{&quot;translate&quot;:{&quot;x&quot;:-381.86809580630495,&quot;y&quot;:-19.707322019089162},&quot;rotate&quot;:0.7080143767760356,&quot;skewX&quot;:0,&quot;scale&quot;:{&quot;x&quot;:1,&quot;y&quot;:1}}},&quot;5ebdd96c-a86a-4028-9e81-46fb236b5b33&quot;:{&quot;type&quot;:&quot;FIGURE_OBJECT&quot;,&quot;id&quot;:&quot;5ebdd96c-a86a-4028-9e81-46fb236b5b33&quot;,&quot;relativeTransform&quot;:{&quot;translate&quot;:{&quot;x&quot;:-152.85912836996658,&quot;y&quot;:-102.48815010344225},&quot;rotate&quot;:3.0491499750940494,&quot;skewX&quot;:9.171427900886994e-17},&quot;opacity&quot;:1,&quot;path&quot;:{&quot;type&quot;:&quot;ELLIPSE&quot;,&quot;size&quot;:{&quot;x&quot;:-5.563197606252675,&quot;y&quot;:5.575286571375308}},&quot;pathStyles&quot;:[{&quot;type&quot;:&quot;FILL&quot;,&quot;fillStyle&quot;:&quot;rgb(170, 50, 60)&quot;},{&quot;type&quot;:&quot;STROKE&quot;,&quot;strokeStyle&quot;:&quot;rgba(91,29,29,1)&quot;,&quot;lineWidth&quot;:0.49333420215822593,&quot;lineJoin&quot;:&quot;round&quot;}],&quot;isLocked&quot;:false,&quot;parent&quot;:{&quot;type&quot;:&quot;CHILD&quot;,&quot;parentId&quot;:&quot;4770cb93-8d88-4558-8df9-5bd884466b02&quot;,&quot;order&quot;:&quot;5&quot;}},&quot;b02a46da-0bf9-4dd6-9413-71c7c286cdbf&quot;:{&quot;type&quot;:&quot;FIGURE_OBJECT&quot;,&quot;id&quot;:&quot;b02a46da-0bf9-4dd6-9413-71c7c286cdbf&quot;,&quot;name&quot;:&quot;MHC class I&quot;,&quot;relativeTransform&quot;:{&quot;translate&quot;:{&quot;x&quot;:-151.17362223158977,&quot;y&quot;:-84.75814291332884},&quot;rotate&quot;:6.190742628683843,&quot;skewX&quot;:-1.117962673703478e-16,&quot;scale&quot;:{&quot;x&quot;:-0.23304269728106666,&quot;y&quot;:0.2330426972810668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4770cb93-8d88-4558-8df9-5bd884466b02&quot;,&quot;order&quot;:&quot;2&quot;}},&quot;d86c43c5-e5cb-4d6e-ba4a-f6afbb12acfc&quot;:{&quot;type&quot;:&quot;FIGURE_OBJECT&quot;,&quot;id&quot;:&quot;d86c43c5-e5cb-4d6e-ba4a-f6afbb12acfc&quot;,&quot;relativeTransform&quot;:{&quot;translate&quot;:{&quot;x&quot;:-317.32467250284566,&quot;y&quot;:-256.2316248721844},&quot;rotate&quot;:0.1855069305576136,&quot;skewX&quot;:2.498001805406602e-16,&quot;scale&quot;:{&quot;x&quot;:1,&quot;y&quot;:1.0000000000000002}},&quot;opacity&quot;:1,&quot;path&quot;:{&quot;type&quot;:&quot;POLY_LINE&quot;,&quot;points&quot;:[{&quot;x&quot;:-135.4875378107911,&quot;y&quot;:126.3722909870913},{&quot;x&quot;:-128.5220896834946,&quot;y&quot;:118.35281009790727},{&quot;x&quot;:-118.08721895524982,&quot;y&quot;:116.36710764515507}],&quot;closed&quot;:false},&quot;pathStyles&quot;:[{&quot;type&quot;:&quot;FILL&quot;,&quot;fillStyle&quot;:&quot;rgba(0,0,0,0)&quot;},{&quot;type&quot;:&quot;STROKE&quot;,&quot;strokeStyle&quot;:&quot;rgba(107, 21, 25, 1)&quot;,&quot;lineWidth&quot;:0.962598624493951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db04fbed-544d-4234-8de4-60019e1a7481&quot;,&quot;order&quot;:&quot;7&quot;}},&quot;c5dadb5f-0f2b-496c-bfb3-8ed54bdb1996&quot;:{&quot;type&quot;:&quot;FIGURE_OBJECT&quot;,&quot;id&quot;:&quot;c5dadb5f-0f2b-496c-bfb3-8ed54bdb1996&quot;,&quot;parent&quot;:{&quot;type&quot;:&quot;CHILD&quot;,&quot;parentId&quot;:&quot;db04fbed-544d-4234-8de4-60019e1a7481&quot;,&quot;order&quot;:&quot;5&quot;},&quot;relativeTransform&quot;:{&quot;translate&quot;:{&quot;x&quot;:-336.4331020321522,&quot;y&quot;:-318.9316745295706},&quot;rotate&quot;:0,&quot;skewX&quot;:0,&quot;scale&quot;:{&quot;x&quot;:1,&quot;y&quot;:1}}},&quot;df909ae4-1e17-4ea8-b313-a33806b97743&quot;:{&quot;id&quot;:&quot;df909ae4-1e17-4ea8-b313-a33806b97743&quot;,&quot;name&quot;:&quot;Polypeptide (soluble)&quot;,&quot;type&quot;:&quot;FIGURE_OBJECT&quot;,&quot;relativeTransform&quot;:{&quot;translate&quot;:{&quot;x&quot;:-143.36803092485962,&quot;y&quot;:165.1127805137926},&quot;rotate&quot;:0,&quot;skewX&quot;:0,&quot;scale&quot;:{&quot;x&quot;:0.2850868045530517,&quot;y&quot;:0.2850868045530517}},&quot;image&quot;:{&quot;url&quot;:&quot;https://icons.biorender.com/biorender/5f60d1616e7ca6002795e42d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c5dadb5f-0f2b-496c-bfb3-8ed54bdb1996&quot;,&quot;order&quot;:&quot;5&quot;},&quot;styles&quot;:{&quot;editable&quot;:[{&quot;styleName&quot;:&quot;GLOW&quot;,&quot;index&quot;:0,&quot;value&quot;:7}]}},&quot;66e25a2f-886b-450d-b518-7b939e38289c&quot;:{&quot;type&quot;:&quot;FIGURE_OBJECT&quot;,&quot;id&quot;:&quot;66e25a2f-886b-450d-b518-7b939e38289c&quot;,&quot;parent&quot;:{&quot;type&quot;:&quot;CROP&quot;,&quot;parentId&quot;:&quot;df909ae4-1e17-4ea8-b313-a33806b97743&quot;,&quot;order&quot;:&quot;5&quot;},&quot;relativeTransform&quot;:{&quot;translate&quot;:{&quot;x&quot;:2.5416795539184704,&quot;y&quot;:-27.95847509310329},&quot;rotate&quot;:0,&quot;skewX&quot;:0,&quot;scale&quot;:{&quot;x&quot;:15.941493977492314,&quot;y&quot;:15.041524906896711}},&quot;path&quot;:{&quot;type&quot;:&quot;RECT&quot;,&quot;size&quot;:{&quot;x&quot;:2,&quot;y&quot;:2}},&quot;pathStyles&quot;:[{&quot;type&quot;:&quot;FILL&quot;,&quot;fillStyle&quot;:&quot;#fff&quot;}],&quot;isFrozen&quot;:true},&quot;9c0d4038-7ae3-4e1d-8f91-ea210cff2359&quot;:{&quot;id&quot;:&quot;9c0d4038-7ae3-4e1d-8f91-ea210cff2359&quot;,&quot;name&quot;:&quot;Polypeptide (soluble)&quot;,&quot;type&quot;:&quot;FIGURE_OBJECT&quot;,&quot;relativeTransform&quot;:{&quot;translate&quot;:{&quot;x&quot;:-143.40139147681677,&quot;y&quot;:165.11266457790396},&quot;rotate&quot;:0,&quot;skewX&quot;:0,&quot;scale&quot;:{&quot;x&quot;:0.2850868045530517,&quot;y&quot;:0.2850868045530517}},&quot;image&quot;:{&quot;url&quot;:&quot;https://icons.biorender.com/biorender/5f60d1616e7ca6002795e424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c5dadb5f-0f2b-496c-bfb3-8ed54bdb1996&quot;,&quot;order&quot;:&quot;2&quot;}},&quot;d0a50f65-8937-4bd3-96ab-b88c9dfc3377&quot;:{&quot;type&quot;:&quot;FIGURE_OBJECT&quot;,&quot;id&quot;:&quot;d0a50f65-8937-4bd3-96ab-b88c9dfc3377&quot;,&quot;relativeTransform&quot;:{&quot;translate&quot;:{&quot;x&quot;:-142.88376500815622,&quot;y&quot;:159.44220706107689},&quot;rotate&quot;:0},&quot;opacity&quot;:1,&quot;path&quot;:{&quot;type&quot;:&quot;ELLIPSE&quot;,&quot;size&quot;:{&quot;x&quot;:19.979145983920954,&quot;y&quot;:20.386883657062203}},&quot;isLocked&quot;:false,&quot;pathStyles&quot;:[{&quot;type&quot;:&quot;FILL&quot;,&quot;fillStyle&quot;:{&quot;type&quot;:&quot;radial&quot;,&quot;colorStops&quot;:{&quot;0.172&quot;:&quot;rgba(162, 40, 40, 0.35)&quot;,&quot;0.699&quot;:&quot;rgba(162, 40, 40, 0)&quot;}}},{&quot;type&quot;:&quot;STROKE&quot;,&quot;strokeStyle&quot;:&quot;rgba(0,0,0,0)&quot;,&quot;lineWidth&quot;:0,&quot;lineJoin&quot;:&quot;round&quot;}],&quot;parent&quot;:{&quot;type&quot;:&quot;CHILD&quot;,&quot;parentId&quot;:&quot;c5dadb5f-0f2b-496c-bfb3-8ed54bdb1996&quot;,&quot;order&quot;:&quot;7&quot;}},&quot;9b7c6f46-b1d2-4be3-a2cb-e2ca7b5e3562&quot;:{&quot;type&quot;:&quot;FIGURE_OBJECT&quot;,&quot;id&quot;:&quot;9b7c6f46-b1d2-4be3-a2cb-e2ca7b5e3562&quot;,&quot;relativeTransform&quot;:{&quot;translate&quot;:{&quot;x&quot;:-501.8612399705841,&quot;y&quot;:-380.6480724508609},&quot;rotate&quot;:-0.8805773050122738,&quot;skewX&quot;:-2.775557561562893e-16,&quot;scale&quot;:{&quot;x&quot;:0.9999999999999997,&quot;y&quot;:1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(107, 21, 25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db04fbed-544d-4234-8de4-60019e1a7481&quot;,&quot;order&quot;:&quot;6&quot;}},&quot;c0e92a6d-5154-45c8-8661-dc4c8a48d1ce&quot;:{&quot;type&quot;:&quot;FIGURE_OBJECT&quot;,&quot;id&quot;:&quot;c0e92a6d-5154-45c8-8661-dc4c8a48d1ce&quot;,&quot;parent&quot;:{&quot;type&quot;:&quot;CHILD&quot;,&quot;parentId&quot;:&quot;db04fbed-544d-4234-8de4-60019e1a7481&quot;,&quot;order&quot;:&quot;1&quot;},&quot;relativeTransform&quot;:{&quot;translate&quot;:{&quot;x&quot;:32.14946020281877,&quot;y&quot;:71.36762368411043},&quot;rotate&quot;:0,&quot;skewX&quot;:0,&quot;scale&quot;:{&quot;x&quot;:1,&quot;y&quot;:1}}},&quot;3c824b08-d659-46ac-b2b1-3bd2ce9bf31f&quot;:{&quot;type&quot;:&quot;FIGURE_OBJECT&quot;,&quot;id&quot;:&quot;3c824b08-d659-46ac-b2b1-3bd2ce9bf31f&quot;,&quot;parent&quot;:{&quot;type&quot;:&quot;CHILD&quot;,&quot;parentId&quot;:&quot;c0e92a6d-5154-45c8-8661-dc4c8a48d1ce&quot;,&quot;order&quot;:&quot;5&quot;},&quot;relativeTransform&quot;:{&quot;translate&quot;:{&quot;x&quot;:-495.38402143735925,&quot;y&quot;:-162.48299195646837},&quot;rotate&quot;:0}},&quot;509a3ed2-3eb6-4d80-bb91-bc0d85ce54df&quot;:{&quot;type&quot;:&quot;FIGURE_OBJECT&quot;,&quot;id&quot;:&quot;509a3ed2-3eb6-4d80-bb91-bc0d85ce54df&quot;,&quot;parent&quot;:{&quot;type&quot;:&quot;CROP&quot;,&quot;parentId&quot;:&quot;3c824b08-d659-46ac-b2b1-3bd2ce9bf31f&quot;,&quot;order&quot;:&quot;5&quot;},&quot;relativeTransform&quot;:{&quot;translate&quot;:{&quot;x&quot;:-25.234114684848073,&quot;y&quot;:-11.885054735217484},&quot;rotate&quot;:0,&quot;skewX&quot;:0,&quot;scale&quot;:{&quot;x&quot;:32.478198560452036,&quot;y&quot;:19.338683829141353}},&quot;path&quot;:{&quot;type&quot;:&quot;RECT&quot;,&quot;size&quot;:{&quot;x&quot;:2,&quot;y&quot;:2}},&quot;pathStyles&quot;:[{&quot;type&quot;:&quot;FILL&quot;,&quot;fillStyle&quot;:&quot;#fff&quot;}],&quot;isFrozen&quot;:true},&quot;8c0779fc-8c57-4490-ac8e-9f4b896d3c4a&quot;:{&quot;type&quot;:&quot;FIGURE_OBJECT&quot;,&quot;id&quot;:&quot;8c0779fc-8c57-4490-ac8e-9f4b896d3c4a&quot;,&quot;relativeTransform&quot;:{&quot;translate&quot;:{&quot;x&quot;:-24.458877521654717,&quot;y&quot;:-16.6969341712724},&quot;rotate&quot;:-2.7101412947109007,&quot;skewX&quot;:3.357316391060984e-16},&quot;opacity&quot;:1,&quot;path&quot;:{&quot;type&quot;:&quot;RECT&quot;,&quot;size&quot;:{&quot;x&quot;:-7.533966537199702,&quot;y&quot;:2.0362070103346412},&quot;cornerRounding&quot;:{&quot;type&quot;:&quot;ARC_LENGTH&quot;,&quot;global&quot;:3.1984666551100784}},&quot;pathStyles&quot;:[{&quot;type&quot;:&quot;FILL&quot;,&quot;fillStyle&quot;:&quot;#DA291C&quot;},{&quot;type&quot;:&quot;STROKE&quot;,&quot;strokeStyle&quot;:&quot;#DA291C&quot;,&quot;lineWidth&quot;:0.814482845560591,&quot;lineJoin&quot;:&quot;round&quot;}],&quot;isLocked&quot;:false,&quot;parent&quot;:{&quot;type&quot;:&quot;CHILD&quot;,&quot;parentId&quot;:&quot;3c824b08-d659-46ac-b2b1-3bd2ce9bf31f&quot;,&quot;order&quot;:&quot;5&quot;}},&quot;4a52ff39-3e7c-445e-8fa2-a7e6eb54104f&quot;:{&quot;id&quot;:&quot;4a52ff39-3e7c-445e-8fa2-a7e6eb54104f&quot;,&quot;name&quot;:&quot;DNA mutation (symbol) &quot;,&quot;displayName&quot;:&quot;&quot;,&quot;type&quot;:&quot;FIGURE_OBJECT&quot;,&quot;relativeTransform&quot;:{&quot;translate&quot;:{&quot;x&quot;:-24.886976383655853,&quot;y&quot;:-11.885054735217484},&quot;rotate&quot;:0,&quot;skewX&quot;:0,&quot;scale&quot;:{&quot;x&quot;:0.7438943251440696,&quot;y&quot;:0.74389432514407}},&quot;image&quot;:{&quot;url&quot;:&quot;https://icons.cdn.biorender.com/biorender/6329d2fa8dc9890028b7aaf9/20220920145122/image/6329d2fa8dc9890028b7aaf9.png&quot;,&quot;isPremium&quot;:false,&quot;isOrgIcon&quot;:false,&quot;size&quot;:{&quot;x&quot;:150,&quot;y&quot;:50.89820359281437}},&quot;source&quot;:{&quot;id&quot;:&quot;6329d2fa8dc9890028b7aaf9&quot;,&quot;version&quot;:&quot;20220920145122&quot;,&quot;type&quot;:&quot;ASSETS&quot;},&quot;isPremium&quot;:false,&quot;parent&quot;:{&quot;type&quot;:&quot;CHILD&quot;,&quot;parentId&quot;:&quot;3c824b08-d659-46ac-b2b1-3bd2ce9bf31f&quot;,&quot;order&quot;:&quot;2&quot;}},&quot;488d6af0-dbd3-40e0-a7b0-e1d30edfba32&quot;:{&quot;relativeTransform&quot;:{&quot;translate&quot;:{&quot;x&quot;:-583.9864970682712,&quot;y&quot;:-45.34285603587814},&quot;rotate&quot;:0},&quot;type&quot;:&quot;FIGURE_OBJECT&quot;,&quot;id&quot;:&quot;488d6af0-dbd3-40e0-a7b0-e1d30edfba32&quot;,&quot;parent&quot;:{&quot;type&quot;:&quot;CHILD&quot;,&quot;parentId&quot;:&quot;c0e92a6d-5154-45c8-8661-dc4c8a48d1ce&quot;,&quot;order&quot;:&quot;2&quot;},&quot;name&quot;:&quot;Cancer cell (editable)&quot;,&quot;displayName&quot;:&quot;Cancer cell (editable)&quot;,&quot;source&quot;:{&quot;id&quot;:&quot;668d61842f2228e490797376&quot;,&quot;type&quot;:&quot;ASSETS&quot;},&quot;isPremium&quot;:true},&quot;a3858263-8ab9-4e5a-acd1-1cf167bdb4f8&quot;:{&quot;type&quot;:&quot;FIGURE_OBJECT&quot;,&quot;id&quot;:&quot;a3858263-8ab9-4e5a-acd1-1cf167bdb4f8&quot;,&quot;parent&quot;:{&quot;type&quot;:&quot;CHILD&quot;,&quot;parentId&quot;:&quot;488d6af0-dbd3-40e0-a7b0-e1d30edfba32&quot;,&quot;order&quot;:&quot;7&quot;},&quot;relativeTransform&quot;:{&quot;translate&quot;:{&quot;x&quot;:567.3189974918902,&quot;y&quot;:-224.7415334297671},&quot;rotate&quot;:0}},&quot;c43d9b7a-07bf-48eb-b527-69c121e53d2b&quot;:{&quot;type&quot;:&quot;FIGURE_OBJECT&quot;,&quot;id&quot;:&quot;c43d9b7a-07bf-48eb-b527-69c121e53d2b&quot;,&quot;relativeTransform&quot;:{&quot;translate&quot;:{&quot;x&quot;:-478.4295679584958,&quot;y&quot;:63.255612412395294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9&quot;}},&quot;fbb00e8f-5926-4045-b4d3-bc9f53c195a0&quot;:{&quot;type&quot;:&quot;FIGURE_OBJECT&quot;,&quot;id&quot;:&quot;fbb00e8f-5926-4045-b4d3-bc9f53c195a0&quot;,&quot;relativeTransform&quot;:{&quot;translate&quot;:{&quot;x&quot;:-487.4471695469574,&quot;y&quot;:34.342032716058085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85&quot;}},&quot;c197b5d6-c669-44ae-8593-cce6cb168c48&quot;:{&quot;type&quot;:&quot;FIGURE_OBJECT&quot;,&quot;id&quot;:&quot;c197b5d6-c669-44ae-8593-cce6cb168c48&quot;,&quot;relativeTransform&quot;:{&quot;translate&quot;:{&quot;x&quot;:-465.8335530412797,&quot;y&quot;:46.93804763327429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8&quot;}},&quot;6c3086ab-66fd-44d4-b49b-db455d715663&quot;:{&quot;type&quot;:&quot;FIGURE_OBJECT&quot;,&quot;id&quot;:&quot;6c3086ab-66fd-44d4-b49b-db455d715663&quot;,&quot;relativeTransform&quot;:{&quot;translate&quot;:{&quot;x&quot;:-439.2101578753453,&quot;y&quot;:94.6025131722856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75&quot;}},&quot;86290676-d5b1-4fe6-8fbd-f25c7c9bcc82&quot;:{&quot;type&quot;:&quot;FIGURE_OBJECT&quot;,&quot;id&quot;:&quot;86290676-d5b1-4fe6-8fbd-f25c7c9bcc82&quot;,&quot;relativeTransform&quot;:{&quot;translate&quot;:{&quot;x&quot;:-462.3267079791001,&quot;y&quot;:104.19266089334793},&quot;rotate&quot;:0},&quot;opacity&quot;:1,&quot;path&quot;:{&quot;type&quot;:&quot;ELLIPSE&quot;,&quot;size&quot;:{&quot;x&quot;:2.1470479972528382,&quot;y&quot;:2.194283053192336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72&quot;}},&quot;1a94078d-0e87-4431-81cc-82d574296100&quot;:{&quot;type&quot;:&quot;FIGURE_OBJECT&quot;,&quot;id&quot;:&quot;1a94078d-0e87-4431-81cc-82d574296100&quot;,&quot;relativeTransform&quot;:{&quot;translate&quot;:{&quot;x&quot;:-447.01109893203034,&quot;y&quot;:87.13579592050625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7&quot;}},&quot;b1003e80-f0e4-474a-9f57-f4a25cc21155&quot;:{&quot;type&quot;:&quot;FIGURE_OBJECT&quot;,&quot;id&quot;:&quot;b1003e80-f0e4-474a-9f57-f4a25cc21155&quot;,&quot;relativeTransform&quot;:{&quot;translate&quot;:{&quot;x&quot;:-452.8796967911878,&quot;y&quot;:49.20461463570746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65&quot;}},&quot;35a11ad0-b9d1-44a0-9429-2a6c3f2ffd7a&quot;:{&quot;type&quot;:&quot;FIGURE_OBJECT&quot;,&quot;id&quot;:&quot;35a11ad0-b9d1-44a0-9429-2a6c3f2ffd7a&quot;,&quot;relativeTransform&quot;:{&quot;translate&quot;:{&quot;x&quot;:-454.5257669224149,&quot;y&quot;:69.88784367590905},&quot;rotate&quot;:0},&quot;opacity&quot;:1,&quot;path&quot;:{&quot;type&quot;:&quot;ELLIPSE&quot;,&quot;size&quot;:{&quot;x&quot;:3.1490037293041544,&quot;y&quot;:3.435276795604430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62&quot;}},&quot;d53d4d59-1598-401f-8886-49e1e196f30b&quot;:{&quot;type&quot;:&quot;FIGURE_OBJECT&quot;,&quot;id&quot;:&quot;d53d4d59-1598-401f-8886-49e1e196f30b&quot;,&quot;relativeTransform&quot;:{&quot;translate&quot;:{&quot;x&quot;:-481.2207303549243,&quot;y&quot;:48.7036367696818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6&quot;}},&quot;42a40abd-ef1b-43ad-8361-2083efef0dd5&quot;:{&quot;type&quot;:&quot;FIGURE_OBJECT&quot;,&quot;id&quot;:&quot;42a40abd-ef1b-43ad-8361-2083efef0dd5&quot;,&quot;relativeTransform&quot;:{&quot;translate&quot;:{&quot;x&quot;:-482.07954955382525,&quot;y&quot;:49.4193194354327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7&quot;}},&quot;ed8121be-ca7d-49ee-ade3-14e4bec813c6&quot;:{&quot;type&quot;:&quot;FIGURE_OBJECT&quot;,&quot;id&quot;:&quot;ed8121be-ca7d-49ee-ade3-14e4bec813c6&quot;,&quot;relativeTransform&quot;:{&quot;translate&quot;:{&quot;x&quot;:-498.826523932397,&quot;y&quot;:62.0153343526489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5&quot;}},&quot;444f1767-51d1-4cd5-bea8-5fa54a9cfe34&quot;:{&quot;type&quot;:&quot;FIGURE_OBJECT&quot;,&quot;id&quot;:&quot;444f1767-51d1-4cd5-bea8-5fa54a9cfe34&quot;,&quot;relativeTransform&quot;:{&quot;translate&quot;:{&quot;x&quot;:-446.1522797331292,&quot;y&quot;:104.813157764554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2&quot;}},&quot;708e04bf-ab52-4226-9fc0-f6f95993397c&quot;:{&quot;type&quot;:&quot;FIGURE_OBJECT&quot;,&quot;id&quot;:&quot;708e04bf-ab52-4226-9fc0-f6f95993397c&quot;,&quot;relativeTransform&quot;:{&quot;translate&quot;:{&quot;x&quot;:-462.9708223782759,&quot;y&quot;:123.99345320667867},&quot;rotate&quot;:0},&quot;opacity&quot;:1,&quot;path&quot;:{&quot;type&quot;:&quot;ELLIPSE&quot;,&quot;size&quot;:{&quot;x&quot;:2.8627306630037923,&quot;y&quot;:2.86273066300369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&quot;}},&quot;05c95456-769d-4d67-9b04-b7c995cc48c8&quot;:{&quot;type&quot;:&quot;FIGURE_OBJECT&quot;,&quot;id&quot;:&quot;05c95456-769d-4d67-9b04-b7c995cc48c8&quot;,&quot;relativeTransform&quot;:{&quot;translate&quot;:{&quot;x&quot;:-533.5371332213167,&quot;y&quot;:117.7670140146456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4&quot;}},&quot;256ad87e-a943-4c75-bc95-1ef9313baa90&quot;:{&quot;type&quot;:&quot;FIGURE_OBJECT&quot;,&quot;id&quot;:&quot;256ad87e-a943-4c75-bc95-1ef9313baa90&quot;,&quot;relativeTransform&quot;:{&quot;translate&quot;:{&quot;x&quot;:-508.917649519485,&quot;y&quot;:134.22771532691675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35&quot;}},&quot;d114ca5b-42c0-465d-b1e9-6e02573d0c0f&quot;:{&quot;type&quot;:&quot;FIGURE_OBJECT&quot;,&quot;id&quot;:&quot;d114ca5b-42c0-465d-b1e9-6e02573d0c0f&quot;,&quot;relativeTransform&quot;:{&quot;translate&quot;:{&quot;x&quot;:-461.3963205136238,&quot;y&quot;:89.78382178378453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3&quot;}},&quot;0ac684b7-d5a2-4736-8041-d42d521de57d&quot;:{&quot;type&quot;:&quot;FIGURE_OBJECT&quot;,&quot;id&quot;:&quot;0ac684b7-d5a2-4736-8041-d42d521de57d&quot;,&quot;relativeTransform&quot;:{&quot;translate&quot;:{&quot;x&quot;:-538.2606388152727,&quot;y&quot;:78.1897625986196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25&quot;}},&quot;e2557d92-ab40-458a-befb-4cdfc09f78af&quot;:{&quot;type&quot;:&quot;FIGURE_OBJECT&quot;,&quot;id&quot;:&quot;e2557d92-ab40-458a-befb-4cdfc09f78af&quot;,&quot;relativeTransform&quot;:{&quot;translate&quot;:{&quot;x&quot;:-509.6333321852359,&quot;y&quot;:53.14086929733738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22&quot;}},&quot;020cbe71-3bce-4354-adde-76f4d774acd1&quot;:{&quot;type&quot;:&quot;FIGURE_OBJECT&quot;,&quot;id&quot;:&quot;020cbe71-3bce-4354-adde-76f4d774acd1&quot;,&quot;relativeTransform&quot;:{&quot;translate&quot;:{&quot;x&quot;:-524.5195316328551,&quot;y&quot;:64.66336021592718},&quot;rotate&quot;:0},&quot;opacity&quot;:1,&quot;path&quot;:{&quot;type&quot;:&quot;ELLIPSE&quot;,&quot;size&quot;:{&quot;x&quot;:2.862730663003678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2&quot;}},&quot;4cd57856-8592-4413-92ff-98f79a520b07&quot;:{&quot;type&quot;:&quot;FIGURE_OBJECT&quot;,&quot;id&quot;:&quot;4cd57856-8592-4413-92ff-98f79a520b07&quot;,&quot;relativeTransform&quot;:{&quot;translate&quot;:{&quot;x&quot;:-473.27665276508907,&quot;y&quot;:77.1505913679492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15&quot;}},&quot;2d8338d2-43c4-49b0-9686-2ab8dc846bd1&quot;:{&quot;type&quot;:&quot;FIGURE_OBJECT&quot;,&quot;id&quot;:&quot;2d8338d2-43c4-49b0-9686-2ab8dc846bd1&quot;,&quot;relativeTransform&quot;:{&quot;translate&quot;:{&quot;x&quot;:-472.13156049988766,&quot;y&quot;:112.3621785228945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12&quot;}},&quot;798d4b6d-4e03-4594-a174-792271bbe129&quot;:{&quot;type&quot;:&quot;FIGURE_OBJECT&quot;,&quot;id&quot;:&quot;798d4b6d-4e03-4594-a174-792271bbe129&quot;,&quot;relativeTransform&quot;:{&quot;translate&quot;:{&quot;x&quot;:-477.42761222644447,&quot;y&quot;:137.91204969020242},&quot;rotate&quot;:0},&quot;opacity&quot;:1,&quot;path&quot;:{&quot;type&quot;:&quot;ELLIPSE&quot;,&quot;size&quot;:{&quot;x&quot;:3.435276795604459,&quot;y&quot;:3.721549861904761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1&quot;}},&quot;a6cca718-33b5-421d-85b0-739b6d35d70c&quot;:{&quot;type&quot;:&quot;FIGURE_OBJECT&quot;,&quot;id&quot;:&quot;a6cca718-33b5-421d-85b0-739b6d35d70c&quot;,&quot;relativeTransform&quot;:{&quot;translate&quot;:{&quot;x&quot;:-492.5285164737891,&quot;y&quot;:128.89444810174086},&quot;rotate&quot;:0},&quot;opacity&quot;:1,&quot;path&quot;:{&quot;type&quot;:&quot;ELLIPSE&quot;,&quot;size&quot;:{&quot;x&quot;:2.433321063553118,&quot;y&quot;:2.576457596703286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07&quot;}},&quot;2eec8c3a-8e89-4977-be26-d043edc7ce45&quot;:{&quot;type&quot;:&quot;FIGURE_OBJECT&quot;,&quot;id&quot;:&quot;2eec8c3a-8e89-4977-be26-d043edc7ce45&quot;,&quot;relativeTransform&quot;:{&quot;translate&quot;:{&quot;x&quot;:-539.4772993470494,&quot;y&quot;:107.8533777286637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05&quot;}},&quot;53f13fa6-3087-493d-9140-c3e65445ea29&quot;:{&quot;type&quot;:&quot;FIGURE_OBJECT&quot;,&quot;id&quot;:&quot;53f13fa6-3087-493d-9140-c3e65445ea29&quot;,&quot;relativeTransform&quot;:{&quot;translate&quot;:{&quot;x&quot;:-526.0224652309321,&quot;y&quot;:49.1673991370882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02&quot;}},&quot;15e333bd-06f9-4fbe-b357-ee28c10d9c7b&quot;:{&quot;type&quot;:&quot;FIGURE_OBJECT&quot;,&quot;id&quot;:&quot;15e333bd-06f9-4fbe-b357-ee28c10d9c7b&quot;,&quot;path&quot;:{&quot;type&quot;:&quot;POLY_LINE&quot;,&quot;points&quot;:[{&quot;x&quot;:-591.1817933765112,&quot;y&quot;:98.27817626414988},{&quot;x&quot;:-581.0569742033118,&quot;y&quot;:95.46079777724256},{&quot;x&quot;:-572.0706272114766,&quot;y&quot;:97.48480759765923},{&quot;x&quot;:-559.4412135397448,&quot;y&quot;:97.48480759765923},{&quot;x&quot;:-551.9094606303065,&quot;y&quot;:105.9122081352062},{&quot;x&quot;:-543.4922596950395,&quot;y&quot;:113.5630045001355},{&quot;x&quot;:-540.3085425743172,&quot;y&quot;:132.01516760872653},{&quot;x&quot;:-544.124834777192,&quot;y&quot;:141.94385084639887},{&quot;x&quot;:-546.0289514439967,&quot;y&quot;:160.18668287924152},{&quot;x&quot;:-552.3962403519921,&quot;y&quot;:166.21552766514276},{&quot;x&quot;:-564.0977732632971,&quot;y&quot;:169.62820026551796},{&quot;x&quot;:-571.6308121453961,&quot;y&quot;:174.5221992051557},{&quot;x&quot;:-583.318215414528,&quot;y&quot;:168.76504369492244},{&quot;x&quot;:-597.2324156646665,&quot;y&quot;:168.76504369492244},{&quot;x&quot;:-602.9462678460135,&quot;y&quot;:159.7052312204747},{&quot;x&quot;:-602.9462678460135,&quot;y&quot;:148.81716569444987},{&quot;x&quot;:-607.0942632132164,&quot;y&quot;:136.5932004175265},{&quot;x&quot;:-604.6721835926801,&quot;y&quot;:124.77207152710216},{&quot;x&quot;:-602.2477766735744,&quot;y&quot;:109.81964741372089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07, 213, 232, 1)&quot;},{&quot;type&quot;:&quot;STROKE&quot;,&quot;strokeStyle&quot;:&quot;rgba(50, 64, 104, 1)&quot;,&quot;lineWidth&quot;:1.431365331501841,&quot;lineJoin&quot;:&quot;round&quot;}],&quot;relativeTransform&quot;:{&quot;translate&quot;:{&quot;x&quot;:-69.18930685895822,&quot;y&quot;:-699.7923280042775},&quot;rotate&quot;:-1.5707963267948966},&quot;parent&quot;:{&quot;type&quot;:&quot;CHILD&quot;,&quot;parentId&quot;:&quot;488d6af0-dbd3-40e0-a7b0-e1d30edfba32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5f479bd2-fdac-4080-b325-59c22dc323f6&quot;:{&quot;type&quot;:&quot;FIGURE_OBJECT&quot;,&quot;id&quot;:&quot;5f479bd2-fdac-4080-b325-59c22dc323f6&quot;,&quot;path&quot;:{&quot;type&quot;:&quot;POLY_LINE&quot;,&quot;points&quot;:[{&quot;x&quot;:-550.2627758495408,&quot;y&quot;:68.69980675591235},{&quot;x&quot;:-560.5156870847468,&quot;y&quot;:60.94372580610498},{&quot;x&quot;:-558.7149863616839,&quot;y&quot;:55.767514049621305},{&quot;x&quot;:-546.3298143219092,&quot;y&quot;:55.767514049621305},{&quot;x&quot;:-542.5563090061021,&quot;y&quot;:44.15706626038664},{&quot;x&quot;:-535.4097761992786,&quot;y&quot;:37.191751245454306},{&quot;x&quot;:-531.2627880923313,&quot;y&quot;:27.67338506559547},{&quot;x&quot;:-519.093796026492,&quot;y&quot;:27.67338506559547},{&quot;x&quot;:-514.4719723632312,&quot;y&quot;:18.037915882148873},{&quot;x&quot;:-504.60958109948945,&quot;y&quot;:26.05356173855919},{&quot;x&quot;:-496.9536185832583,&quot;y&quot;:24.585692745872606},{&quot;x&quot;:-491.45728463251385,&quot;y&quot;:14.973047544052898},{&quot;x&quot;:-486.4536725542996,&quot;y&quot;:14.973047544052898},{&quot;x&quot;:-476.71329824149194,&quot;y&quot;:26.342174076069515},{&quot;x&quot;:-471.33430568548175,&quot;y&quot;:23.9298121188126},{&quot;x&quot;:-466.75391102953796,&quot;y&quot;:30.232717755092633},{&quot;x&quot;:-453.5173111043803,&quot;y&quot;:36.62892448387953},{&quot;x&quot;:-445.36680255853526,&quot;y&quot;:44.1536774581596},{&quot;x&quot;:-433.57476658256354,&quot;y&quot;:46.48862926023056},{&quot;x&quot;:-435.9758615069089,&quot;y&quot;:53.30517175948223},{&quot;x&quot;:-435.9758615069089,&quot;y&quot;:60.121003252238175},{&quot;x&quot;:-429.9986052357677,&quot;y&quot;:67.4226705332259},{&quot;x&quot;:-437.1843073616176,&quot;y&quot;:74.80763064487006},{&quot;x&quot;:-427.54215039309025,&quot;y&quot;:83.38534963256974},{&quot;x&quot;:-432.51100430116526,&quot;y&quot;:92.01864011733608},{&quot;x&quot;:-430.7160419508544,&quot;y&quot;:98.532518257543},{&quot;x&quot;:-428.3470330639088,&quot;y&quot;:103.79193581254643},{&quot;x&quot;:-433.5378388786039,&quot;y&quot;:107.41445718595139},{&quot;x&quot;:-440.32809349543794,&quot;y&quot;:124.38989999334025},{&quot;x&quot;:-453.2713961976513,&quot;y&quot;:130.11607387487066},{&quot;x&quot;:-456.7280185071233,&quot;y&quot;:137.5338005952234},{&quot;x&quot;:-459.84741990645784,&quot;y&quot;:140.09736254447142},{&quot;x&quot;:-463.91793521958823,&quot;y&quot;:140.09736254447142},{&quot;x&quot;:-473.40437791436005,&quot;y&quot;:141.50440783721976},{&quot;x&quot;:-483.0797239058139,&quot;y&quot;:141.50440783721976},{&quot;x&quot;:-488.63683296985346,&quot;y&quot;:143.71427341323832},{&quot;x&quot;:-494.2724170060256,&quot;y&quot;:145.18041604118935},{&quot;x&quot;:-506.92761502362805,&quot;y&quot;:143.0959631249049},{&quot;x&quot;:-515.5082812171491,&quot;y&quot;:146.8648640313994},{&quot;x&quot;:-520.9076380325183,&quot;y&quot;:136.58839835320168},{&quot;x&quot;:-530.7013227001984,&quot;y&quot;:138.79934511592663},{&quot;x&quot;:-533.7742177994177,&quot;y&quot;:128.79327715816936},{&quot;x&quot;:-541.2057058483329,&quot;y&quot;:123.39178063425652},{&quot;x&quot;:-551.7904796248738,&quot;y&quot;:119.50506707321716},{&quot;x&quot;:-551.7904796248738,&quot;y&quot;:112.45549573699418},{&quot;x&quot;:-554.8322314080061,&quot;y&quot;:107.8305774076661},{&quot;x&quot;:-550.2419951286807,&quot;y&quot;:101.92642250310408},{&quot;x&quot;:-553.8888670636456,&quot;y&quot;:88.299256815638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29, 235, 251, 1)&quot;},{&quot;type&quot;:&quot;STROKE&quot;,&quot;strokeStyle&quot;:&quot;rgba(79, 96, 156, 1)&quot;,&quot;lineWidth&quot;:2.147047997252762,&quot;lineJoin&quot;:&quot;round&quot;}],&quot;relativeTransform&quot;:{&quot;translate&quot;:{&quot;x&quot;:567.1758609587399,&quot;y&quot;:-219.48436581372724},&quot;rotate&quot;:0},&quot;parent&quot;:{&quot;type&quot;:&quot;CHILD&quot;,&quot;parentId&quot;:&quot;488d6af0-dbd3-40e0-a7b0-e1d30edfba32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09f86854-0364-4df4-ad4c-7a07452a2bd7&quot;:{&quot;type&quot;:&quot;FIGURE_OBJECT&quot;,&quot;id&quot;:&quot;09f86854-0364-4df4-ad4c-7a07452a2bd7&quot;,&quot;relativeTransform&quot;:{&quot;translate&quot;:{&quot;x&quot;:314.37399352461364,&quot;y&quot;:193.7609454418224},&quot;rotate&quot;:2.1251042527002957,&quot;skewX&quot;:-4.996003610813208e-16,&quot;scale&quot;:{&quot;x&quot;:0.9999999999999996,&quot;y&quot;:1.0000000000000013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4603c420-4925-45a8-9d3b-f9d0a8d1e630&quot;,&quot;order&quot;:&quot;999999999702&quot;}},&quot;9f63e385-923d-4665-8aa1-ac222dfb60a1&quot;:{&quot;type&quot;:&quot;FIGURE_OBJECT&quot;,&quot;id&quot;:&quot;9f63e385-923d-4665-8aa1-ac222dfb60a1&quot;,&quot;relativeTransform&quot;:{&quot;translate&quot;:{&quot;x&quot;:272.2830541139425,&quot;y&quot;:-82.60731684368503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666666666666666,&quot;color&quot;:&quot;rgba(49,126,194,1)&quot;,&quot;fontWeight&quot;:&quot;bold&quot;,&quot;fontStyle&quot;:&quot;normal&quot;,&quot;decoration&quot;:&quot;none&quot;,&quot;script&quot;:&quot;none&quot;},&quot;range&quot;:[0,17]}],&quot;text&quot;:&quot;Synthetic mimotope&quot;}],&quot;verticalAlign&quot;:&quot;TOP&quot;,&quot;_lastCaretLocation&quot;:{&quot;lineIndex&quot;:0,&quot;runIndex&quot;:-1,&quot;charIndex&quot;:-1,&quot;endOfLine&quot;:true}},&quot;size&quot;:{&quot;x&quot;:48.54768371582031,&quot;y&quot;:26},&quot;targetSize&quot;:{&quot;x&quot;:29.829925537109375,&quot;y&quot;:16.933014753113497},&quot;format&quot;:&quot;BETTER_TEXT&quot;,&quot;verticalAlign&quot;:&quot;TOP&quot;},&quot;isLocked&quot;:false,&quot;parent&quot;:{&quot;type&quot;:&quot;CHILD&quot;,&quot;parentId&quot;:&quot;4603c420-4925-45a8-9d3b-f9d0a8d1e630&quot;,&quot;order&quot;:&quot;999999999765&quot;}},&quot;abc981aa-555e-43a4-b6a4-50317f5e2f5e&quot;:{&quot;type&quot;:&quot;FIGURE_OBJECT&quot;,&quot;id&quot;:&quot;abc981aa-555e-43a4-b6a4-50317f5e2f5e&quot;,&quot;parent&quot;:{&quot;type&quot;:&quot;CHILD&quot;,&quot;parentId&quot;:&quot;4603c420-4925-45a8-9d3b-f9d0a8d1e630&quot;,&quot;order&quot;:&quot;999999999762&quot;},&quot;relativeTransform&quot;:{&quot;translate&quot;:{&quot;x&quot;:263.46856395417956,&quot;y&quot;:-30.534019859831673},&quot;rotate&quot;:0,&quot;skewX&quot;:0,&quot;scale&quot;:{&quot;x&quot;:1,&quot;y&quot;:1}}},&quot;339bf345-3053-43c2-a407-131938acd4f4&quot;:{&quot;type&quot;:&quot;FIGURE_OBJECT&quot;,&quot;id&quot;:&quot;339bf345-3053-43c2-a407-131938acd4f4&quot;,&quot;parent&quot;:{&quot;type&quot;:&quot;CHILD&quot;,&quot;parentId&quot;:&quot;abc981aa-555e-43a4-b6a4-50317f5e2f5e&quot;,&quot;order&quot;:&quot;5&quot;},&quot;relativeTransform&quot;:{&quot;translate&quot;:{&quot;x&quot;:0,&quot;y&quot;:0},&quot;rotate&quot;:0}},&quot;c7708ad8-ae92-40bf-a18c-8e533f1a7660&quot;:{&quot;type&quot;:&quot;FIGURE_OBJECT&quot;,&quot;id&quot;:&quot;c7708ad8-ae92-40bf-a18c-8e533f1a7660&quot;,&quot;relativeTransform&quot;:{&quot;translate&quot;:{&quot;x&quot;:18.02359440521595,&quot;y&quot;:-12.029260945454247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32, 28, 70, 1)&quot;,&quot;lineWidth&quot;:1.2289979697374458,&quot;lineJoin&quot;:&quot;round&quot;}],&quot;isLocked&quot;:false,&quot;parent&quot;:{&quot;type&quot;:&quot;CHILD&quot;,&quot;parentId&quot;:&quot;339bf345-3053-43c2-a407-131938acd4f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961f6e1-fb9f-4a3a-9347-270fa96da3d2&quot;:{&quot;type&quot;:&quot;FIGURE_OBJECT&quot;,&quot;id&quot;:&quot;5961f6e1-fb9f-4a3a-9347-270fa96da3d2&quot;,&quot;relativeTransform&quot;:{&quot;translate&quot;:{&quot;x&quot;:-15.255087680985357,&quot;y&quot;:-12.029260945454247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9, 82, 113, 1)&quot;},{&quot;type&quot;:&quot;STROKE&quot;,&quot;strokeStyle&quot;:&quot;rgba(132, 28, 70, 1)&quot;,&quot;lineWidth&quot;:0.40966598991248193,&quot;lineJoin&quot;:&quot;round&quot;}],&quot;isLocked&quot;:false,&quot;parent&quot;:{&quot;type&quot;:&quot;CHILD&quot;,&quot;parentId&quot;:&quot;339bf345-3053-43c2-a407-131938acd4f4&quot;,&quot;order&quot;:&quot;5&quot;}},&quot;c7493c8c-05f5-4305-9eca-7bad9bd10791&quot;:{&quot;type&quot;:&quot;FIGURE_OBJECT&quot;,&quot;id&quot;:&quot;c7493c8c-05f5-4305-9eca-7bad9bd10791&quot;,&quot;parent&quot;:{&quot;type&quot;:&quot;CHILD&quot;,&quot;parentId&quot;:&quot;abc981aa-555e-43a4-b6a4-50317f5e2f5e&quot;,&quot;order&quot;:&quot;2&quot;},&quot;relativeTransform&quot;:{&quot;translate&quot;:{&quot;x&quot;:0,&quot;y&quot;:0},&quot;rotate&quot;:0}},&quot;2e5fb06b-ebc4-465c-9d82-ba9f0b5705a5&quot;:{&quot;type&quot;:&quot;FIGURE_OBJECT&quot;,&quot;id&quot;:&quot;2e5fb06b-ebc4-465c-9d82-ba9f0b5705a5&quot;,&quot;relativeTransform&quot;:{&quot;translate&quot;:{&quot;x&quot;:17.94572260813848,&quot;y&quot;:-20.386447594603286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22, 23, 23, 1)&quot;,&quot;lineWidth&quot;:1.2289979697374458,&quot;lineJoin&quot;:&quot;round&quot;}],&quot;isLocked&quot;:false,&quot;parent&quot;:{&quot;type&quot;:&quot;CHILD&quot;,&quot;parentId&quot;:&quot;c7493c8c-05f5-4305-9eca-7bad9bd10791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f6bb361-623d-41c2-8898-29c519f87dc9&quot;:{&quot;type&quot;:&quot;FIGURE_OBJECT&quot;,&quot;id&quot;:&quot;9f6bb361-623d-41c2-8898-29c519f87dc9&quot;,&quot;relativeTransform&quot;:{&quot;translate&quot;:{&quot;x&quot;:-15.255087772145869,&quot;y&quot;:-20.386447594603286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1, 79, 79, 1)&quot;},{&quot;type&quot;:&quot;STROKE&quot;,&quot;strokeStyle&quot;:&quot;rgba(122, 23, 23, 1)&quot;,&quot;lineWidth&quot;:0.40966598991248193,&quot;lineJoin&quot;:&quot;round&quot;}],&quot;isLocked&quot;:false,&quot;parent&quot;:{&quot;type&quot;:&quot;CHILD&quot;,&quot;parentId&quot;:&quot;c7493c8c-05f5-4305-9eca-7bad9bd10791&quot;,&quot;order&quot;:&quot;5&quot;}},&quot;104824e8-3c12-48a0-ba1b-2102fe61888b&quot;:{&quot;type&quot;:&quot;FIGURE_OBJECT&quot;,&quot;id&quot;:&quot;104824e8-3c12-48a0-ba1b-2102fe61888b&quot;,&quot;relativeTransform&quot;:{&quot;translate&quot;:{&quot;x&quot;:259.88021933699827,&quot;y&quot;:-31.27588719660575},&quot;rotate&quot;:0,&quot;skewX&quot;:0,&quot;scale&quot;:{&quot;x&quot;:1,&quot;y&quot;:1}},&quot;opacity&quot;:1,&quot;path&quot;:{&quot;type&quot;:&quot;ELLIPSE&quot;,&quot;size&quot;:{&quot;x&quot;:4.730580467033069,&quot;y&quot;:4.915991878949783}},&quot;isLocked&quot;:false,&quot;pathStyles&quot;:[{&quot;type&quot;:&quot;FILL&quot;,&quot;fillStyle&quot;:&quot;rgba(49,126,194,1)&quot;},{&quot;type&quot;:&quot;STROKE&quot;,&quot;strokeStyle&quot;:&quot;rgba(23,23,23,1)&quot;,&quot;lineWidth&quot;:0.8193319798249639,&quot;lineJoin&quot;:&quot;round&quot;}],&quot;parent&quot;:{&quot;type&quot;:&quot;CHILD&quot;,&quot;parentId&quot;:&quot;4603c420-4925-45a8-9d3b-f9d0a8d1e630&quot;,&quot;order&quot;:&quot;99999999976&quot;}},&quot;8623ffa3-2c2f-4f08-8b4b-633e12f4e2cd&quot;:{&quot;relativeTransform&quot;:{&quot;translate&quot;:{&quot;x&quot;:397.50676281154097,&quot;y&quot;:60.934160889069034},&quot;rotate&quot;:1.5707963267948966,&quot;skewX&quot;:0,&quot;scale&quot;:{&quot;x&quot;:1,&quot;y&quot;:1}},&quot;type&quot;:&quot;FIGURE_OBJECT&quot;,&quot;id&quot;:&quot;8623ffa3-2c2f-4f08-8b4b-633e12f4e2cd&quot;,&quot;parent&quot;:{&quot;type&quot;:&quot;CHILD&quot;,&quot;parentId&quot;:&quot;4603c420-4925-45a8-9d3b-f9d0a8d1e630&quot;,&quot;order&quot;:&quot;999999999715&quot;},&quot;name&quot;:&quot;CD86 (dimer, editable) &quot;,&quot;displayName&quot;:&quot;CD86 (dimer, editable) &quot;,&quot;source&quot;:{&quot;id&quot;:&quot;678565d75f1e9115893188ec&quot;,&quot;type&quot;:&quot;ASSETS&quot;},&quot;isPremium&quot;:true},&quot;29981040-c9c0-4df9-9472-d991e7d4fcc7&quot;:{&quot;type&quot;:&quot;FIGURE_OBJECT&quot;,&quot;id&quot;:&quot;29981040-c9c0-4df9-9472-d991e7d4fcc7&quot;,&quot;parent&quot;:{&quot;type&quot;:&quot;CHILD&quot;,&quot;parentId&quot;:&quot;8623ffa3-2c2f-4f08-8b4b-633e12f4e2cd&quot;,&quot;order&quot;:&quot;5&quot;},&quot;relativeTransform&quot;:{&quot;translate&quot;:{&quot;x&quot;:253.43719782603824,&quot;y&quot;:92.68213542057826},&quot;rotate&quot;:0}},&quot;5dc3e76b-ec0a-45ed-aca4-d97dfafce017&quot;:{&quot;type&quot;:&quot;FIGURE_OBJECT&quot;,&quot;id&quot;:&quot;5dc3e76b-ec0a-45ed-aca4-d97dfafce017&quot;,&quot;parent&quot;:{&quot;type&quot;:&quot;CHILD&quot;,&quot;parentId&quot;:&quot;29981040-c9c0-4df9-9472-d991e7d4fcc7&quot;,&quot;order&quot;:&quot;7&quot;},&quot;relativeTransform&quot;:{&quot;translate&quot;:{&quot;x&quot;:0,&quot;y&quot;:0},&quot;rotate&quot;:0}},&quot;f02d5780-95b5-410a-88b1-843ab7e03999&quot;:{&quot;type&quot;:&quot;FIGURE_OBJECT&quot;,&quot;id&quot;:&quot;f02d5780-95b5-410a-88b1-843ab7e03999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5dc3e76b-ec0a-45ed-aca4-d97dfafce017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570fe541-cca4-4f3f-a014-37b8f2461700&quot;:{&quot;type&quot;:&quot;FIGURE_OBJECT&quot;,&quot;id&quot;:&quot;570fe541-cca4-4f3f-a014-37b8f2461700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5dc3e76b-ec0a-45ed-aca4-d97dfafce017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6474a13b-276c-48fd-b0ba-be339a0dba0e&quot;:{&quot;type&quot;:&quot;FIGURE_OBJECT&quot;,&quot;id&quot;:&quot;6474a13b-276c-48fd-b0ba-be339a0dba0e&quot;,&quot;relativeTransform&quot;:{&quot;translate&quot;:{&quot;x&quot;:-314.20117627994614,&quot;y&quot;:69.58988688998076},&quot;rotate&quot;:3.141592653589793},&quot;opacity&quot;:1,&quot;path&quot;:{&quot;type&quot;:&quot;POLY_LINE&quot;,&quot;points&quot;:[{&quot;x&quot;:0,&quot;y&quot;:-12.79392239662247},{&quot;x&quot;:0,&quot;y&quot;:12.79392239662247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29981040-c9c0-4df9-9472-d991e7d4fcc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de0e703-e53f-457a-9a56-b450d02f4b25&quot;:{&quot;type&quot;:&quot;FIGURE_OBJECT&quot;,&quot;id&quot;:&quot;5de0e703-e53f-457a-9a56-b450d02f4b25&quot;,&quot;parent&quot;:{&quot;type&quot;:&quot;CHILD&quot;,&quot;parentId&quot;:&quot;8623ffa3-2c2f-4f08-8b4b-633e12f4e2cd&quot;,&quot;order&quot;:&quot;2&quot;},&quot;relativeTransform&quot;:{&quot;translate&quot;:{&quot;x&quot;:246.25602897914652,&quot;y&quot;:92.68213542057826},&quot;rotate&quot;:0}},&quot;92d6412d-0bfb-460c-854b-cbebcf4c5f11&quot;:{&quot;type&quot;:&quot;FIGURE_OBJECT&quot;,&quot;id&quot;:&quot;92d6412d-0bfb-460c-854b-cbebcf4c5f11&quot;,&quot;parent&quot;:{&quot;type&quot;:&quot;CHILD&quot;,&quot;parentId&quot;:&quot;5de0e703-e53f-457a-9a56-b450d02f4b25&quot;,&quot;order&quot;:&quot;7&quot;},&quot;relativeTransform&quot;:{&quot;translate&quot;:{&quot;x&quot;:0,&quot;y&quot;:0},&quot;rotate&quot;:0}},&quot;ed746af4-300a-4efc-9ab7-391424e4e026&quot;:{&quot;type&quot;:&quot;FIGURE_OBJECT&quot;,&quot;id&quot;:&quot;ed746af4-300a-4efc-9ab7-391424e4e026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92d6412d-0bfb-460c-854b-cbebcf4c5f11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6d9f4d5-f5a3-4fe1-822f-a911938e0582&quot;:{&quot;type&quot;:&quot;FIGURE_OBJECT&quot;,&quot;id&quot;:&quot;36d9f4d5-f5a3-4fe1-822f-a911938e0582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92d6412d-0bfb-460c-854b-cbebcf4c5f11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d497744e-cf58-499c-a52e-520639db8880&quot;:{&quot;type&quot;:&quot;FIGURE_OBJECT&quot;,&quot;id&quot;:&quot;d497744e-cf58-499c-a52e-520639db8880&quot;,&quot;relativeTransform&quot;:{&quot;translate&quot;:{&quot;x&quot;:-314.20117627994614,&quot;y&quot;:69.65009878312854},&quot;rotate&quot;:3.141592653589793},&quot;opacity&quot;:1,&quot;path&quot;:{&quot;type&quot;:&quot;POLY_LINE&quot;,&quot;points&quot;:[{&quot;x&quot;:0,&quot;y&quot;:-12.854134289770233},{&quot;x&quot;:0,&quot;y&quot;:12.854134289770233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5de0e703-e53f-457a-9a56-b450d02f4b25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b2f94d93-64b9-42ff-a82e-9b8881f864b6&quot;:{&quot;relativeTransform&quot;:{&quot;translate&quot;:{&quot;x&quot;:271.17623216834164,&quot;y&quot;:-65.21514579026935},&quot;rotate&quot;:1.5707963267948966,&quot;skewX&quot;:0,&quot;scale&quot;:{&quot;x&quot;:1,&quot;y&quot;:1}},&quot;type&quot;:&quot;FIGURE_OBJECT&quot;,&quot;id&quot;:&quot;b2f94d93-64b9-42ff-a82e-9b8881f864b6&quot;,&quot;parent&quot;:{&quot;type&quot;:&quot;CHILD&quot;,&quot;parentId&quot;:&quot;4603c420-4925-45a8-9d3b-f9d0a8d1e630&quot;,&quot;order&quot;:&quot;999999999755&quot;},&quot;name&quot;:&quot;MHC class I (editable)&quot;,&quot;displayName&quot;:&quot;MHC class I (editable)&quot;,&quot;source&quot;:{&quot;id&quot;:&quot;67856b660efb4e725db041ed&quot;,&quot;type&quot;:&quot;ASSETS&quot;},&quot;isPremium&quot;:true},&quot;feacd50c-c565-4937-b488-7724f513140b&quot;:{&quot;type&quot;:&quot;FIGURE_OBJECT&quot;,&quot;id&quot;:&quot;feacd50c-c565-4937-b488-7724f513140b&quot;,&quot;parent&quot;:{&quot;type&quot;:&quot;CHILD&quot;,&quot;parentId&quot;:&quot;b2f94d93-64b9-42ff-a82e-9b8881f864b6&quot;,&quot;order&quot;:&quot;5&quot;},&quot;relativeTransform&quot;:{&quot;translate&quot;:{&quot;x&quot;:0,&quot;y&quot;:0},&quot;rotate&quot;:0}},&quot;590a4b45-d290-48b8-a917-4e27dfd5dc8a&quot;:{&quot;type&quot;:&quot;FIGURE_OBJECT&quot;,&quot;id&quot;:&quot;590a4b45-d290-48b8-a917-4e27dfd5dc8a&quot;,&quot;relativeTransform&quot;:{&quot;translate&quot;:{&quot;x&quot;:28.73082622318417,&quot;y&quot;:14.06163424416489},&quot;rotate&quot;:-6.938893903907228e-18},&quot;opacity&quot;:1,&quot;path&quot;:{&quot;type&quot;:&quot;POLY_LINE&quot;,&quot;points&quot;:[{&quot;x&quot;:4.882362118450136,&quot;y&quot;:14.983773388486963},{&quot;x&quot;:4.8823621184501365,&quot;y&quot;:1.4062980282338577},{&quot;x&quot;:3.043051742386749,&quot;y&quot;:0.898255576669622},{&quot;x&quot;:1.6168580403627828,&quot;y&quot;:-0.987825482759411},{&quot;x&quot;:1.7881021688368754,&quot;y&quot;:-5.476905811849453},{&quot;x&quot;:-1.199683231356409,&quot;y&quot;:-5.352596835406145},{&quot;x&quot;:-1.199683231356403,&quot;y&quot;:6.611373263062762},{&quot;x&quot;:-1.199683231356403,&quot;y&quot;:15.747435257761252},{&quot;x&quot;:-0.3144724228740185,&quot;y&quot;:16.05924913454966},{&quot;x&quot;:2.2571608060654813,&quot;y&quot;:16.05924913454966},{&quot;x&quot;:4.920273973458186,&quot;y&quot;:16.020140265176636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feacd50c-c565-4937-b488-7724f513140b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b4800488-577d-4df6-983b-cb4d925307be&quot;:{&quot;type&quot;:&quot;FIGURE_OBJECT&quot;,&quot;id&quot;:&quot;b4800488-577d-4df6-983b-cb4d925307be&quot;,&quot;relativeTransform&quot;:{&quot;translate&quot;:{&quot;x&quot;:39.627431281119414,&quot;y&quot;:14.168358973088326},&quot;rotate&quot;:0},&quot;opacity&quot;:1,&quot;path&quot;:{&quot;type&quot;:&quot;POLY_LINE&quot;,&quot;points&quot;:[{&quot;x&quot;:-4.88236211845015,&quot;y&quot;:4.48340500652485},{&quot;x&quot;:-4.8823621184501365,&quot;y&quot;:1.4062980282338577},{&quot;x&quot;:-3.043051742386749,&quot;y&quot;:0.898255576669622},{&quot;x&quot;:-1.6168580403627828,&quot;y&quot;:-0.987825482759411},{&quot;x&quot;:-1.7881021688368754,&quot;y&quot;:-5.476905811849453},{&quot;x&quot;:1.0928073813759864,&quot;y&quot;:-5.476905811849453},{&quot;x&quot;:1.0928073813759864,&quot;y&quot;:1.8751931187511848},{&quot;x&quot;:1.0928073813759864,&quot;y&quot;:6.4100365871100715},{&quot;x&quot;:0.5201780450176148,&quot;y&quot;:6.954034593547557},{&quot;x&quot;:-1.963444207968624,&quot;y&quot;:6.954034593547557},{&quot;x&quot;:-4.9569885482202825,&quot;y&quot;:6.954034593547557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feacd50c-c565-4937-b488-7724f513140b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30c18b07-1fcc-4dfa-8a34-db03ed02006d&quot;:{&quot;type&quot;:&quot;FIGURE_OBJECT&quot;,&quot;id&quot;:&quot;30c18b07-1fcc-4dfa-8a34-db03ed02006d&quot;,&quot;relativeTransform&quot;:{&quot;translate&quot;:{&quot;x&quot;:37.691444488007505,&quot;y&quot;:26.248971367766345},&quot;rotate&quot;:-2.775557561562892e-16,&quot;skewX&quot;:1.1102230246251565e-16},&quot;opacity&quot;:1,&quot;path&quot;:{&quot;type&quot;:&quot;RECT&quot;,&quot;size&quot;:{&quot;x&quot;:6.042151580899484,&quot;y&quot;:7.776968010288445},&quot;cornerRounding&quot;:{&quot;type&quot;:&quot;ARC_LENGTH&quot;,&quot;global&quot;:1.0595203113295335},&quot;selectedObjectIds&quot;:[&quot;62022a53-9641-4e2b-87cc-c664408c2993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feacd50c-c565-4937-b488-7724f513140b&quot;,&quot;order&quot;:&quot;5&quot;}},&quot;5713fec7-2a15-4723-b631-410a818562d2&quot;:{&quot;type&quot;:&quot;FIGURE_OBJECT&quot;,&quot;id&quot;:&quot;5713fec7-2a15-4723-b631-410a818562d2&quot;,&quot;relativeTransform&quot;:{&quot;translate&quot;:{&quot;x&quot;:30.57405533210088,&quot;y&quot;:38.745575635814},&quot;rotate&quot;:0},&quot;opacity&quot;:1,&quot;path&quot;:{&quot;type&quot;:&quot;POLY_LINE&quot;,&quot;points&quot;:[{&quot;x&quot;:0,&quot;y&quot;:-12.58014759171294},{&quot;x&quot;:0,&quot;y&quot;:9.015504154535604}],&quot;closed&quot;:false},&quot;pathStyles&quot;:[{&quot;type&quot;:&quot;FILL&quot;,&quot;fillStyle&quot;:&quot;rgba(0,0,0,0)&quot;},{&quot;type&quot;:&quot;STROKE&quot;,&quot;strokeStyle&quot;:&quot;rgba(57, 30, 64, 1)&quot;,&quot;lineWidth&quot;:1.2575695805557754,&quot;lineJoin&quot;:&quot;round&quot;}],&quot;isLocked&quot;:false,&quot;parent&quot;:{&quot;type&quot;:&quot;CHILD&quot;,&quot;parentId&quot;:&quot;b2f94d93-64b9-42ff-a82e-9b8881f864b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1734c447-1292-44d7-b553-42759274b354&quot;:{&quot;relativeTransform&quot;:{&quot;translate&quot;:{&quot;x&quot;:162.7918376472403,&quot;y&quot;:166.33994929578125},&quot;rotate&quot;:-1.5707963267948966,&quot;skewX&quot;:0,&quot;scale&quot;:{&quot;x&quot;:1,&quot;y&quot;:1}},&quot;type&quot;:&quot;FIGURE_OBJECT&quot;,&quot;id&quot;:&quot;1734c447-1292-44d7-b553-42759274b354&quot;,&quot;parent&quot;:{&quot;type&quot;:&quot;CHILD&quot;,&quot;parentId&quot;:&quot;4603c420-4925-45a8-9d3b-f9d0a8d1e630&quot;,&quot;order&quot;:&quot;999999999752&quot;},&quot;name&quot;:&quot;CD28 (relaxed, editable)&quot;,&quot;displayName&quot;:&quot;CD28 (relaxed, editable)&quot;,&quot;source&quot;:{&quot;id&quot;:&quot;6785667d9d463cd270edb5ac&quot;,&quot;type&quot;:&quot;ASSETS&quot;},&quot;isPremium&quot;:true},&quot;f073e865-6643-44dc-ab5a-f30a59e1b41c&quot;:{&quot;type&quot;:&quot;FIGURE_OBJECT&quot;,&quot;id&quot;:&quot;f073e865-6643-44dc-ab5a-f30a59e1b41c&quot;,&quot;parent&quot;:{&quot;type&quot;:&quot;CHILD&quot;,&quot;parentId&quot;:&quot;1734c447-1292-44d7-b553-42759274b354&quot;,&quot;order&quot;:&quot;2&quot;},&quot;relativeTransform&quot;:{&quot;translate&quot;:{&quot;x&quot;:282.6093049035799,&quot;y&quot;:161.6656304291086},&quot;rotate&quot;:0}},&quot;4e0cc276-d9ec-4bd5-ae1b-502ce2cd82c2&quot;:{&quot;type&quot;:&quot;FIGURE_OBJECT&quot;,&quot;id&quot;:&quot;4e0cc276-d9ec-4bd5-ae1b-502ce2cd82c2&quot;,&quot;relativeTransform&quot;:{&quot;translate&quot;:{&quot;x&quot;:-106.9148934040773,&quot;y&quot;:-30.353398274782972},&quot;rotate&quot;:1.5707963267948966},&quot;opacity&quot;:1,&quot;path&quot;:{&quot;type&quot;:&quot;POLY_LINE&quot;,&quot;points&quot;:[{&quot;x&quot;:0,&quot;y&quot;:2.7489169546482617},{&quot;x&quot;:5.3290957738057766e-17,&quot;y&quot;:9.19190548761096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f073e865-6643-44dc-ab5a-f30a59e1b41c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132e8e8-f032-4b9e-a4e4-743f809b40c0&quot;:{&quot;type&quot;:&quot;FIGURE_OBJECT&quot;,&quot;id&quot;:&quot;4132e8e8-f032-4b9e-a4e4-743f809b40c0&quot;,&quot;relativeTransform&quot;:{&quot;translate&quot;:{&quot;x&quot;:-109.38635751700996,&quot;y&quot;:-20.633730002733305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f073e865-6643-44dc-ab5a-f30a59e1b41c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659cba9-4c21-4b24-9c33-231813a06a21&quot;:{&quot;type&quot;:&quot;FIGURE_OBJECT&quot;,&quot;id&quot;:&quot;d659cba9-4c21-4b24-9c33-231813a06a21&quot;,&quot;relativeTransform&quot;:{&quot;translate&quot;:{&quot;x&quot;:-116.10729241296409,&quot;y&quot;:-20.63373000273332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f073e865-6643-44dc-ab5a-f30a59e1b41c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c8d4f7e-5b2e-4483-9b6a-666a34b4fa0d&quot;:{&quot;type&quot;:&quot;FIGURE_OBJECT&quot;,&quot;id&quot;:&quot;9c8d4f7e-5b2e-4483-9b6a-666a34b4fa0d&quot;,&quot;parent&quot;:{&quot;type&quot;:&quot;CHILD&quot;,&quot;parentId&quot;:&quot;1734c447-1292-44d7-b553-42759274b354&quot;,&quot;order&quot;:&quot;5&quot;},&quot;relativeTransform&quot;:{&quot;translate&quot;:{&quot;x&quot;:282.6093049035799,&quot;y&quot;:161.6656304291086},&quot;rotate&quot;:0}},&quot;681f6eca-f1e7-476c-b2af-bd12f56fef4d&quot;:{&quot;type&quot;:&quot;FIGURE_OBJECT&quot;,&quot;id&quot;:&quot;681f6eca-f1e7-476c-b2af-bd12f56fef4d&quot;,&quot;relativeTransform&quot;:{&quot;translate&quot;:{&quot;x&quot;:-121.6207813646426,&quot;y&quot;:-45.54949456175899},&quot;rotate&quot;:-0.2587658661520138},&quot;opacity&quot;:1,&quot;path&quot;:{&quot;type&quot;:&quot;POLY_LINE&quot;,&quot;points&quot;:[{&quot;x&quot;:5.600105816222395,&quot;y&quot;:11.829623631194034},{&quot;x&quot;:5.600105816222422,&quot;y&quot;:0.026111514007899992},{&quot;x&quot;:5.600105816222426,&quot;y&quot;:2.3065828949754428},{&quot;x&quot;:5.600105816222426,&quot;y&quot;:-0.8019793899876512},{&quot;x&quot;:4.76865027211055,&quot;y&quot;:-1.9563239869970892},{&quot;x&quot;:3.7785120167798216,&quot;y&quot;:-2.500914167526654},{&quot;x&quot;:2.1183956639299013,&quot;y&quot;:-2.98339078043814},{&quot;x&quot;:0.4197416116528999,&quot;y&quot;:-2.489337450935088},{&quot;x&quot;:-0.6554888593855851,&quot;y&quot;:-1.5928016909829772},{&quot;x&quot;:-1.1629303822824026,&quot;y&quot;:-0.4459183769637176},{&quot;x&quot;:-1.162930382282414,&quot;y&quot;:11.886894280195795},{&quot;x&quot;:0.2565250015374202,&quot;y&quot;:12.982836420621139},{&quot;x&quot;:4.035053906208344,&quot;y&quot;:12.919403063337946}],&quot;closed&quot;:true,&quot;cornerRounding&quot;:{&quot;type&quot;:&quot;ARC_LENGTH&quot;,&quot;global&quot;:1.924740574164921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6,&quot;lineJoin&quot;:&quot;round&quot;}],&quot;isLocked&quot;:false,&quot;parent&quot;:{&quot;type&quot;:&quot;CHILD&quot;,&quot;parentId&quot;:&quot;9c8d4f7e-5b2e-4483-9b6a-666a34b4fa0d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43d7448d-5dd4-4ea8-bd55-c36effa4de5d&quot;:{&quot;type&quot;:&quot;FIGURE_OBJECT&quot;,&quot;id&quot;:&quot;43d7448d-5dd4-4ea8-bd55-c36effa4de5d&quot;,&quot;relativeTransform&quot;:{&quot;translate&quot;:{&quot;x&quot;:-103.9938230012894,&quot;y&quot;:-45.39920486845889},&quot;rotate&quot;:0.25876586615201375},&quot;opacity&quot;:1,&quot;path&quot;:{&quot;type&quot;:&quot;POLY_LINE&quot;,&quot;points&quot;:[{&quot;x&quot;:-5.600105816222394,&quot;y&quot;:11.829623631194034},{&quot;x&quot;:-5.600105816222421,&quot;y&quot;:0.026111514007899985},{&quot;x&quot;:-5.600105816222425,&quot;y&quot;:2.3065828949754428},{&quot;x&quot;:-5.600105816222425,&quot;y&quot;:-0.8019793899876512},{&quot;x&quot;:-4.768650272110549,&quot;y&quot;:-1.9563239869970892},{&quot;x&quot;:-3.778512016779821,&quot;y&quot;:-2.5009141675266537},{&quot;x&quot;:-2.118395663929901,&quot;y&quot;:-2.98339078043814},{&quot;x&quot;:-0.41974161165289986,&quot;y&quot;:-2.4893374509350874},{&quot;x&quot;:0.655488859385585,&quot;y&quot;:-1.5928016909829772},{&quot;x&quot;:1.1629303822824026,&quot;y&quot;:-0.44591837696371744},{&quot;x&quot;:1.1629303822824137,&quot;y&quot;:11.88689428019579},{&quot;x&quot;:-0.25652500153742014,&quot;y&quot;:12.982836420621139},{&quot;x&quot;:-4.0350539062083435,&quot;y&quot;:12.919403063337942}],&quot;closed&quot;:true,&quot;cornerRounding&quot;:{&quot;type&quot;:&quot;ARC_LENGTH&quot;,&quot;global&quot;:1.9247405741649208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57,&quot;lineJoin&quot;:&quot;round&quot;}],&quot;isLocked&quot;:false,&quot;parent&quot;:{&quot;type&quot;:&quot;CHILD&quot;,&quot;parentId&quot;:&quot;9c8d4f7e-5b2e-4483-9b6a-666a34b4fa0d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5e068951-bd5d-480e-8b13-d7f5f3ed890d&quot;:{&quot;relativeTransform&quot;:{&quot;translate&quot;:{&quot;x&quot;:195.831345890767,&quot;y&quot;:15.285925538573451},&quot;rotate&quot;:-1.570796326794897,&quot;skewX&quot;:0,&quot;scale&quot;:{&quot;x&quot;:1,&quot;y&quot;:1}},&quot;type&quot;:&quot;FIGURE_OBJECT&quot;,&quot;id&quot;:&quot;5e068951-bd5d-480e-8b13-d7f5f3ed890d&quot;,&quot;parent&quot;:{&quot;type&quot;:&quot;CHILD&quot;,&quot;parentId&quot;:&quot;4603c420-4925-45a8-9d3b-f9d0a8d1e630&quot;,&quot;order&quot;:&quot;999999999712&quot;},&quot;name&quot;:&quot;T cell receptor (TCR, editable)&quot;,&quot;displayName&quot;:&quot;T cell receptor (TCR, editable)&quot;,&quot;source&quot;:{&quot;id&quot;:&quot;678564c616ae62dcc3c388dd&quot;,&quot;type&quot;:&quot;ASSETS&quot;},&quot;isPremium&quot;:true},&quot;269ba5e9-1f5a-42fa-a960-f579fd2a7ee6&quot;:{&quot;type&quot;:&quot;FIGURE_OBJECT&quot;,&quot;id&quot;:&quot;269ba5e9-1f5a-42fa-a960-f579fd2a7ee6&quot;,&quot;parent&quot;:{&quot;type&quot;:&quot;CHILD&quot;,&quot;parentId&quot;:&quot;5e068951-bd5d-480e-8b13-d7f5f3ed890d&quot;,&quot;order&quot;:&quot;2&quot;},&quot;relativeTransform&quot;:{&quot;translate&quot;:{&quot;x&quot;:246.56531316119748,&quot;y&quot;:124.7975588398555},&quot;rotate&quot;:0}},&quot;da7517a8-f586-4cb6-9693-2b8f34a3554e&quot;:{&quot;type&quot;:&quot;FIGURE_OBJECT&quot;,&quot;id&quot;:&quot;da7517a8-f586-4cb6-9693-2b8f34a3554e&quot;,&quot;relativeTransform&quot;:{&quot;translate&quot;:{&quot;x&quot;:-194.04057101344017,&quot;y&quot;:-27.66280525357906},&quot;rotate&quot;:1.5707963267948966},&quot;opacity&quot;:1,&quot;path&quot;:{&quot;type&quot;:&quot;POLY_LINE&quot;,&quot;points&quot;:[{&quot;x&quot;:0,&quot;y&quot;:3.185461019296168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269ba5e9-1f5a-42fa-a960-f579fd2a7ee6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7f0515a-955d-4d4b-a922-e92ac6ec6b19&quot;:{&quot;type&quot;:&quot;FIGURE_OBJECT&quot;,&quot;id&quot;:&quot;a7f0515a-955d-4d4b-a922-e92ac6ec6b19&quot;,&quot;relativeTransform&quot;:{&quot;translate&quot;:{&quot;x&quot;:-196.5593750603453,&quot;y&quot;:-17.919678603489075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269ba5e9-1f5a-42fa-a960-f579fd2a7ee6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d0f5457-9d28-4bad-8b0d-9f697349e958&quot;:{&quot;type&quot;:&quot;FIGURE_OBJECT&quot;,&quot;id&quot;:&quot;8d0f5457-9d28-4bad-8b0d-9f697349e958&quot;,&quot;relativeTransform&quot;:{&quot;translate&quot;:{&quot;x&quot;:-203.41113012615472,&quot;y&quot;:-17.919678603489082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269ba5e9-1f5a-42fa-a960-f579fd2a7ee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ac47432-cef1-4494-883d-64f1375d802d&quot;:{&quot;type&quot;:&quot;FIGURE_OBJECT&quot;,&quot;id&quot;:&quot;aac47432-cef1-4494-883d-64f1375d802d&quot;,&quot;parent&quot;:{&quot;type&quot;:&quot;CHILD&quot;,&quot;parentId&quot;:&quot;5e068951-bd5d-480e-8b13-d7f5f3ed890d&quot;,&quot;order&quot;:&quot;5&quot;},&quot;relativeTransform&quot;:{&quot;translate&quot;:{&quot;x&quot;:246.56531316119748,&quot;y&quot;:124.7975588398555},&quot;rotate&quot;:0}},&quot;ec62a003-8a1f-4f3e-9c5c-15f44eebf786&quot;:{&quot;type&quot;:&quot;FIGURE_OBJECT&quot;,&quot;id&quot;:&quot;ec62a003-8a1f-4f3e-9c5c-15f44eebf786&quot;,&quot;relativeTransform&quot;:{&quot;translate&quot;:{&quot;x&quot;:-201.44277911506526,&quot;y&quot;:-54.0822541706165},&quot;rotate&quot;:0},&quot;opacity&quot;:1,&quot;path&quot;:{&quot;type&quot;:&quot;POLY_LINE&quot;,&quot;points&quot;:[{&quot;x&quot;:-4.847792123192965,&quot;y&quot;:10.680881779587171},{&quot;x&quot;:-4.847792123192948,&quot;y&quot;:-3.0998193577541113},{&quot;x&quot;:-3.998222077873082,&quot;y&quot;:-2.5150299791166355},{&quot;x&quot;:-2.8917727025507487,&quot;y&quot;:-2.5150299791166355},{&quot;x&quot;:-1.7844521648724272,&quot;y&quot;:-2.8267521496853454},{&quot;x&quot;:-1.1632503051999632,&quot;y&quot;:-3.400746848321626},{&quot;x&quot;:-1.1632503051999656,&quot;y&quot;:-3.8481393652652036},{&quot;x&quot;:-0.6688774049193605,&quot;y&quot;:-2.8859200516107086},{&quot;x&quot;:0.3822620098962903,&quot;y&quot;:-2.351499350243029},{&quot;x&quot;:1.0067032538419647,&quot;y&quot;:-2.351499350243028},{&quot;x&quot;: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be3aa7c0-ac83-480d-8a83-4ebf1841b609&quot;:{&quot;type&quot;:&quot;FIGURE_OBJECT&quot;,&quot;id&quot;:&quot;be3aa7c0-ac83-480d-8a83-4ebf1841b609&quot;,&quot;relativeTransform&quot;:{&quot;translate&quot;:{&quot;x&quot;:-198.42251120695826,&quot;y&quot;:-54.0822541706165},&quot;rotate&quot;:-2.4492935982947064e-16},&quot;opacity&quot;:1,&quot;path&quot;:{&quot;type&quot;:&quot;POLY_LINE&quot;,&quot;points&quot;:[{&quot;x&quot;:4.847792123192965,&quot;y&quot;:10.680881779587171},{&quot;x&quot;:4.847792123192948,&quot;y&quot;:-3.0998193577541113},{&quot;x&quot;:3.998222077873082,&quot;y&quot;:-2.5150299791166355},{&quot;x&quot;:2.8917727025507487,&quot;y&quot;:-2.5150299791166355},{&quot;x&quot;:1.7844521648724272,&quot;y&quot;:-2.8267521496853454},{&quot;x&quot;:1.1632503051999632,&quot;y&quot;:-3.400746848321626},{&quot;x&quot;:1.1632503051999656,&quot;y&quot;:-3.8481393652652036},{&quot;x&quot;:0.6688774049193605,&quot;y&quot;:-2.8859200516107086},{&quot;x&quot;:-0.3822620098962903,&quot;y&quot;:-2.351499350243029},{&quot;x&quot;:-1.0067032538419647,&quot;y&quot;:-2.351499350243028},{&quot;x&quot;:-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dc7a6cf1-e656-46e6-adcc-32fc7c4c0cc4&quot;:{&quot;type&quot;:&quot;FIGURE_OBJECT&quot;,&quot;id&quot;:&quot;dc7a6cf1-e656-46e6-adcc-32fc7c4c0cc4&quot;,&quot;relativeTransform&quot;:{&quot;translate&quot;:{&quot;x&quot;:-201.44925733804794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d7831510-e6f0-4dfd-9143-3c07445af379&quot;:{&quot;type&quot;:&quot;FIGURE_OBJECT&quot;,&quot;id&quot;:&quot;d7831510-e6f0-4dfd-9143-3c07445af379&quot;,&quot;relativeTransform&quot;:{&quot;translate&quot;:{&quot;x&quot;:-194.58789846667003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1&quot;},&quot;connectorInfo&quot;:{&quot;connectedObjects&quot;:[],&quot;type&quot;:&quot;ELBOW&quot;,&quot;offset&quot;:{&quot;x&quot;:0,&quot;y&quot;:0},&quot;bending&quot;:0.1,&quot;firstElementIsHead&quot;:true,&quot;customized&quot;:true}},&quot;0ed5196e-f978-4340-a240-ea121d3cdd61&quot;:{&quot;relativeTransform&quot;:{&quot;translate&quot;:{&quot;x&quot;:705.3993666458797,&quot;y&quot;:89.2476753866514},&quot;rotate&quot;:0,&quot;skewX&quot;:0,&quot;scale&quot;:{&quot;x&quot;:1,&quot;y&quot;:1}},&quot;type&quot;:&quot;FIGURE_OBJECT&quot;,&quot;id&quot;:&quot;0ed5196e-f978-4340-a240-ea121d3cdd61&quot;,&quot;parent&quot;:{&quot;type&quot;:&quot;CHILD&quot;,&quot;parentId&quot;:&quot;4603c420-4925-45a8-9d3b-f9d0a8d1e630&quot;,&quot;order&quot;:&quot;999999999705&quot;},&quot;name&quot;:&quot;Lymphocyte (editable)&quot;,&quot;displayName&quot;:&quot;Lymphocyte (editable)&quot;,&quot;source&quot;:{&quot;id&quot;:&quot;672e538830331cf63e86a430&quot;,&quot;type&quot;:&quot;ASSETS&quot;},&quot;isPremium&quot;:true,&quot;opacity&quot;:1},&quot;9003ce12-c454-40bd-aa45-ff2aabe7637f&quot;:{&quot;type&quot;:&quot;FIGURE_OBJECT&quot;,&quot;id&quot;:&quot;9003ce12-c454-40bd-aa45-ff2aabe7637f&quot;,&quot;path&quot;:{&quot;type&quot;:&quot;POLY_LINE&quot;,&quot;points&quot;:[{&quot;x&quot;:-158.50910844034806,&quot;y&quot;:-89.68687636643448},{&quot;x&quot;:-133.62555781528252,&quot;y&quot;:-79.58281834258551},{&quot;x&quot;:-126.59982895233603,&quot;y&quot;:-54.899015352406934},{&quot;x&quot;:-138.67964642204066,&quot;y&quot;:-35.44132605305037},{&quot;x&quot;:-165.8126857384198,&quot;y&quot;:-32.159017421020785},{&quot;x&quot;:-184.539329504351,&quot;y&quot;:-50.51587626894019},{&quot;x&quot;:-180.8217991210014,&quot;y&quot;:-78.037452136230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38, 203, 219, 1)&quot;},{&quot;type&quot;:&quot;STROKE&quot;,&quot;strokeStyle&quot;:&quot;rgba(124, 196, 213, 1)&quot;,&quot;lineWidth&quot;:1.0026093817495383,&quot;lineJoin&quot;:&quot;round&quot;}],&quot;relativeTransform&quot;:{&quot;translate&quot;:{&quot;x&quot;:-194.32463991196866,&quot;y&quot;:-52.065018761250776},&quot;rotate&quot;:1.110223024625157e-16},&quot;parent&quot;:{&quot;type&quot;:&quot;CHILD&quot;,&quot;parentId&quot;:&quot;0ed5196e-f978-4340-a240-ea121d3cdd61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946003fa-78e0-4e14-8cd2-28d9c17d211d&quot;:{&quot;type&quot;:&quot;FIGURE_OBJECT&quot;,&quot;id&quot;:&quot;946003fa-78e0-4e14-8cd2-28d9c17d211d&quot;,&quot;path&quot;:{&quot;type&quot;:&quot;POLY_LINE&quot;,&quot;points&quot;:[{&quot;x&quot;:-249.51472324833918,&quot;y&quot;:-151.0678901080881},{&quot;x&quot;:-211.98224794410518,&quot;y&quot;:-132.8604416393155},{&quot;x&quot;:-202.1384632849402,&quot;y&quot;:-91.4622187466248},{&quot;x&quot;:-221.4259754427013,&quot;y&quot;:-59.04554563185669},{&quot;x&quot;:-264.7485527088023,&quot;y&quot;:-53.577191998015735},{&quot;x&quot;:-296.0228728071275,&quot;y&quot;:-87.18267961536712},{&quot;x&quot;:-288.7131910462422,&quot;y&quot;:-130.01104795589472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76, 222, 229, 1)&quot;},{&quot;type&quot;:&quot;STROKE&quot;,&quot;strokeStyle&quot;:&quot;rgba(70, 146, 176, 1)&quot;,&quot;lineWidth&quot;:1.5039140726243074,&quot;lineJoin&quot;:&quot;round&quot;}],&quot;relativeTransform&quot;:{&quot;translate&quot;:{&quot;x&quot;:-106.16644025179065,&quot;y&quot;:-15.431147351751141},&quot;rotate&quot;:1.110223024625157e-16},&quot;parent&quot;:{&quot;type&quot;:&quot;CHILD&quot;,&quot;parentId&quot;:&quot;0ed5196e-f978-4340-a240-ea121d3cdd61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ab2a6a0d-b095-4145-af27-dd90d199c7b9&quot;:{&quot;relativeTransform&quot;:{&quot;translate&quot;:{&quot;x&quot;:606.1721035545206,&quot;y&quot;:-337.93539139325594},&quot;rotate&quot;:-1.074187321342002,&quot;skewX&quot;:0,&quot;scale&quot;:{&quot;x&quot;:1,&quot;y&quot;:1}},&quot;type&quot;:&quot;FIGURE_OBJECT&quot;,&quot;id&quot;:&quot;ab2a6a0d-b095-4145-af27-dd90d199c7b9&quot;,&quot;parent&quot;:{&quot;type&quot;:&quot;CHILD&quot;,&quot;parentId&quot;:&quot;4603c420-4925-45a8-9d3b-f9d0a8d1e630&quot;,&quot;order&quot;:&quot;99999999971&quot;},&quot;name&quot;:&quot;Dendritic cell (editable)&quot;,&quot;displayName&quot;:&quot;Dendritic cell (editable)&quot;,&quot;source&quot;:{&quot;id&quot;:&quot;672e54a238b8c0fd46925877&quot;,&quot;type&quot;:&quot;ASSETS&quot;},&quot;isPremium&quot;:true,&quot;opacity&quot;:1},&quot;0e72d9ec-1991-4c41-b9ac-1381b632b7eb&quot;:{&quot;type&quot;:&quot;FIGURE_OBJECT&quot;,&quot;id&quot;:&quot;0e72d9ec-1991-4c41-b9ac-1381b632b7eb&quot;,&quot;path&quot;:{&quot;type&quot;:&quot;POLY_LINE&quot;,&quot;points&quot;:[{&quot;x&quot;:-421.3982126718027,&quot;y&quot;:-30.690514864300912},{&quot;x&quot;:-410.5545377127192,&quot;y&quot;:-40.8866197365013},{&quot;x&quot;:-411.13152858695145,&quot;y&quot;:-46.275208794320335},{&quot;x&quot;:-420.4867174213834,&quot;y&quot;:-60.98196159564586},{&quot;x&quot;:-423.11847912433194,&quot;y&quot;:-71.80883083534783},{&quot;x&quot;:-420.51351435576777,&quot;y&quot;:-73.30906034429817},{&quot;x&quot;:-414.0496528141753,&quot;y&quot;:-62.25284322673054},{&quot;x&quot;:-408.71982017552773,&quot;y&quot;:-53.96140256359252},{&quot;x&quot;:-404.1321351538668,&quot;y&quot;:-46.393123517544524},{&quot;x&quot;:-398.89916900772397,&quot;y&quot;:-43.60140679801547},{&quot;x&quot;:-386.3827322533442,&quot;y&quot;:-42.760368387234905},{&quot;x&quot;:-376.3325567488882,&quot;y&quot;:-41.05708306090987},{&quot;x&quot;:-369.8566466281908,&quot;y&quot;:-42.70141085994308},{&quot;x&quot;:-361.60436237841725,&quot;y&quot;:-51.04425807474345},{&quot;x&quot;:-355.96009964192825,&quot;y&quot;:-58.246518567843935},{&quot;x&quot;:-350.44534126184544,&quot;y&quot;:-64.94306328483314},{&quot;x&quot;:-343.2939691805528,&quot;y&quot;:-69.66050139333886},{&quot;x&quot;:-341.13350284629183,&quot;y&quot;:-66.41229153317381},{&quot;x&quot;:-346.784552223587,&quot;y&quot;:-59.833544810474876},{&quot;x&quot;:-351.9140929813849,&quot;y&quot;:-54.120222097211254},{&quot;x&quot;:-355.7561488354013,&quot;y&quot;:-49.23866271415216},{&quot;x&quot;:-360.8562204563974,&quot;y&quot;:-38.68901883217042},{&quot;x&quot;:-360.36772959405886,&quot;y&quot;:-30.26486915520334},{&quot;x&quot;:-358.81915598326657,&quot;y&quot;:-23.09315418007949},{&quot;x&quot;:-353.17790196181596,&quot;y&quot;:-13.533336825744875},{&quot;x&quot;:-337.72610223986743,&quot;y&quot;:-11.496599538177293},{&quot;x&quot;:-339.26542302652456,&quot;y&quot;:-7.745209182082103},{&quot;x&quot;:-347.7003111124678,&quot;y&quot;:-4.7814902266724575},{&quot;x&quot;:-356.4794616807073,&quot;y&quot;:9.192837557622862},{&quot;x&quot;:-366.00625531673575,&quot;y&quot;:27.63920325712998},{&quot;x&quot;:-367.53132000263946,&quot;y&quot;:36.90372231805447},{&quot;x&quot;:-362.9018113321622,&quot;y&quot;:47.90479796036757},{&quot;x&quot;:-373.4136957342401,&quot;y&quot;:40.49147298085376},{&quot;x&quot;:-382.9191299759653,&quot;y&quot;:36.59107576126938},{&quot;x&quot;:-397.49158862146425,&quot;y&quot;:37.217251929088825},{&quot;x&quot;:-410.7168966699812,&quot;y&quot;:34.13247904335203},{&quot;x&quot;:-426.3984023709719,&quot;y&quot;:38.430191393470686},{&quot;x&quot;:-426.1663037742228,&quot;y&quot;:31.804702129826},{&quot;x&quot;:-427.1462430639236,&quot;y&quot;:22.241471198554844},{&quot;x&quot;:-431.73066784857554,&quot;y&quot;:14.368311337760831},{&quot;x&quot;:-435.12530493934014,&quot;y&quot;:-9.344662571970476},{&quot;x&quot;:-443.2312128258238,&quot;y&quot;:-10.091505335326673},{&quot;x&quot;:-443.0249045465949,&quot;y&quot;:-14.434330475624645},{&quot;x&quot;:-433.6444714739076,&quot;y&quot;:-17.997895115014753},{&quot;x&quot;:-426.8074601925492,&quot;y&quot;:-23.906282802981575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51,&quot;lineJoin&quot;:&quot;round&quot;}],&quot;relativeTransform&quot;:{&quot;translate&quot;:{&quot;x&quot;:-845.1251316315453,&quot;y&quot;:-68.40562359297834},&quot;rotate&quot;:2.7522100289842553},&quot;parent&quot;:{&quot;type&quot;:&quot;CHILD&quot;,&quot;parentId&quot;:&quot;ab2a6a0d-b095-4145-af27-dd90d199c7b9&quot;,&quot;order&quot;:&quot;1&quot;},&quot;connectorInfo&quot;:{&quot;connectedObjects&quot;:[],&quot;type&quot;:&quot;CUBIC&quot;,&quot;offset&quot;:{&quot;x&quot;:0,&quot;y&quot;:0},&quot;bending&quot;:0.1,&quot;firstElementIsHead&quot;:true,&quot;customized&quot;:true},&quot;opacity&quot;:0.45},&quot;bb4200d9-95af-41fc-b5f3-dffc316b0aaa&quot;:{&quot;type&quot;:&quot;FIGURE_OBJECT&quot;,&quot;id&quot;:&quot;bb4200d9-95af-41fc-b5f3-dffc316b0aaa&quot;,&quot;path&quot;:{&quot;type&quot;:&quot;POLY_LINE&quot;,&quot;points&quot;:[{&quot;x&quot;:-419.62822156715873,&quot;y&quot;:-31.909970288148507},{&quot;x&quot;:-410.55453771271954,&quot;y&quot;:-40.88661973650129},{&quot;x&quot;:-412.4243594830678,&quot;y&quot;:-46.177798318006},{&quot;x&quot;:-418.4030307663526,&quot;y&quot;:-57.21411271445335},{&quot;x&quot;:-421.7957269284105,&quot;y&quot;:-68.17440615609367},{&quot;x&quot;:-418.4893429590799,&quot;y&quot;:-69.8712596092163},{&quot;x&quot;:-413.22321716905657,&quot;y&quot;:-61.37402806819363},{&quot;x&quot;:-408.2027003147188,&quot;y&quot;:-52.747106404427505},{&quot;x&quot;:-402.90073433048224,&quot;y&quot;:-45.42825383482874},{&quot;x&quot;:-398.89916900772425,&quot;y&quot;:-43.601406798015454},{&quot;x&quot;:-386.4121292932898,&quot;y&quot;:-43.033475557250966},{&quot;x&quot;:-376.33255674888846,&quot;y&quot;:-41.057083060909854},{&quot;x&quot;:-371.4864451126912,&quot;y&quot;:-39.55694539178027},{&quot;x&quot;:-368.6361981736268,&quot;y&quot;:-40.346335969607594},{&quot;x&quot;:-361.6043623784175,&quot;y&quot;:-51.04425807474344},{&quot;x&quot;:-355.9600996419284,&quot;y&quot;:-58.24651856784392},{&quot;x&quot;:-350.37184866198226,&quot;y&quot;:-64.26029535979309},{&quot;x&quot;:-346.3066818612372,&quot;y&quot;:-66.84977238385055},{&quot;x&quot;:-343.90250539690555,&quot;y&quot;:-63.90406673364683},{&quot;x&quot;:-346.7845522235873,&quot;y&quot;:-59.83354481047486},{&quot;x&quot;:-351.9140929813852,&quot;y&quot;:-54.12022209721123},{&quot;x&quot;:-355.75614883540146,&quot;y&quot;:-49.23866271415215},{&quot;x&quot;:-360.8562204563976,&quot;y&quot;:-38.689018832170404},{&quot;x&quot;:-360.11975255873443,&quot;y&quot;:-31.811054150209532},{&quot;x&quot;:-355.0606143923979,&quot;y&quot;:-26.67484223444399},{&quot;x&quot;:-346.6249311653838,&quot;y&quot;:-27.578105071464098},{&quot;x&quot;:-334.6538136364108,&quot;y&quot;:-31.678861269541493},{&quot;x&quot;:-321.57741497781956,&quot;y&quot;:-37.71995909463898},{&quot;x&quot;:-328.7870991371029,&quot;y&quot;:-27.443996398693944},{&quot;x&quot;:-349.9284318078885,&quot;y&quot;:-16.33852094622144},{&quot;x&quot;:-349.7999840841832,&quot;y&quot;:-15.138931785680505},{&quot;x&quot;:-347.78279894004675,&quot;y&quot;:-9.02993585185143},{&quot;x&quot;:-345.2499287687683,&quot;y&quot;:6.839286344807465},{&quot;x&quot;:-340.18145758706726,&quot;y&quot;:9.536440099720824},{&quot;x&quot;:-324.5539751561709,&quot;y&quot;:13.24672145396947},{&quot;x&quot;:-315.91762189827193,&quot;y&quot;:21.027983813001704},{&quot;x&quot;:-331.25597340110386,&quot;y&quot;:18.222415369585953},{&quot;x&quot;:-347.6786612210261,&quot;y&quot;:17.395101484201685},{&quot;x&quot;:-355.9159885461157,&quot;y&quot;:26.41495919414408},{&quot;x&quot;:-362.0606427918113,&quot;y&quot;:33.828419949057874},{&quot;x&quot;:-369.25629754556195,&quot;y&quot;:38.919289288740785},{&quot;x&quot;:-381.96881933132,&quot;y&quot;:43.556690845735},{&quot;x&quot;:-397.16632337785495,&quot;y&quot;:44.089026739407515},{&quot;x&quot;:-406.0730545099799,&quot;y&quot;:41.39882501643288},{&quot;x&quot;:-415.7086874311765,&quot;y&quot;:39.09013456251531},{&quot;x&quot;:-430.6543325438311,&quot;y&quot;:50.2045133394131},{&quot;x&quot;:-436.8382515265468,&quot;y&quot;:60.789658747599105},{&quot;x&quot;:-439.7747764334564,&quot;y&quot;:59.401801449641596},{&quot;x&quot;:-437.524692981061,&quot;y&quot;:49.46203723666013},{&quot;x&quot;:-424.0991083459994,&quot;y&quot;:31.576022625859892},{&quot;x&quot;:-428.90247424380146,&quot;y&quot;:21.32542475816274},{&quot;x&quot;:-431.7306678485758,&quot;y&quot;:14.368311337760828},{&quot;x&quot;:-434.5146031067852,&quot;y&quot;:2.745545508598002},{&quot;x&quot;:-439.8909731677472,&quot;y&quot;:-1.6745586075858343},{&quot;x&quot;:-447.60756355237754,&quot;y&quot;:-3.266195185969266},{&quot;x&quot;:-456.73515190180734,&quot;y&quot;:-2.2888456191606346},{&quot;x&quot;:-466.6844924220175,&quot;y&quot;:-0.2580962205484225},{&quot;x&quot;:-469.0488274529739,&quot;y&quot;:-2.13204335266561},{&quot;x&quot;:-465.57647214783276,&quot;y&quot;:-6.4541240772798405},{&quot;x&quot;:-450.1905890914895,&quot;y&quot;:-9.318670677335227},{&quot;x&quot;:-434.9578492503944,&quot;y&quot;:-10.94973806502405},{&quot;x&quot;:-431.92464258192564,&quot;y&quot;:-14.887606781233524},{&quot;x&quot;:-425.494422421836,&quot;y&quot;:-26.51755076137497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6,&quot;lineJoin&quot;:&quot;round&quot;}],&quot;relativeTransform&quot;:{&quot;translate&quot;:{&quot;x&quot;:-91.70937951828263,&quot;y&quot;:-173.74672274849542},&quot;rotate&quot;:0.10666999806263862},&quot;parent&quot;:{&quot;type&quot;:&quot;CHILD&quot;,&quot;parentId&quot;:&quot;ab2a6a0d-b095-4145-af27-dd90d199c7b9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315cdfb6-8d06-4961-8bdb-0522006f36ee&quot;:{&quot;type&quot;:&quot;FIGURE_OBJECT&quot;,&quot;id&quot;:&quot;315cdfb6-8d06-4961-8bdb-0522006f36ee&quot;,&quot;path&quot;:{&quot;type&quot;:&quot;POLY_LINE&quot;,&quot;points&quot;:[{&quot;x&quot;:-125.26686288615215,&quot;y&quot;:-60.06080193490865},{&quot;x&quot;:-105.60184580958604,&quot;y&quot;:-53.29439583074495},{&quot;x&quot;:-100.04954018620786,&quot;y&quot;:-36.76434079419491},{&quot;x&quot;:-114.94780164402825,&quot;y&quot;:-24.525669999451225},{&quot;x&quot;:-135.28535765124292,&quot;y&quot;:-19.974658412543103},{&quot;x&quot;:-145.83807273651723,&quot;y&quot;:-33.829074688263546},{&quot;x&quot;:-137.8404856236648,&quot;y&quot;:-52.9464060514508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49, 147, 199, 1)&quot;},{&quot;type&quot;:&quot;STROKE&quot;,&quot;strokeStyle&quot;:&quot;rgba(127, 123, 169, 1)&quot;,&quot;lineWidth&quot;:0.8193319798249641,&quot;lineJoin&quot;:&quot;round&quot;}],&quot;relativeTransform&quot;:{&quot;translate&quot;:{&quot;x&quot;:-356.80063285071566,&quot;y&quot;:-194.4673811624692},&quot;rotate&quot;:-0.09822548199301405},&quot;parent&quot;:{&quot;type&quot;:&quot;CHILD&quot;,&quot;parentId&quot;:&quot;ab2a6a0d-b095-4145-af27-dd90d199c7b9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c3f7f640-a965-4db2-93d0-ec425dc7a7cb&quot;:{&quot;type&quot;:&quot;FIGURE_OBJECT&quot;,&quot;id&quot;:&quot;c3f7f640-a965-4db2-93d0-ec425dc7a7cb&quot;,&quot;relativeTransform&quot;:{&quot;translate&quot;:{&quot;x&quot;:278.00452427224093,&quot;y&quot;:-55.133643222096396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,&quot;range&quot;:[0,2]}],&quot;text&quot;:&quot;CD8&quot;,&quot;base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6.15404367789726,&quot;y&quot;:7.783653808337157},&quot;targetSize&quot;:{&quot;x&quot;:16.15404367789726,&quot;y&quot;:7.783653808337157},&quot;format&quot;:&quot;BETTER_TEXT&quot;,&quot;verticalAlign&quot;:&quot;TOP&quot;},&quot;isLocked&quot;:false,&quot;parent&quot;:{&quot;type&quot;:&quot;CHILD&quot;,&quot;parentId&quot;:&quot;4603c420-4925-45a8-9d3b-f9d0a8d1e630&quot;,&quot;order&quot;:&quot;99999999975&quot;}},&quot;dd0031b9-01bf-432e-aaf2-41feb0f43aaa&quot;:{&quot;type&quot;:&quot;FIGURE_OBJECT&quot;,&quot;id&quot;:&quot;dd0031b9-01bf-432e-aaf2-41feb0f43aaa&quot;,&quot;relativeTransform&quot;:{&quot;translate&quot;:{&quot;x&quot;:278.00452427224093,&quot;y&quot;:-18.856081151386434},&quot;rotate&quot;:-2.443460952792061e-16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,&quot;range&quot;:[0,2]}],&quot;text&quot;:&quot;TCR&quot;,&quot;base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9.354590169162464,&quot;y&quot;:7.7836538083371565},&quot;targetSize&quot;:{&quot;x&quot;:29.354590169162464,&quot;y&quot;:7.7836538083371565},&quot;format&quot;:&quot;BETTER_TEXT&quot;,&quot;verticalAlign&quot;:&quot;TOP&quot;},&quot;isLocked&quot;:false,&quot;parent&quot;:{&quot;type&quot;:&quot;CHILD&quot;,&quot;parentId&quot;:&quot;4603c420-4925-45a8-9d3b-f9d0a8d1e630&quot;,&quot;order&quot;:&quot;99999999974&quot;}},&quot;ddceaf1f-7b90-4b8b-a71b-34a73c2cc22b&quot;:{&quot;type&quot;:&quot;FIGURE_OBJECT&quot;,&quot;id&quot;:&quot;ddceaf1f-7b90-4b8b-a71b-34a73c2cc22b&quot;,&quot;relativeTransform&quot;:{&quot;translate&quot;:{&quot;x&quot;:294.94216462517255,&quot;y&quot;:9.096247984141655},&quot;rotate&quot;:-2.443460952792061e-16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,&quot;range&quot;:[0,3]}],&quot;text&quot;:&quot;CD28&quot;,&quot;base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9.354590169162467,&quot;y&quot;:7.783653808337157},&quot;targetSize&quot;:{&quot;x&quot;:29.354590169162467,&quot;y&quot;:7.783653808337157},&quot;format&quot;:&quot;BETTER_TEXT&quot;,&quot;verticalAlign&quot;:&quot;TOP&quot;},&quot;isLocked&quot;:false,&quot;parent&quot;:{&quot;type&quot;:&quot;CHILD&quot;,&quot;parentId&quot;:&quot;4603c420-4925-45a8-9d3b-f9d0a8d1e630&quot;,&quot;order&quot;:&quot;999999999735&quot;}},&quot;a05ec5c3-5bb5-4823-97a2-015367be2dfa&quot;:{&quot;type&quot;:&quot;FIGURE_OBJECT&quot;,&quot;id&quot;:&quot;a05ec5c3-5bb5-4823-97a2-015367be2dfa&quot;,&quot;relativeTransform&quot;:{&quot;translate&quot;:{&quot;x&quot;:260.5302214725241,&quot;y&quot;:9.02086944199769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,&quot;range&quot;:[0,3]}],&quot;text&quot;:&quot;CD80&quot;,&quot;base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9.354590169162464,&quot;y&quot;:7.7836538083371565},&quot;targetSize&quot;:{&quot;x&quot;:29.354590169162464,&quot;y&quot;:7.7836538083371565},&quot;format&quot;:&quot;BETTER_TEXT&quot;,&quot;verticalAlign&quot;:&quot;TOP&quot;},&quot;isLocked&quot;:false,&quot;parent&quot;:{&quot;type&quot;:&quot;CHILD&quot;,&quot;parentId&quot;:&quot;4603c420-4925-45a8-9d3b-f9d0a8d1e630&quot;,&quot;order&quot;:&quot;99999999973&quot;}},&quot;4023bec9-d6c9-4769-bea9-152012c6b949&quot;:{&quot;type&quot;:&quot;FIGURE_OBJECT&quot;,&quot;id&quot;:&quot;4023bec9-d6c9-4769-bea9-152012c6b949&quot;,&quot;relativeTransform&quot;:{&quot;translate&quot;:{&quot;x&quot;:251.9941460709798,&quot;y&quot;:-18.856081151386434},&quot;rotate&quot;:-2.443460952792061e-16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,&quot;range&quot;:[0,4]}],&quot;text&quot;:&quot;MHC-I&quot;,&quot;base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1.108032736671017,&quot;y&quot;:7.783653808337157},&quot;targetSize&quot;:{&quot;x&quot;:21.108032736671017,&quot;y&quot;:7.783653808337157},&quot;format&quot;:&quot;BETTER_TEXT&quot;,&quot;verticalAlign&quot;:&quot;TOP&quot;},&quot;isLocked&quot;:false,&quot;parent&quot;:{&quot;type&quot;:&quot;CHILD&quot;,&quot;parentId&quot;:&quot;4603c420-4925-45a8-9d3b-f9d0a8d1e630&quot;,&quot;order&quot;:&quot;999999999725&quot;}},&quot;5eca86bf-3831-46d1-b09f-e7fb7486c544&quot;:{&quot;type&quot;:&quot;FIGURE_OBJECT&quot;,&quot;id&quot;:&quot;5eca86bf-3831-46d1-b09f-e7fb7486c544&quot;,&quot;relativeTransform&quot;:{&quot;translate&quot;:{&quot;x&quot;:354.39609979266805,&quot;y&quot;:-106.14187777648606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1.333333333333332,&quot;color&quot;:&quot;rgba(23,23,23,1)&quot;,&quot;fontWeight&quot;:&quot;bold&quot;,&quot;fontStyle&quot;:&quot;normal&quot;,&quot;decoration&quot;:&quot;none&quot;,&quot;script&quot;:&quot;none&quot;},&quot;range&quot;:[0,15]}],&quot;text&quot;:&quot;Cytotoxic T cell&quot;}],&quot;verticalAlign&quot;:&quot;TOP&quot;,&quot;_lastCaretLocation&quot;:{&quot;lineIndex&quot;:0,&quot;runIndex&quot;:-1,&quot;charIndex&quot;:-1,&quot;endOfLine&quot;:true}},&quot;size&quot;:{&quot;x&quot;:84.5591873234501,&quot;y&quot;:14},&quot;targetSize&quot;:{&quot;x&quot;:84.5591873234501,&quot;y&quot;:10.241649747812048},&quot;format&quot;:&quot;BETTER_TEXT&quot;,&quot;verticalAlign&quot;:&quot;TOP&quot;},&quot;isLocked&quot;:false,&quot;parent&quot;:{&quot;type&quot;:&quot;CHILD&quot;,&quot;parentId&quot;:&quot;4603c420-4925-45a8-9d3b-f9d0a8d1e630&quot;,&quot;order&quot;:&quot;999999999722&quot;}},&quot;f38dba58-503f-4aa5-88fd-1131eff283df&quot;:{&quot;type&quot;:&quot;FIGURE_OBJECT&quot;,&quot;id&quot;:&quot;f38dba58-503f-4aa5-88fd-1131eff283df&quot;,&quot;relativeTransform&quot;:{&quot;translate&quot;:{&quot;x&quot;:183.03416431849217,&quot;y&quot;:-99.14144329065643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1.333333333333332,&quot;color&quot;:&quot;rgba(23,23,23,1)&quot;,&quot;fontWeight&quot;:&quot;bold&quot;,&quot;fontStyle&quot;:&quot;normal&quot;,&quot;decoration&quot;:&quot;none&quot;,&quot;script&quot;:&quot;none&quot;},&quot;range&quot;:[0,13]}],&quot;text&quot;:&quot;Dendritic cell&quot;,&quot;baseStyle&quot;:{&quot;fontFamily&quot;:&quot;Roboto&quot;,&quot;fontSize&quot;:11.333333333333332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79.50539496814518,&quot;y&quot;:28},&quot;targetSize&quot;:{&quot;x&quot;:79.50539496814518,&quot;y&quot;:28},&quot;format&quot;:&quot;BETTER_TEXT&quot;,&quot;verticalAlign&quot;:&quot;TOP&quot;},&quot;isLocked&quot;:false,&quot;parent&quot;:{&quot;type&quot;:&quot;CHILD&quot;,&quot;parentId&quot;:&quot;4603c420-4925-45a8-9d3b-f9d0a8d1e630&quot;,&quot;order&quot;:&quot;99999999972&quot;}},&quot;afbf3e5b-9d19-4d76-a36d-f3376dfe3bb3&quot;:{&quot;type&quot;:&quot;FIGURE_OBJECT&quot;,&quot;id&quot;:&quot;afbf3e5b-9d19-4d76-a36d-f3376dfe3bb3&quot;,&quot;relativeTransform&quot;:{&quot;translate&quot;:{&quot;x&quot;:-55.05938497879424,&quot;y&quot;:-10.66399932686495},&quot;rotate&quot;:0,&quot;skewX&quot;:0,&quot;scale&quot;:{&quot;x&quot;:1,&quot;y&quot;:1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7&quot;},&quot;connectorInfo&quot;:{&quot;type&quot;:&quot;LINE&quot;,&quot;offset&quot;:{&quot;x&quot;:0,&quot;y&quot;:0},&quot;bending&quot;:0.1,&quot;customized&quot;:false}},&quot;70671d92-9c3b-4bf8-8624-3558750fe48d&quot;:{&quot;id&quot;:&quot;70671d92-9c3b-4bf8-8624-3558750fe48d&quot;,&quot;type&quot;:&quot;FIGURE_OBJECT&quot;,&quot;relativeTransform&quot;:{&quot;translate&quot;:{&quot;x&quot;:453.25081461631993,&quot;y&quot;:-253.3667769232696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49,126,194,1)&quot;,&quot;fontWeight&quot;:&quot;normal&quot;,&quot;fontStyle&quot;:&quot;normal&quot;,&quot;decoration&quot;:&quot;none&quot;},&quot;range&quot;:[0,17]}],&quot;text&quot;:&quot;Synthetic mimotope&quot;}],&quot;_lastCaretLocation&quot;:{&quot;lineIndex&quot;:0,&quot;runIndex&quot;:-1,&quot;charIndex&quot;:-1,&quot;endOfLine&quot;:true}},&quot;format&quot;:&quot;BETTER_TEXT&quot;,&quot;size&quot;:{&quot;x&quot;:166.63490811730827,&quot;y&quot;:22.527296743315365},&quot;targetSize&quot;:{&quot;x&quot;:166.63490811730827,&quot;y&quot;:22.527296743315365}},&quot;parent&quot;:{&quot;type&quot;:&quot;CHILD&quot;,&quot;parentId&quot;:&quot;4603c420-4925-45a8-9d3b-f9d0a8d1e630&quot;,&quot;order&quot;:&quot;9999999995&quot;}},&quot;b3c73543-f4ca-40f0-8a96-12176f946580&quot;:{&quot;id&quot;:&quot;b3c73543-f4ca-40f0-8a96-12176f946580&quot;,&quot;type&quot;:&quot;FIGURE_OBJECT&quot;,&quot;relativeTransform&quot;:{&quot;translate&quot;:{&quot;x&quot;:160.7252455777839,&quot;y&quot;:-253.3665160764565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192,56,48,1)&quot;,&quot;fontWeight&quot;:&quot;normal&quot;,&quot;fontStyle&quot;:&quot;normal&quot;,&quot;decoration&quot;:&quot;none&quot;},&quot;range&quot;:[0,13]}],&quot;text&quot;:&quot;Native peptide&quot;}],&quot;_lastCaretLocation&quot;:{&quot;lineIndex&quot;:0,&quot;runIndex&quot;:-1,&quot;charIndex&quot;:-1,&quot;endOfLine&quot;:true}},&quot;format&quot;:&quot;BETTER_TEXT&quot;,&quot;size&quot;:{&quot;x&quot;:129.06916803394856,&quot;y&quot;:22.52763359359448},&quot;targetSize&quot;:{&quot;x&quot;:129.06916803394856,&quot;y&quot;:22.52763359359448}},&quot;parent&quot;:{&quot;type&quot;:&quot;CHILD&quot;,&quot;parentId&quot;:&quot;4603c420-4925-45a8-9d3b-f9d0a8d1e630&quot;,&quot;order&quot;:&quot;999999999&quot;}},&quot;a2e97215-02f9-4c81-b45d-ef1996994651&quot;:{&quot;type&quot;:&quot;FIGURE_OBJECT&quot;,&quot;id&quot;:&quot;a2e97215-02f9-4c81-b45d-ef1996994651&quot;,&quot;parent&quot;:{&quot;type&quot;:&quot;CHILD&quot;,&quot;parentId&quot;:&quot;4603c420-4925-45a8-9d3b-f9d0a8d1e630&quot;,&quot;order&quot;:&quot;999999998&quot;},&quot;relativeTransform&quot;:{&quot;translate&quot;:{&quot;x&quot;:634.7034711374387,&quot;y&quot;:-290.5287912470471},&quot;rotate&quot;:0,&quot;skewX&quot;:0,&quot;scale&quot;:{&quot;x&quot;:1,&quot;y&quot;:1}}},&quot;ea0e6bfa-fedc-40e1-9032-111e1d2c70db&quot;:{&quot;type&quot;:&quot;FIGURE_OBJECT&quot;,&quot;id&quot;:&quot;ea0e6bfa-fedc-40e1-9032-111e1d2c70db&quot;,&quot;parent&quot;:{&quot;type&quot;:&quot;CHILD&quot;,&quot;parentId&quot;:&quot;a2e97215-02f9-4c81-b45d-ef1996994651&quot;,&quot;order&quot;:&quot;5&quot;},&quot;relativeTransform&quot;:{&quot;translate&quot;:{&quot;x&quot;:0,&quot;y&quot;:0},&quot;rotate&quot;:0}},&quot;54475e14-73de-4e36-84f4-94977fea8e55&quot;:{&quot;id&quot;:&quot;54475e14-73de-4e36-84f4-94977fea8e55&quot;,&quot;type&quot;:&quot;FIGURE_OBJECT&quot;,&quot;relativeTransform&quot;:{&quot;translate&quot;:{&quot;x&quot;:-82.29370375888871,&quot;y&quot;:81.52425377456731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Glu&quot;}],&quot;verticalAlign&quot;:&quot;TOP&quot;,&quot;_lastCaretLocation&quot;:{&quot;lineIndex&quot;:0,&quot;runIndex&quot;:-1,&quot;charIndex&quot;:-1,&quot;endOfLine&quot;:true}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ea0e6bfa-fedc-40e1-9032-111e1d2c70db&quot;,&quot;order&quot;:&quot;5&quot;}},&quot;e8863007-35ce-43ef-9120-eb8cae00509d&quot;:{&quot;type&quot;:&quot;FIGURE_OBJECT&quot;,&quot;id&quot;:&quot;e8863007-35ce-43ef-9120-eb8cae00509d&quot;,&quot;relativeTransform&quot;:{&quot;translate&quot;:{&quot;x&quot;:-82.45397532103118,&quot;y&quot;:77.38958532723163},&quot;rotate&quot;:0},&quot;layout&quot;:{&quot;sizeRatio&quot;:{&quot;x&quot;:0.7071067811865476,&quot;y&quot;:0.7071067811865476},&quot;keepAspectRatio&quot;:true},&quot;opacity&quot;:1,&quot;path&quot;:{&quot;type&quot;:&quot;ELLIPSE&quot;,&quot;size&quot;:{&quot;x&quot;:31.433298625876922,&quot;y&quot;:31.11269837220809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ea0e6bfa-fedc-40e1-9032-111e1d2c70db&quot;,&quot;order&quot;:&quot;2&quot;}},&quot;c63f7c98-9094-404b-8c15-48e626499d1a&quot;:{&quot;id&quot;:&quot;c63f7c98-9094-404b-8c15-48e626499d1a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9.556969374804005,&quot;y&quot;:22},&quot;targetSize&quot;:{&quot;x&quot;:19.556969374804005,&quot;y&quot;:2.32}},&quot;parent&quot;:{&quot;type&quot;:&quot;CHILD&quot;,&quot;parentId&quot;:&quot;e8863007-35ce-43ef-9120-eb8cae00509d&quot;,&quot;order&quot;:&quot;5&quot;}},&quot;1d71f0d7-e897-482c-9410-b8105d15f9d7&quot;:{&quot;type&quot;:&quot;FIGURE_OBJECT&quot;,&quot;id&quot;:&quot;1d71f0d7-e897-482c-9410-b8105d15f9d7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a2e97215-02f9-4c81-b45d-ef1996994651&quot;,&quot;order&quot;:&quot;2&quot;}},&quot;f31fedac-c865-4c4e-a9bc-bdb1a8a9f2a1&quot;:{&quot;type&quot;:&quot;FIGURE_OBJECT&quot;,&quot;id&quot;:&quot;f31fedac-c865-4c4e-a9bc-bdb1a8a9f2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1d71f0d7-e897-482c-9410-b8105d15f9d7&quot;,&quot;order&quot;:&quot;5&quot;}},&quot;9d5acfa2-f749-4a04-9bdb-6f6325dea35a&quot;:{&quot;type&quot;:&quot;FIGURE_OBJECT&quot;,&quot;id&quot;:&quot;9d5acfa2-f749-4a04-9bdb-6f6325dea35a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8&quot;}},&quot;906ec0bb-a439-4439-abd5-3e7815938514&quot;:{&quot;type&quot;:&quot;FIGURE_OBJECT&quot;,&quot;id&quot;:&quot;906ec0bb-a439-4439-abd5-3e781593851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9d5acfa2-f749-4a04-9bdb-6f6325dea35a&quot;,&quot;order&quot;:&quot;5&quot;}},&quot;234fee9c-c6db-4628-82e4-4684f039a12f&quot;:{&quot;type&quot;:&quot;FIGURE_OBJECT&quot;,&quot;id&quot;:&quot;234fee9c-c6db-4628-82e4-4684f039a12f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7&quot;}},&quot;8ecb87a7-0743-44c9-84fe-3d45a556d9e2&quot;:{&quot;type&quot;:&quot;FIGURE_OBJECT&quot;,&quot;id&quot;:&quot;8ecb87a7-0743-44c9-84fe-3d45a556d9e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234fee9c-c6db-4628-82e4-4684f039a12f&quot;,&quot;order&quot;:&quot;5&quot;}},&quot;b4e367ab-5ed6-4a43-90d8-6e342b191fd0&quot;:{&quot;type&quot;:&quot;FIGURE_OBJECT&quot;,&quot;id&quot;:&quot;b4e367ab-5ed6-4a43-90d8-6e342b191fd0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6&quot;}},&quot;de19d68f-abbb-479d-99e9-79d3b758add3&quot;:{&quot;type&quot;:&quot;FIGURE_OBJECT&quot;,&quot;id&quot;:&quot;de19d68f-abbb-479d-99e9-79d3b758add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b4e367ab-5ed6-4a43-90d8-6e342b191fd0&quot;,&quot;order&quot;:&quot;5&quot;}},&quot;da63779b-994b-4dd7-87fa-33c9017d1cde&quot;:{&quot;type&quot;:&quot;FIGURE_OBJECT&quot;,&quot;id&quot;:&quot;da63779b-994b-4dd7-87fa-33c9017d1cde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a2e97215-02f9-4c81-b45d-ef1996994651&quot;,&quot;order&quot;:&quot;1&quot;}},&quot;c2d709da-cf95-4da7-b02b-c757d03a0ab3&quot;:{&quot;type&quot;:&quot;FIGURE_OBJECT&quot;,&quot;id&quot;:&quot;c2d709da-cf95-4da7-b02b-c757d03a0ab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}],&quot;verticalAlign&quot;:&quot;TOP&quot;,&quot;_lastCaretLocation&quot;:{&quot;lineIndex&quot;:0,&quot;runIndex&quot;:-1,&quot;charIndex&quot;:-1,&quot;endOfLine&quot;:true}},&quot;size&quot;:{&quot;x&quot;:25.49067546100369,&quot;y&quot;:11},&quot;targetSize&quot;:{&quot;x&quot;:25.49067546100369,&quot;y&quot;:2},&quot;format&quot;:&quot;BETTER_TEXT&quot;,&quot;verticalAlign&quot;:&quot;TOP&quot;},&quot;parent&quot;:{&quot;type&quot;:&quot;CHILD&quot;,&quot;parentId&quot;:&quot;da63779b-994b-4dd7-87fa-33c9017d1cde&quot;,&quot;order&quot;:&quot;5&quot;}},&quot;2710bd85-3cd0-494b-9ca8-4918a68c7e59&quot;:{&quot;type&quot;:&quot;FIGURE_OBJECT&quot;,&quot;id&quot;:&quot;2710bd85-3cd0-494b-9ca8-4918a68c7e59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a2e97215-02f9-4c81-b45d-ef1996994651&quot;,&quot;order&quot;:&quot;05&quot;}},&quot;2c0cc55e-7e2b-4d8a-b969-73f6be88e9b6&quot;:{&quot;type&quot;:&quot;FIGURE_OBJECT&quot;,&quot;id&quot;:&quot;2c0cc55e-7e2b-4d8a-b969-73f6be88e9b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Asn&quot;}],&quot;verticalAlign&quot;:&quot;TOP&quot;,&quot;_lastCaretLocation&quot;:{&quot;lineIndex&quot;:0,&quot;runIndex&quot;:-1,&quot;charIndex&quot;:-1,&quot;endOfLine&quot;:true}},&quot;size&quot;:{&quot;x&quot;:21.111471562554815,&quot;y&quot;:11},&quot;targetSize&quot;:{&quot;x&quot;:21.111471562554815,&quot;y&quot;:2},&quot;format&quot;:&quot;BETTER_TEXT&quot;,&quot;verticalAlign&quot;:&quot;TOP&quot;},&quot;parent&quot;:{&quot;type&quot;:&quot;CHILD&quot;,&quot;parentId&quot;:&quot;2710bd85-3cd0-494b-9ca8-4918a68c7e59&quot;,&quot;order&quot;:&quot;5&quot;}},&quot;021ba9dd-3e30-41f4-8743-60d528def9f8&quot;:{&quot;type&quot;:&quot;FIGURE_OBJECT&quot;,&quot;id&quot;:&quot;021ba9dd-3e30-41f4-8743-60d528def9f8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55&quot;}},&quot;eeb4a2e2-bb9e-4731-82a9-33e287c35b7f&quot;:{&quot;type&quot;:&quot;FIGURE_OBJECT&quot;,&quot;id&quot;:&quot;eeb4a2e2-bb9e-4731-82a9-33e287c35b7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021ba9dd-3e30-41f4-8743-60d528def9f8&quot;,&quot;order&quot;:&quot;5&quot;}},&quot;0ce53788-6a42-4686-a538-9f4bdf6b746c&quot;:{&quot;type&quot;:&quot;FIGURE_OBJECT&quot;,&quot;id&quot;:&quot;0ce53788-6a42-4686-a538-9f4bdf6b746c&quot;,&quot;parent&quot;:{&quot;type&quot;:&quot;CHILD&quot;,&quot;parentId&quot;:&quot;4603c420-4925-45a8-9d3b-f9d0a8d1e630&quot;,&quot;order&quot;:&quot;999999997&quot;},&quot;relativeTransform&quot;:{&quot;translate&quot;:{&quot;x&quot;:343.1211007400079,&quot;y&quot;:-290.52893924840663},&quot;rotate&quot;:0,&quot;skewX&quot;:0,&quot;scale&quot;:{&quot;x&quot;:1,&quot;y&quot;:1}}},&quot;16157ae5-6981-4c8c-b108-01f66dd13822&quot;:{&quot;type&quot;:&quot;FIGURE_OBJECT&quot;,&quot;id&quot;:&quot;16157ae5-6981-4c8c-b108-01f66dd13822&quot;,&quot;parent&quot;:{&quot;type&quot;:&quot;CHILD&quot;,&quot;parentId&quot;:&quot;0ce53788-6a42-4686-a538-9f4bdf6b746c&quot;,&quot;order&quot;:&quot;5&quot;},&quot;relativeTransform&quot;:{&quot;translate&quot;:{&quot;x&quot;:0,&quot;y&quot;:0},&quot;rotate&quot;:0}},&quot;1ffb032c-bb20-4853-afe9-44c68e808257&quot;:{&quot;id&quot;:&quot;1ffb032c-bb20-4853-afe9-44c68e808257&quot;,&quot;type&quot;:&quot;FIGURE_OBJECT&quot;,&quot;relativeTransform&quot;:{&quot;translate&quot;:{&quot;x&quot;:-83.0450185597903,&quot;y&quot;:78.518994570961},&quot;rotate&quot;:0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3]}],&quot;text&quot;:&quot;Arg/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,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L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16157ae5-6981-4c8c-b108-01f66dd13822&quot;,&quot;order&quot;:&quot;5&quot;}},&quot;f78373e7-fe49-4392-bd6a-9dd7e04be6af&quot;:{&quot;type&quot;:&quot;FIGURE_OBJECT&quot;,&quot;id&quot;:&quot;f78373e7-fe49-4392-bd6a-9dd7e04be6af&quot;,&quot;relativeTransform&quot;:{&quot;translate&quot;:{&quot;x&quot;:-82.45397532103118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65773132876309,&quot;y&quot;:27.375639532243646}},&quot;pathStyles&quot;:[{&quot;type&quot;:&quot;FILL&quot;,&quot;fillStyle&quot;:&quot;rgba(243,205,204,1)&quot;},{&quot;type&quot;:&quot;STROKE&quot;,&quot;strokeStyle&quot;:&quot;rgba(192,56,48,1)&quot;,&quot;lineWidth&quot;:0.9129285000023705,&quot;lineJoin&quot;:&quot;round&quot;}],&quot;isLocked&quot;:false,&quot;parent&quot;:{&quot;type&quot;:&quot;CHILD&quot;,&quot;parentId&quot;:&quot;16157ae5-6981-4c8c-b108-01f66dd13822&quot;,&quot;order&quot;:&quot;2&quot;}},&quot;9e63ed45-0104-4898-b711-e632489c5358&quot;:{&quot;type&quot;:&quot;FIGURE_OBJECT&quot;,&quot;id&quot;:&quot;9e63ed45-0104-4898-b711-e632489c5358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0ce53788-6a42-4686-a538-9f4bdf6b746c&quot;,&quot;order&quot;:&quot;2&quot;}},&quot;d6d8dae7-3abb-4743-ae66-c611c18e028b&quot;:{&quot;type&quot;:&quot;FIGURE_OBJECT&quot;,&quot;id&quot;:&quot;d6d8dae7-3abb-4743-ae66-c611c18e02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9e63ed45-0104-4898-b711-e632489c5358&quot;,&quot;order&quot;:&quot;5&quot;}},&quot;366593be-cba3-4acb-b52f-8816811bee21&quot;:{&quot;type&quot;:&quot;FIGURE_OBJECT&quot;,&quot;id&quot;:&quot;366593be-cba3-4acb-b52f-8816811bee21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8&quot;}},&quot;865090ce-c40b-45dd-bff0-b1e940076c54&quot;:{&quot;type&quot;:&quot;FIGURE_OBJECT&quot;,&quot;id&quot;:&quot;865090ce-c40b-45dd-bff0-b1e940076c5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366593be-cba3-4acb-b52f-8816811bee21&quot;,&quot;order&quot;:&quot;5&quot;}},&quot;319e9bb3-513d-435f-8f48-a0747cf31e12&quot;:{&quot;type&quot;:&quot;FIGURE_OBJECT&quot;,&quot;id&quot;:&quot;319e9bb3-513d-435f-8f48-a0747cf31e12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7&quot;}},&quot;534336b4-b935-447e-b25a-f0a65a3b7e6e&quot;:{&quot;type&quot;:&quot;FIGURE_OBJECT&quot;,&quot;id&quot;:&quot;534336b4-b935-447e-b25a-f0a65a3b7e6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319e9bb3-513d-435f-8f48-a0747cf31e12&quot;,&quot;order&quot;:&quot;5&quot;}},&quot;80ec7b37-922e-4833-98c5-a006ee265109&quot;:{&quot;type&quot;:&quot;FIGURE_OBJECT&quot;,&quot;id&quot;:&quot;80ec7b37-922e-4833-98c5-a006ee265109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6&quot;}},&quot;703ef057-0a15-47cc-8492-fbf65d0bc598&quot;:{&quot;type&quot;:&quot;FIGURE_OBJECT&quot;,&quot;id&quot;:&quot;703ef057-0a15-47cc-8492-fbf65d0bc59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80ec7b37-922e-4833-98c5-a006ee265109&quot;,&quot;order&quot;:&quot;5&quot;}},&quot;e98e4a79-be6c-4143-b445-b999a3a769e7&quot;:{&quot;type&quot;:&quot;FIGURE_OBJECT&quot;,&quot;id&quot;:&quot;e98e4a79-be6c-4143-b445-b999a3a769e7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0ce53788-6a42-4686-a538-9f4bdf6b746c&quot;,&quot;order&quot;:&quot;1&quot;}},&quot;a7626a63-9768-4232-aaf3-39ef23c54f71&quot;:{&quot;type&quot;:&quot;FIGURE_OBJECT&quot;,&quot;id&quot;:&quot;a7626a63-9768-4232-aaf3-39ef23c54f7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5.49067546100369,&quot;y&quot;:11.672422119462473},&quot;targetSize&quot;:{&quot;x&quot;:25.49067546100369,&quot;y&quot;:2},&quot;format&quot;:&quot;BETTER_TEXT&quot;,&quot;verticalAlign&quot;:&quot;TOP&quot;},&quot;parent&quot;:{&quot;type&quot;:&quot;CHILD&quot;,&quot;parentId&quot;:&quot;e98e4a79-be6c-4143-b445-b999a3a769e7&quot;,&quot;order&quot;:&quot;5&quot;}},&quot;4c781aad-2e24-4703-8b9c-86929220e26b&quot;:{&quot;type&quot;:&quot;FIGURE_OBJECT&quot;,&quot;id&quot;:&quot;4c781aad-2e24-4703-8b9c-86929220e26b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0ce53788-6a42-4686-a538-9f4bdf6b746c&quot;,&quot;order&quot;:&quot;05&quot;}},&quot;79838704-7bf1-4c1b-9a46-fe51943a6e8b&quot;:{&quot;type&quot;:&quot;FIGURE_OBJECT&quot;,&quot;id&quot;:&quot;79838704-7bf1-4c1b-9a46-fe51943a6e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Tyr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1.111471562554815,&quot;y&quot;:11.672422119462473},&quot;targetSize&quot;:{&quot;x&quot;:21.111471562554815,&quot;y&quot;:2},&quot;format&quot;:&quot;BETTER_TEXT&quot;,&quot;verticalAlign&quot;:&quot;TOP&quot;},&quot;parent&quot;:{&quot;type&quot;:&quot;CHILD&quot;,&quot;parentId&quot;:&quot;4c781aad-2e24-4703-8b9c-86929220e26b&quot;,&quot;order&quot;:&quot;5&quot;}},&quot;e84b7e45-6680-4015-9aad-aa412992e430&quot;:{&quot;type&quot;:&quot;FIGURE_OBJECT&quot;,&quot;id&quot;:&quot;e84b7e45-6680-4015-9aad-aa412992e430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55&quot;}},&quot;1d455aa7-4823-409d-96e2-6078301b3cf4&quot;:{&quot;type&quot;:&quot;FIGURE_OBJECT&quot;,&quot;id&quot;:&quot;1d455aa7-4823-409d-96e2-6078301b3cf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e84b7e45-6680-4015-9aad-aa412992e430&quot;,&quot;order&quot;:&quot;5&quot;}},&quot;082ed2b3-71e7-499e-85cb-1671bb9b2ada&quot;:{&quot;id&quot;:&quot;082ed2b3-71e7-499e-85cb-1671bb9b2ada&quot;,&quot;type&quot;:&quot;FIGURE_OBJECT&quot;,&quot;relativeTransform&quot;:{&quot;translate&quot;:{&quot;x&quot;:-129.35110005452833,&quot;y&quot;:0.591731420417296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3]},{&quot;style&quot;:{&quot;fontFamily&quot;:&quot;Roboto&quot;,&quot;fontSize&quot;:18.666666666666664,&quot;color&quot;:&quot;black&quot;,&quot;fontWeight&quot;:&quot;bold&quot;,&quot;fontStyle&quot;:&quot;normal&quot;,&quot;decoration&quot;:&quot;none&quot;},&quot;range&quot;:[24,36]},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37,70]}],&quot;text&quot;:&quot;Many tumor antigens are self-antigens or differ only slightly from self&quot;,&quot;textIndent&quot;:{&quot;type&quot;:&quot;bullet&quot;,&quot;indent&quot;:1,&quot;symbol&quot;:&quot;●&quot;,&quot;unit&quot;:&quot;levels&quot;}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65]}],&quot;text&quot;:&quot;High-affinity T cells recognizing these peptides are often deleted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textIndent&quot;:{&quot;type&quot;:&quot;bullet&quot;,&quot;indent&quot;:1,&quot;symbol&quot;:&quot;●&quot;,&quot;unit&quot;:&quot;levels&quot;}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69]}],&quot;text&quot;:&quot;Even when peptide presentation occurs, the immune response can be weak&quot;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28]}],&quot;text&quot;:&quot;This limits vaccine efficacy &quot;},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5,&quot;runIndex&quot;:-1,&quot;charIndex&quot;:-1,&quot;endOfLine&quot;:true}},&quot;format&quot;:&quot;BETTER_TEXT&quot;,&quot;size&quot;:{&quot;x&quot;:401.4999845739876,&quot;y&quot;:242},&quot;targetSize&quot;:{&quot;x&quot;:401.4999845739876,&quot;y&quot;:242}},&quot;parent&quot;:{&quot;type&quot;:&quot;CHILD&quot;,&quot;parentId&quot;:&quot;4603c420-4925-45a8-9d3b-f9d0a8d1e630&quot;,&quot;order&quot;:&quot;999999995&quot;}},&quot;405f7baf-cf35-4185-96ae-9865e1bfd274&quot;:{&quot;type&quot;:&quot;FIGURE_OBJECT&quot;,&quot;id&quot;:&quot;405f7baf-cf35-4185-96ae-9865e1bfd274&quot;,&quot;relativeTransform&quot;:{&quot;translate&quot;:{&quot;x&quot;:-447.5909670447218,&quot;y&quot;:-29.65426857958286},&quot;rotate&quot;:0,&quot;skewX&quot;:0,&quot;scale&quot;:{&quot;x&quot;:1,&quot;y&quot;:1}},&quot;opacity&quot;:1,&quot;path&quot;:{&quot;type&quot;:&quot;POLY_LINE&quot;,&quot;points&quot;:[{&quot;x&quot;:0,&quot;y&quot;:-24.74999999999997},{&quot;x&quot;:0,&quot;y&quot;:24.7499999999999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&quot;},&quot;connectorInfo&quot;:{&quot;type&quot;:&quot;LINE&quot;,&quot;offset&quot;:{&quot;x&quot;:0,&quot;y&quot;:0},&quot;bending&quot;:0.1,&quot;customized&quot;:false}},&quot;f3d2050d-4395-45dc-b741-398393bc84c5&quot;:{&quot;type&quot;:&quot;FIGURE_OBJECT&quot;,&quot;id&quot;:&quot;f3d2050d-4395-45dc-b741-398393bc84c5&quot;,&quot;relativeTransform&quot;:{&quot;translate&quot;:{&quot;x&quot;:-360.05385141883363,&quot;y&quot;:225.675054492517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12]}],&quot;text&quot;:&quot;low signaling&quot;}],&quot;verticalAlign&quot;:&quot;TOP&quot;,&quot;_lastCaretLocation&quot;:{&quot;lineIndex&quot;:0,&quot;runIndex&quot;:-1,&quot;charIndex&quot;:-1,&quot;endOfLine&quot;:true}},&quot;size&quot;:{&quot;x&quot;:90.1377122725865,&quot;y&quot;:20.76300067313504},&quot;targetSize&quot;:{&quot;x&quot;:90.1377122725865,&quot;y&quot;:20.76300067313504},&quot;format&quot;:&quot;BETTER_TEXT&quot;,&quot;verticalAlign&quot;:&quot;TOP&quot;},&quot;isLocked&quot;:false,&quot;parent&quot;:{&quot;type&quot;:&quot;CHILD&quot;,&quot;parentId&quot;:&quot;4603c420-4925-45a8-9d3b-f9d0a8d1e630&quot;,&quot;order&quot;:&quot;99999998&quot;}},&quot;d4cf6022-f98c-47d3-8574-87aa2af88d9a&quot;:{&quot;type&quot;:&quot;FIGURE_OBJECT&quot;,&quot;id&quot;:&quot;d4cf6022-f98c-47d3-8574-87aa2af88d9a&quot;,&quot;parent&quot;:{&quot;type&quot;:&quot;CHILD&quot;,&quot;parentId&quot;:&quot;4603c420-4925-45a8-9d3b-f9d0a8d1e630&quot;,&quot;order&quot;:&quot;99999997&quot;},&quot;relativeTransform&quot;:{&quot;translate&quot;:{&quot;x&quot;:3.3320895841055247,&quot;y&quot;:-18.728726532294253},&quot;rotate&quot;:0,&quot;skewX&quot;:0,&quot;scale&quot;:{&quot;x&quot;:1,&quot;y&quot;:1}}},&quot;aaba6e54-093e-4abc-b7f4-ba092db87806&quot;:{&quot;type&quot;:&quot;FIGURE_OBJECT&quot;,&quot;id&quot;:&quot;aaba6e54-093e-4abc-b7f4-ba092db87806&quot;,&quot;name&quot;:&quot;Sphere&quot;,&quot;relativeTransform&quot;:{&quot;translate&quot;:{&quot;x&quot;:-370.0101699972116,&quot;y&quot;:260.6920490862206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6&quot;}},&quot;cfc9f4b1-4c51-420b-b7bf-8fcf96b7f16c&quot;:{&quot;type&quot;:&quot;FIGURE_OBJECT&quot;,&quot;id&quot;:&quot;cfc9f4b1-4c51-420b-b7bf-8fcf96b7f16c&quot;,&quot;name&quot;:&quot;Sphere&quot;,&quot;relativeTransform&quot;:{&quot;translate&quot;:{&quot;x&quot;:-354.8382182240488,&quot;y&quot;:262.146997221168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65&quot;}},&quot;568415c5-bb17-4cd6-885f-f62c1afd7014&quot;:{&quot;type&quot;:&quot;FIGURE_OBJECT&quot;,&quot;id&quot;:&quot;568415c5-bb17-4cd6-885f-f62c1afd7014&quot;,&quot;name&quot;:&quot;Sphere&quot;,&quot;relativeTransform&quot;:{&quot;translate&quot;:{&quot;x&quot;:-331.3795265803019,&quot;y&quot;:265.6457438657802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7&quot;}},&quot;27087ab8-eeab-4468-8e74-8aafbf65abbf&quot;:{&quot;type&quot;:&quot;FIGURE_OBJECT&quot;,&quot;id&quot;:&quot;27087ab8-eeab-4468-8e74-8aafbf65abbf&quot;,&quot;relativeTransform&quot;:{&quot;translate&quot;:{&quot;x&quot;:-347.5419551626874,&quot;y&quot;:275.4280013116575},&quot;rotate&quot;:-1.5707963267948968,&quot;skewX&quot;:-1.387778780781451e-17,&quot;scale&quot;:{&quot;x&quot;:0.9999999999999999,&quot;y&quot;:1.0000000000000002}},&quot;opacity&quot;:1,&quot;path&quot;:{&quot;type&quot;:&quot;POLY_LINE&quot;,&quot;points&quot;:[{&quot;x&quot;:0,&quot;y&quot;:-56.226094579752065},{&quot;x&quot;:0,&quot;y&quot;:28.82580890701265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4F609C00&quot;,&quot;1&quot;:&quot;#4F609C&quot;,&quot;0.45&quot;:&quot;#4F609C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4cf6022-f98c-47d3-8574-87aa2af88d9a&quot;,&quot;order&quot;:&quot;02&quot;}},&quot;f616985b-4051-4684-9b2d-c816bf5405fd&quot;:{&quot;type&quot;:&quot;FIGURE_OBJECT&quot;,&quot;id&quot;:&quot;f616985b-4051-4684-9b2d-c816bf5405fd&quot;,&quot;name&quot;:&quot;Sphere&quot;,&quot;relativeTransform&quot;:{&quot;translate&quot;:{&quot;x&quot;:-340.40769487063136,&quot;y&quot;:291.70682885416403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9&quot;}},&quot;21486fe7-712a-45f9-8e6f-6b11d90d1f3e&quot;:{&quot;type&quot;:&quot;FIGURE_OBJECT&quot;,&quot;id&quot;:&quot;21486fe7-712a-45f9-8e6f-6b11d90d1f3e&quot;,&quot;name&quot;:&quot;Sphere&quot;,&quot;relativeTransform&quot;:{&quot;translate&quot;:{&quot;x&quot;:-358.62054529394266,&quot;y&quot;:296.660731733958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8&quot;}},&quot;17f45944-5d66-49c3-9b38-02b9ab5b6ddc&quot;:{&quot;type&quot;:&quot;FIGURE_OBJECT&quot;,&quot;id&quot;:&quot;17f45944-5d66-49c3-9b38-02b9ab5b6ddc&quot;,&quot;name&quot;:&quot;Sphere&quot;,&quot;relativeTransform&quot;:{&quot;translate&quot;:{&quot;x&quot;:-371.6423664270457,&quot;y&quot;:290.161087119994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75&quot;}},&quot;a7a1b1ef-bd6a-42a8-9a74-1eece958deb8&quot;:{&quot;type&quot;:&quot;FIGURE_OBJECT&quot;,&quot;id&quot;:&quot;a7a1b1ef-bd6a-42a8-9a74-1eece958deb8&quot;,&quot;name&quot;:&quot;Sphere&quot;,&quot;relativeTransform&quot;:{&quot;translate&quot;:{&quot;x&quot;:-335.8533181715111,&quot;y&quot;:300.5714550977202},&quot;rotate&quot;:1.3461454173580017e-15,&quot;skewX&quot;:1.387778780781335e-17,&quot;scale&quot;:{&quot;x&quot;:0.025780900092588637,&quot;y&quot;:0.02578090009258862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55&quot;}},&quot;441a4716-0340-499e-8d95-765ddbed1e89&quot;:{&quot;type&quot;:&quot;FIGURE_OBJECT&quot;,&quot;id&quot;:&quot;441a4716-0340-499e-8d95-765ddbed1e89&quot;,&quot;name&quot;:&quot;Sphere&quot;,&quot;relativeTransform&quot;:{&quot;translate&quot;:{&quot;x&quot;:-370.1280517240952,&quot;y&quot;:281.52361397311944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5&quot;}},&quot;5d7b4b1a-98e4-482a-9379-0a29497b354a&quot;:{&quot;type&quot;:&quot;FIGURE_OBJECT&quot;,&quot;id&quot;:&quot;5d7b4b1a-98e4-482a-9379-0a29497b354a&quot;,&quot;name&quot;:&quot;Sphere&quot;,&quot;relativeTransform&quot;:{&quot;translate&quot;:{&quot;x&quot;:-359.1007489055218,&quot;y&quot;:284.7139634805036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4&quot;}},&quot;b8311803-1b32-464b-99fe-63dc72504f25&quot;:{&quot;type&quot;:&quot;FIGURE_OBJECT&quot;,&quot;id&quot;:&quot;b8311803-1b32-464b-99fe-63dc72504f25&quot;,&quot;name&quot;:&quot;Sphere&quot;,&quot;relativeTransform&quot;:{&quot;translate&quot;:{&quot;x&quot;:-330.1947103454718,&quot;y&quot;:285.716654839743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3&quot;}},&quot;867ea81f-0377-4fc9-95c9-66664e8f3356&quot;:{&quot;type&quot;:&quot;FIGURE_OBJECT&quot;,&quot;id&quot;:&quot;867ea81f-0377-4fc9-95c9-66664e8f3356&quot;,&quot;name&quot;:&quot;Sphere&quot;,&quot;relativeTransform&quot;:{&quot;translate&quot;:{&quot;x&quot;:-346.69369422868436,&quot;y&quot;:282.4371079519258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25&quot;}},&quot;ff3dad70-464e-42c1-9b1d-687ac088d937&quot;:{&quot;type&quot;:&quot;FIGURE_OBJECT&quot;,&quot;id&quot;:&quot;ff3dad70-464e-42c1-9b1d-687ac088d937&quot;,&quot;name&quot;:&quot;Sphere&quot;,&quot;relativeTransform&quot;:{&quot;translate&quot;:{&quot;x&quot;:-342.6127985295655,&quot;y&quot;:268.567342318064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2&quot;}},&quot;d4c169bd-bbb0-445b-87bf-a2d43a903eee&quot;:{&quot;type&quot;:&quot;FIGURE_OBJECT&quot;,&quot;id&quot;:&quot;d4c169bd-bbb0-445b-87bf-a2d43a903eee&quot;,&quot;name&quot;:&quot;Sphere&quot;,&quot;relativeTransform&quot;:{&quot;translate&quot;:{&quot;x&quot;:-337.59613662068637,&quot;y&quot;:256.0603631434488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15&quot;}},&quot;76a1217a-630c-4236-99fd-9c90bc6c21b0&quot;:{&quot;type&quot;:&quot;FIGURE_OBJECT&quot;,&quot;id&quot;:&quot;76a1217a-630c-4236-99fd-9c90bc6c21b0&quot;,&quot;name&quot;:&quot;Sphere&quot;,&quot;relativeTransform&quot;:{&quot;translate&quot;:{&quot;x&quot;:-360.05430868499866,&quot;y&quot;:271.768729165800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05&quot;}},&quot;70310cb6-5fb6-45dc-9a15-504be097e5d2&quot;:{&quot;type&quot;:&quot;FIGURE_OBJECT&quot;,&quot;id&quot;:&quot;70310cb6-5fb6-45dc-9a15-504be097e5d2&quot;,&quot;name&quot;:&quot;Sphere&quot;,&quot;relativeTransform&quot;:{&quot;translate&quot;:{&quot;x&quot;:-382.2918772006441,&quot;y&quot;:265.1133485418843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1&quot;}},&quot;a9154809-2acf-4013-884d-64dfca393689&quot;:{&quot;type&quot;:&quot;FIGURE_OBJECT&quot;,&quot;id&quot;:&quot;a9154809-2acf-4013-884d-64dfca393689&quot;,&quot;name&quot;:&quot;Sphere&quot;,&quot;relativeTransform&quot;:{&quot;translate&quot;:{&quot;x&quot;:-387.246031170355,&quot;y&quot;:255.2400454340629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&quot;}},&quot;4adb2424-4715-473f-b389-60ddc9e65c34&quot;:{&quot;type&quot;:&quot;FIGURE_OBJECT&quot;,&quot;id&quot;:&quot;4adb2424-4715-473f-b389-60ddc9e65c34&quot;,&quot;name&quot;:&quot;Sphere&quot;,&quot;relativeTransform&quot;:{&quot;translate&quot;:{&quot;x&quot;:-368.4021069995698,&quot;y&quot;:252.14410887090906},&quot;rotate&quot;:1.3461454173580017e-15,&quot;skewX&quot;:1.3877787807813112e-17,&quot;scale&quot;:{&quot;x&quot;:0.025211223267126708,&quot;y&quot;:0.02521122326712669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81&quot;}},&quot;c8be1879-5940-4a53-a387-734f0602f46b&quot;:{&quot;type&quot;:&quot;FIGURE_OBJECT&quot;,&quot;id&quot;:&quot;c8be1879-5940-4a53-a387-734f0602f46b&quot;,&quot;name&quot;:&quot;Sphere&quot;,&quot;relativeTransform&quot;:{&quot;translate&quot;:{&quot;x&quot;:-395.8416892781349,&quot;y&quot;:264.70595081056734},&quot;rotate&quot;:1.3461454173580021e-15,&quot;skewX&quot;:1.387778780781386e-17,&quot;scale&quot;:{&quot;x&quot;:0.022588417105128246,&quot;y&quot;:0.022588417105128242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8&quot;}},&quot;0fe96b56-2fe4-4761-9bc2-80f22b0cf1c7&quot;:{&quot;type&quot;:&quot;FIGURE_OBJECT&quot;,&quot;id&quot;:&quot;0fe96b56-2fe4-4761-9bc2-80f22b0cf1c7&quot;,&quot;name&quot;:&quot;Sphere&quot;,&quot;relativeTransform&quot;:{&quot;translate&quot;:{&quot;x&quot;:-377.66021823082633,&quot;y&quot;:251.66942757985913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71&quot;}},&quot;27688fce-cc66-4abc-b370-286b9221d011&quot;:{&quot;id&quot;:&quot;27688fce-cc66-4abc-b370-286b9221d011&quot;,&quot;type&quot;:&quot;FIGURE_OBJECT&quot;,&quot;relativeTransform&quot;:{&quot;translate&quot;:{&quot;x&quot;:-447.5906369456063,&quot;y&quot;:33.6852421053733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6]}],&quot;text&quot;:&quot;Weak CD8+ T-cell Activation&quot;}],&quot;_lastCaretLocation&quot;:{&quot;lineIndex&quot;:0,&quot;runIndex&quot;:-1,&quot;charIndex&quot;:-1,&quot;endOfLine&quot;:true}},&quot;format&quot;:&quot;BETTER_TEXT&quot;,&quot;size&quot;:{&quot;x&quot;:196.68750018399606,&quot;y&quot;:44.31576284194316},&quot;targetSize&quot;:{&quot;x&quot;:196.68750018399606,&quot;y&quot;:44.31576284194316}},&quot;parent&quot;:{&quot;type&quot;:&quot;CHILD&quot;,&quot;parentId&quot;:&quot;4603c420-4925-45a8-9d3b-f9d0a8d1e630&quot;,&quot;order&quot;:&quot;9999997&quot;}},&quot;019a05c2-e2d8-419c-a778-65f1bef40b2c&quot;:{&quot;id&quot;:&quot;019a05c2-e2d8-419c-a778-65f1bef40b2c&quot;,&quot;name&quot;:&quot;Cancer cell&quot;,&quot;type&quot;:&quot;FIGURE_OBJECT&quot;,&quot;relativeTransform&quot;:{&quot;translate&quot;:{&quot;x&quot;:-456.29036212768915,&quot;y&quot;:110.00724876777183},&quot;rotate&quot;:3.141592653589793,&quot;skewX&quot;:0,&quot;scale&quot;:{&quot;x&quot;:1.0730666962556348,&quot;y&quot;:1.0730666962556348}},&quot;image&quot;:{&quot;url&quot;:&quot;https://icons.cdn.biorender.com/biorender/61770047aa87c30029843f3f/6153716fe75ac20029699eee.png&quot;,&quot;isPremium&quot;:false,&quot;isPacked&quot;:true,&quot;size&quot;:{&quot;x&quot;:100,&quot;y&quot;:100.95238095238095},&quot;fallbackUrl&quot;:&quot;sources/icons/61770047aa87c30029843f3f/6153716fe75ac20029699eee.svg&quot;},&quot;source&quot;:{&quot;id&quot;:&quot;6153716fe75ac20029699eee&quot;,&quot;type&quot;:&quot;ASSETS&quot;},&quot;isPremium&quot;:false,&quot;parent&quot;:{&quot;type&quot;:&quot;CHILD&quot;,&quot;parentId&quot;:&quot;4603c420-4925-45a8-9d3b-f9d0a8d1e630&quot;,&quot;order&quot;:&quot;9999972&quot;}},&quot;bfa7f192-2944-4c11-b002-f76a9516e80e&quot;:{&quot;id&quot;:&quot;bfa7f192-2944-4c11-b002-f76a9516e80e&quot;,&quot;name&quot;:&quot;Lymphocyte (T-cell)&quot;,&quot;type&quot;:&quot;FIGURE_OBJECT&quot;,&quot;relativeTransform&quot;:{&quot;translate&quot;:{&quot;x&quot;:-456.2902009210385,&quot;y&quot;:255.98746652604603},&quot;rotate&quot;:3.141592653589793,&quot;skewX&quot;:0,&quot;scale&quot;:{&quot;x&quot;:0.8342087365209978,&quot;y&quot;:0.8342087365209977}},&quot;image&quot;:{&quot;url&quot;:&quot;https://icons.biorender.com/biorender/61533259e75ac20029699c28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4603c420-4925-45a8-9d3b-f9d0a8d1e630&quot;,&quot;order&quot;:&quot;9999971&quot;},&quot;styles&quot;:{&quot;editable&quot;:[{&quot;styleName&quot;:&quot;GLOW&quot;,&quot;index&quot;:0,&quot;value&quot;:100}]}},&quot;cd34594f-0e56-4658-ac1f-745cafd1ddc4&quot;:{&quot;relativeTransform&quot;:{&quot;translate&quot;:{&quot;x&quot;:-463.0018518930532,&quot;y&quot;:185.84299670525044},&quot;rotate&quot;:-2.449293598294706e-16,&quot;skewX&quot;:0,&quot;scale&quot;:{&quot;x&quot;:1,&quot;y&quot;:1}},&quot;type&quot;:&quot;FIGURE_OBJECT&quot;,&quot;id&quot;:&quot;cd34594f-0e56-4658-ac1f-745cafd1ddc4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85&quot;}},&quot;08394a78-d736-4948-9041-fa7a37c3b23f&quot;:{&quot;type&quot;:&quot;FIGURE_OBJECT&quot;,&quot;id&quot;:&quot;08394a78-d736-4948-9041-fa7a37c3b23f&quot;,&quot;relativeTransform&quot;:{&quot;translate&quot;:{&quot;x&quot;:8.115336554588048,&quot;y&quot;:-6.822872825299936},&quot;rotate&quot;:-2.449293598294711e-16,&quot;skewX&quot;:-2.141070196569275e-18},&quot;opacity&quot;:1,&quot;path&quot;:{&quot;type&quot;:&quot;ELLIPSE&quot;,&quot;size&quot;:{&quot;x&quot;:-4.555052474500162,&quot;y&quot;:4.564950715474768}},&quot;pathStyles&quot;:[{&quot;type&quot;:&quot;FILL&quot;,&quot;fillStyle&quot;:&quot;rgba(189,28,99,1)&quot;},{&quot;type&quot;:&quot;STROKE&quot;,&quot;strokeStyle&quot;:&quot;rgba(104,6,8,1)&quot;,&quot;lineWidth&quot;:0.437594222814237,&quot;lineJoin&quot;:&quot;round&quot;}],&quot;isLocked&quot;:false,&quot;parent&quot;:{&quot;type&quot;:&quot;CHILD&quot;,&quot;parentId&quot;:&quot;cd34594f-0e56-4658-ac1f-745cafd1ddc4&quot;,&quot;order&quot;:&quot;5&quot;}},&quot;edba51e7-c502-4409-a293-b73a021381e0&quot;:{&quot;type&quot;:&quot;FIGURE_OBJECT&quot;,&quot;id&quot;:&quot;edba51e7-c502-4409-a293-b73a021381e0&quot;,&quot;name&quot;:&quot;T cell receptor (TCR)&quot;,&quot;relativeTransform&quot;:{&quot;translate&quot;:{&quot;x&quot;:8.095493122063385,&quot;y&quot;:17.521577979777103},&quot;rotate&quot;:6.283185307179586,&quot;skewX&quot;:2.141070196569277e-18,&quot;scale&quot;:{&quot;x&quot;:-0.18647481085833967,&quot;y&quot;:0.1864748108583400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cd34594f-0e56-4658-ac1f-745cafd1ddc4&quot;,&quot;order&quot;:&quot;2&quot;}},&quot;6653260a-0511-4f49-9f28-271ac22efd29&quot;:{&quot;type&quot;:&quot;FIGURE_OBJECT&quot;,&quot;id&quot;:&quot;6653260a-0511-4f49-9f28-271ac22efd29&quot;,&quot;name&quot;:&quot;MHC class I&quot;,&quot;relativeTransform&quot;:{&quot;translate&quot;:{&quot;x&quot;:8.095493122063388,&quot;y&quot;:-21.558974466035608},&quot;rotate&quot;:3.141592653589793,&quot;skewX&quot;:2.1410701965686736e-18,&quot;scale&quot;:{&quot;x&quot;:-0.1908114343666731,&quot;y&quot;:0.1908114343666736}},&quot;opacity&quot;:1,&quot;image&quot;:{&quot;url&quot;:&quot;https://icons.biorender.com/biorender/5d9b3d99dd52690004bb547c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cd34594f-0e56-4658-ac1f-745cafd1ddc4&quot;,&quot;order&quot;:&quot;1&quot;},&quot;styles&quot;:{&quot;MHCI-hidden&quot;:[{&quot;styleName&quot;:&quot;MONOCHROME_COLOR&quot;,&quot;index&quot;:0,&quot;color&quot;:&quot;#825CA6&quot;}]}},&quot;caa200b0-4cb8-429f-aea8-8f82c7502fc7&quot;:{&quot;type&quot;:&quot;FIGURE_OBJECT&quot;,&quot;id&quot;:&quot;caa200b0-4cb8-429f-aea8-8f82c7502fc7&quot;,&quot;relativeTransform&quot;:{&quot;translate&quot;:{&quot;x&quot;:-430.2658770253312,&quot;y&quot;:192.6695758901430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}],&quot;verticalAlign&quot;:&quot;TOP&quot;},&quot;size&quot;:{&quot;x&quot;:26.069602014010265,&quot;y&quot;:15.196843482261036},&quot;targetSize&quot;:{&quot;x&quot;:26.069602014010265,&quot;y&quot;:15.196843482261036},&quot;format&quot;:&quot;BETTER_TEXT&quot;,&quot;verticalAlign&quot;:&quot;TOP&quot;},&quot;isLocked&quot;:false,&quot;parent&quot;:{&quot;type&quot;:&quot;CHILD&quot;,&quot;parentId&quot;:&quot;4603c420-4925-45a8-9d3b-f9d0a8d1e630&quot;,&quot;order&quot;:&quot;999998&quot;}},&quot;e93250dd-9e59-4a53-9b10-c15d759845e3&quot;:{&quot;type&quot;:&quot;FIGURE_OBJECT&quot;,&quot;id&quot;:&quot;e93250dd-9e59-4a53-9b10-c15d759845e3&quot;,&quot;relativeTransform&quot;:{&quot;translate&quot;:{&quot;x&quot;:-408.5428490067664,&quot;y&quot;:170.111977804296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10]}],&quot;text&quot;:&quot;MHC class I&quot;,&quot;base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}],&quot;verticalAlign&quot;:&quot;TOP&quot;},&quot;size&quot;:{&quot;x&quot;:70.33771328228902,&quot;y&quot;:15.196843482261036},&quot;targetSize&quot;:{&quot;x&quot;:70.33771328228902,&quot;y&quot;:15.196843482261036},&quot;format&quot;:&quot;BETTER_TEXT&quot;,&quot;verticalAlign&quot;:&quot;TOP&quot;},&quot;isLocked&quot;:false,&quot;parent&quot;:{&quot;type&quot;:&quot;CHILD&quot;,&quot;parentId&quot;:&quot;4603c420-4925-45a8-9d3b-f9d0a8d1e630&quot;,&quot;order&quot;:&quot;9999977&quot;}},&quot;1e75d398-9875-4a16-9f9f-7c60fe1f0630&quot;:{&quot;type&quot;:&quot;FIGURE_OBJECT&quot;,&quot;id&quot;:&quot;1e75d398-9875-4a16-9f9f-7c60fe1f0630&quot;,&quot;relativeTransform&quot;:{&quot;translate&quot;:{&quot;x&quot;:-535.5561171359232,&quot;y&quot;:106.70082980412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614B79&quot;,&quot;fontWeight&quot;:&quot;bold&quot;,&quot;fontStyle&quot;:&quot;normal&quot;,&quot;decoration&quot;:&quot;none&quot;,&quot;script&quot;:&quot;none&quot;},&quot;range&quot;:[0,9]}],&quot;text&quot;:&quot;Tumor cell&quot;,&quot;baseStyle&quot;:{&quot;fontFamily&quot;:&quot;Roboto&quot;,&quot;fontSize&quot;:12.85293266383337,&quot;color&quot;:&quot;rgb(160, 99, 84)&quot;,&quot;fontWeight&quot;:&quot;bold&quot;,&quot;fontStyle&quot;:&quot;normal&quot;,&quot;decoration&quot;:&quot;none&quot;,&quot;script&quot;:&quot;none&quot;}}],&quot;verticalAlign&quot;:&quot;TOP&quot;},&quot;size&quot;:{&quot;x&quot;:43.90841972172768,&quot;y&quot;:30.39368696452207},&quot;targetSize&quot;:{&quot;x&quot;:43.90841972172768,&quot;y&quot;:30.39368696452207},&quot;format&quot;:&quot;BETTER_TEXT&quot;,&quot;verticalAlign&quot;:&quot;TOP&quot;},&quot;isLocked&quot;:false,&quot;parent&quot;:{&quot;type&quot;:&quot;CHILD&quot;,&quot;parentId&quot;:&quot;4603c420-4925-45a8-9d3b-f9d0a8d1e630&quot;,&quot;order&quot;:&quot;9999975&quot;}},&quot;19df921c-e4a7-4b9a-9043-4e8dcf15edca&quot;:{&quot;type&quot;:&quot;FIGURE_OBJECT&quot;,&quot;id&quot;:&quot;19df921c-e4a7-4b9a-9043-4e8dcf15edca&quot;,&quot;relativeTransform&quot;:{&quot;translate&quot;:{&quot;x&quot;:-536.2880529482063,&quot;y&quot;:253.4526783761578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rgba(58,104,174,1)&quot;,&quot;fontWeight&quot;:&quot;bold&quot;,&quot;fontStyle&quot;:&quot;normal&quot;,&quot;decoration&quot;:&quot;none&quot;,&quot;script&quot;:&quot;none&quot;},&quot;range&quot;:[0,15]}],&quot;text&quot;:&quot;Cytotoxic T cell&quot;,&quot;baseStyle&quot;:{&quot;fontFamily&quot;:&quot;Roboto&quot;,&quot;fontSize&quot;:12.85293266383337,&quot;color&quot;:&quot;rgba(58,104,174,1)&quot;,&quot;fontWeight&quot;:&quot;bold&quot;,&quot;fontStyle&quot;:&quot;normal&quot;,&quot;decoration&quot;:&quot;none&quot;,&quot;script&quot;:&quot;none&quot;}}],&quot;verticalAlign&quot;:&quot;TOP&quot;},&quot;size&quot;:{&quot;x&quot;:60.104867391596365,&quot;y&quot;:30.39368696452207},&quot;targetSize&quot;:{&quot;x&quot;:60.104867391596365,&quot;y&quot;:30.39368696452207},&quot;format&quot;:&quot;BETTER_TEXT&quot;,&quot;verticalAlign&quot;:&quot;TOP&quot;},&quot;isLocked&quot;:false,&quot;parent&quot;:{&quot;type&quot;:&quot;CHILD&quot;,&quot;parentId&quot;:&quot;4603c420-4925-45a8-9d3b-f9d0a8d1e630&quot;,&quot;order&quot;:&quot;999999&quot;}},&quot;bdfaa0be-9b45-4edb-8b93-ab1c7316b8df&quot;:{&quot;id&quot;:&quot;bdfaa0be-9b45-4edb-8b93-ab1c7316b8df&quot;,&quot;type&quot;:&quot;FIGURE_OBJECT&quot;,&quot;relativeTransform&quot;:{&quot;translate&quot;:{&quot;x&quot;:-440.16854453388584,&quot;y&quot;:-247.735771418292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39]}],&quot;text&quot;:&quot;Tumor-derived peptide presented on MHC-I&quot;}],&quot;_lastCaretLocation&quot;:{&quot;lineIndex&quot;:0,&quot;runIndex&quot;:-1,&quot;charIndex&quot;:-1,&quot;endOfLine&quot;:true}},&quot;format&quot;:&quot;BETTER_TEXT&quot;,&quot;size&quot;:{&quot;x&quot;:196.68750018399606,&quot;y&quot;:44.31576284194316},&quot;targetSize&quot;:{&quot;x&quot;:196.68750018399606,&quot;y&quot;:44.31576284194316}},&quot;parent&quot;:{&quot;type&quot;:&quot;CHILD&quot;,&quot;parentId&quot;:&quot;4603c420-4925-45a8-9d3b-f9d0a8d1e630&quot;,&quot;order&quot;:&quot;99998&quot;}},&quot;731455b3-11e9-4c04-9dfc-524662e6f2f2&quot;:{&quot;id&quot;:&quot;731455b3-11e9-4c04-9dfc-524662e6f2f2&quot;,&quot;type&quot;:&quot;FIGURE_OBJECT&quot;,&quot;relativeTransform&quot;:{&quot;translate&quot;:{&quot;x&quot;:-0.00012899021956513934,&quot;y&quot;:-307.104198020746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},&quot;range&quot;:[0,39]}],&quot;text&quot;:&quot;Tumor antigens are often poor immunogens&quot;}],&quot;_lastCaretLocation&quot;:{&quot;lineIndex&quot;:0,&quot;runIndex&quot;:-1,&quot;charIndex&quot;:-1,&quot;endOfLine&quot;:true}},&quot;format&quot;:&quot;BETTER_TEXT&quot;,&quot;size&quot;:{&quot;x&quot;:745.468738153247,&quot;y&quot;:45.74200080532491},&quot;targetSize&quot;:{&quot;x&quot;:745.468738153247,&quot;y&quot;:45.74200080532491}},&quot;parent&quot;:{&quot;type&quot;:&quot;CHILD&quot;,&quot;parentId&quot;:&quot;4603c420-4925-45a8-9d3b-f9d0a8d1e630&quot;,&quot;order&quot;:&quot;9998&quot;}},&quot;e622af32-cefc-404f-b255-158cfe37ab60&quot;:{&quot;id&quot;:&quot;e622af32-cefc-404f-b255-158cfe37ab60&quot;,&quot;type&quot;:&quot;FIGURE_OBJECT&quot;,&quot;relativeTransform&quot;:{&quot;translate&quot;:{&quot;x&quot;:-440.1682064922158,&quot;y&quot;:-258.90618296053265},&quot;rotate&quot;:0,&quot;skewX&quot;:0,&quot;scale&quot;:{&quot;x&quot;:1,&quot;y&quot;:1}},&quot;text&quot;:{&quot;textData&quot;:{&quot;lineSpacing&quot;:&quot;double&quot;,&quot;alignment&quot;:&quot;left&quot;,&quot;verticalAlign&quot;:&quot;TOP&quot;,&quot;lines&quot;:[{&quot;runs&quot;:[{&quot;style&quot;:{&quot;fontFamily&quot;:&quot;Roboto&quot;,&quot;fontSize&quot;:42.656,&quot;color&quot;:&quot;rgba(23,23,23,1)&quot;,&quot;fontWeight&quot;:&quot;bold&quot;,&quot;fontStyle&quot;:&quot;normal&quot;,&quot;decoration&quot;:&quot;none&quot;,&quot;script&quot;:&quot;none&quot;},&quot;range&quot;:[0,0]}],&quot;text&quot;:&quot; &quot;}],&quot;_lastCaretLocation&quot;:{&quot;lineIndex&quot;:0,&quot;runIndex&quot;:-1,&quot;charIndex&quot;:-1,&quot;endOfLine&quot;:true}},&quot;format&quot;:&quot;BETTER_TEXT&quot;,&quot;size&quot;:{&quot;x&quot;:151.40518223602655,&quot;y&quot;:50.653999999999996},&quot;targetSize&quot;:{&quot;x&quot;:151.40518223602655,&quot;y&quot;:50.653999999999996}},&quot;parent&quot;:{&quot;type&quot;:&quot;CHILD&quot;,&quot;parentId&quot;:&quot;4603c420-4925-45a8-9d3b-f9d0a8d1e630&quot;,&quot;order&quot;:&quot;9997&quot;}},&quot;212f5321-8019-4631-a549-a902062d4945&quot;:{&quot;id&quot;:&quot;212f5321-8019-4631-a549-a902062d494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4603c420-4925-45a8-9d3b-f9d0a8d1e630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db04fbed-544d-4234-8de4-60019e1a748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b04fbed-544d-4234-8de4-60019e1a7481&quot;:{&quot;type&quot;:&quot;FIGURE_OBJECT&quot;,&quot;id&quot;:&quot;db04fbed-544d-4234-8de4-60019e1a7481&quot;,&quot;parent&quot;:{&quot;type&quot;:&quot;CHILD&quot;,&quot;parentId&quot;:&quot;4603c420-4925-45a8-9d3b-f9d0a8d1e630&quot;,&quot;order&quot;:&quot;999991&quot;},&quot;relativeTransform&quot;:{&quot;translate&quot;:{&quot;x&quot;:30.90908958410546,&quot;y&quot;:-16.52872653229423},&quot;rotate&quot;:0,&quot;skewX&quot;:0,&quot;scale&quot;:{&quot;x&quot;:1,&quot;y&quot;:1}}},&quot;c0e92a6d-5154-45c8-8661-dc4c8a48d1ce&quot;:{&quot;type&quot;:&quot;FIGURE_OBJECT&quot;,&quot;id&quot;:&quot;c0e92a6d-5154-45c8-8661-dc4c8a48d1ce&quot;,&quot;parent&quot;:{&quot;type&quot;:&quot;CHILD&quot;,&quot;parentId&quot;:&quot;db04fbed-544d-4234-8de4-60019e1a7481&quot;,&quot;order&quot;:&quot;1&quot;},&quot;relativeTransform&quot;:{&quot;translate&quot;:{&quot;x&quot;:32.14946020281877,&quot;y&quot;:71.36762368411043},&quot;rotate&quot;:0,&quot;skewX&quot;:0,&quot;scale&quot;:{&quot;x&quot;:1,&quot;y&quot;:1}}},&quot;488d6af0-dbd3-40e0-a7b0-e1d30edfba32&quot;:{&quot;relativeTransform&quot;:{&quot;translate&quot;:{&quot;x&quot;:-583.9864970682712,&quot;y&quot;:-45.34285603587814},&quot;rotate&quot;:0},&quot;type&quot;:&quot;FIGURE_OBJECT&quot;,&quot;id&quot;:&quot;488d6af0-dbd3-40e0-a7b0-e1d30edfba32&quot;,&quot;parent&quot;:{&quot;type&quot;:&quot;CHILD&quot;,&quot;parentId&quot;:&quot;c0e92a6d-5154-45c8-8661-dc4c8a48d1ce&quot;,&quot;order&quot;:&quot;2&quot;},&quot;name&quot;:&quot;Cancer cell (editable)&quot;,&quot;displayName&quot;:&quot;Cancer cell (editable)&quot;,&quot;source&quot;:{&quot;id&quot;:&quot;668d61842f2228e490797376&quot;,&quot;type&quot;:&quot;ASSETS&quot;},&quot;isPremium&quot;:true},&quot;5f479bd2-fdac-4080-b325-59c22dc323f6&quot;:{&quot;type&quot;:&quot;FIGURE_OBJECT&quot;,&quot;id&quot;:&quot;5f479bd2-fdac-4080-b325-59c22dc323f6&quot;,&quot;path&quot;:{&quot;type&quot;:&quot;POLY_LINE&quot;,&quot;points&quot;:[{&quot;x&quot;:-550.2627758495408,&quot;y&quot;:68.69980675591235},{&quot;x&quot;:-560.5156870847468,&quot;y&quot;:60.94372580610498},{&quot;x&quot;:-558.7149863616839,&quot;y&quot;:55.767514049621305},{&quot;x&quot;:-546.3298143219092,&quot;y&quot;:55.767514049621305},{&quot;x&quot;:-542.5563090061021,&quot;y&quot;:44.15706626038664},{&quot;x&quot;:-535.4097761992786,&quot;y&quot;:37.191751245454306},{&quot;x&quot;:-531.2627880923313,&quot;y&quot;:27.67338506559547},{&quot;x&quot;:-519.093796026492,&quot;y&quot;:27.67338506559547},{&quot;x&quot;:-514.4719723632312,&quot;y&quot;:18.037915882148873},{&quot;x&quot;:-504.60958109948945,&quot;y&quot;:26.05356173855919},{&quot;x&quot;:-496.9536185832583,&quot;y&quot;:24.585692745872606},{&quot;x&quot;:-491.45728463251385,&quot;y&quot;:14.973047544052898},{&quot;x&quot;:-486.4536725542996,&quot;y&quot;:14.973047544052898},{&quot;x&quot;:-476.71329824149194,&quot;y&quot;:26.342174076069515},{&quot;x&quot;:-471.33430568548175,&quot;y&quot;:23.9298121188126},{&quot;x&quot;:-466.75391102953796,&quot;y&quot;:30.232717755092633},{&quot;x&quot;:-453.5173111043803,&quot;y&quot;:36.62892448387953},{&quot;x&quot;:-445.36680255853526,&quot;y&quot;:44.1536774581596},{&quot;x&quot;:-433.57476658256354,&quot;y&quot;:46.48862926023056},{&quot;x&quot;:-435.9758615069089,&quot;y&quot;:53.30517175948223},{&quot;x&quot;:-435.9758615069089,&quot;y&quot;:60.121003252238175},{&quot;x&quot;:-429.9986052357677,&quot;y&quot;:67.4226705332259},{&quot;x&quot;:-437.1843073616176,&quot;y&quot;:74.80763064487006},{&quot;x&quot;:-427.54215039309025,&quot;y&quot;:83.38534963256974},{&quot;x&quot;:-432.51100430116526,&quot;y&quot;:92.01864011733608},{&quot;x&quot;:-430.7160419508544,&quot;y&quot;:98.532518257543},{&quot;x&quot;:-428.3470330639088,&quot;y&quot;:103.79193581254643},{&quot;x&quot;:-433.5378388786039,&quot;y&quot;:107.41445718595139},{&quot;x&quot;:-440.32809349543794,&quot;y&quot;:124.38989999334025},{&quot;x&quot;:-453.2713961976513,&quot;y&quot;:130.11607387487066},{&quot;x&quot;:-456.7280185071233,&quot;y&quot;:137.5338005952234},{&quot;x&quot;:-459.84741990645784,&quot;y&quot;:140.09736254447142},{&quot;x&quot;:-463.91793521958823,&quot;y&quot;:140.09736254447142},{&quot;x&quot;:-473.40437791436005,&quot;y&quot;:141.50440783721976},{&quot;x&quot;:-483.0797239058139,&quot;y&quot;:141.50440783721976},{&quot;x&quot;:-488.63683296985346,&quot;y&quot;:143.71427341323832},{&quot;x&quot;:-494.2724170060256,&quot;y&quot;:145.18041604118935},{&quot;x&quot;:-506.92761502362805,&quot;y&quot;:143.0959631249049},{&quot;x&quot;:-515.5082812171491,&quot;y&quot;:146.8648640313994},{&quot;x&quot;:-520.9076380325183,&quot;y&quot;:136.58839835320168},{&quot;x&quot;:-530.7013227001984,&quot;y&quot;:138.79934511592663},{&quot;x&quot;:-533.7742177994177,&quot;y&quot;:128.79327715816936},{&quot;x&quot;:-541.2057058483329,&quot;y&quot;:123.39178063425652},{&quot;x&quot;:-551.7904796248738,&quot;y&quot;:119.50506707321716},{&quot;x&quot;:-551.7904796248738,&quot;y&quot;:112.45549573699418},{&quot;x&quot;:-554.8322314080061,&quot;y&quot;:107.8305774076661},{&quot;x&quot;:-550.2419951286807,&quot;y&quot;:101.92642250310408},{&quot;x&quot;:-553.8888670636456,&quot;y&quot;:88.299256815638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29, 235, 251, 1)&quot;},{&quot;type&quot;:&quot;STROKE&quot;,&quot;strokeStyle&quot;:&quot;rgba(79, 96, 156, 1)&quot;,&quot;lineWidth&quot;:2.147047997252762,&quot;lineJoin&quot;:&quot;round&quot;}],&quot;relativeTransform&quot;:{&quot;translate&quot;:{&quot;x&quot;:567.1758609587399,&quot;y&quot;:-219.48436581372724},&quot;rotate&quot;:0},&quot;parent&quot;:{&quot;type&quot;:&quot;CHILD&quot;,&quot;parentId&quot;:&quot;488d6af0-dbd3-40e0-a7b0-e1d30edfba32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15e333bd-06f9-4fbe-b357-ee28c10d9c7b&quot;:{&quot;type&quot;:&quot;FIGURE_OBJECT&quot;,&quot;id&quot;:&quot;15e333bd-06f9-4fbe-b357-ee28c10d9c7b&quot;,&quot;path&quot;:{&quot;type&quot;:&quot;POLY_LINE&quot;,&quot;points&quot;:[{&quot;x&quot;:-591.1817933765112,&quot;y&quot;:98.27817626414988},{&quot;x&quot;:-581.0569742033118,&quot;y&quot;:95.46079777724256},{&quot;x&quot;:-572.0706272114766,&quot;y&quot;:97.48480759765923},{&quot;x&quot;:-559.4412135397448,&quot;y&quot;:97.48480759765923},{&quot;x&quot;:-551.9094606303065,&quot;y&quot;:105.9122081352062},{&quot;x&quot;:-543.4922596950395,&quot;y&quot;:113.5630045001355},{&quot;x&quot;:-540.3085425743172,&quot;y&quot;:132.01516760872653},{&quot;x&quot;:-544.124834777192,&quot;y&quot;:141.94385084639887},{&quot;x&quot;:-546.0289514439967,&quot;y&quot;:160.18668287924152},{&quot;x&quot;:-552.3962403519921,&quot;y&quot;:166.21552766514276},{&quot;x&quot;:-564.0977732632971,&quot;y&quot;:169.62820026551796},{&quot;x&quot;:-571.6308121453961,&quot;y&quot;:174.5221992051557},{&quot;x&quot;:-583.318215414528,&quot;y&quot;:168.76504369492244},{&quot;x&quot;:-597.2324156646665,&quot;y&quot;:168.76504369492244},{&quot;x&quot;:-602.9462678460135,&quot;y&quot;:159.7052312204747},{&quot;x&quot;:-602.9462678460135,&quot;y&quot;:148.81716569444987},{&quot;x&quot;:-607.0942632132164,&quot;y&quot;:136.5932004175265},{&quot;x&quot;:-604.6721835926801,&quot;y&quot;:124.77207152710216},{&quot;x&quot;:-602.2477766735744,&quot;y&quot;:109.81964741372089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07, 213, 232, 1)&quot;},{&quot;type&quot;:&quot;STROKE&quot;,&quot;strokeStyle&quot;:&quot;rgba(50, 64, 104, 1)&quot;,&quot;lineWidth&quot;:1.431365331501841,&quot;lineJoin&quot;:&quot;round&quot;}],&quot;relativeTransform&quot;:{&quot;translate&quot;:{&quot;x&quot;:-69.18930685895822,&quot;y&quot;:-699.7923280042775},&quot;rotate&quot;:-1.5707963267948966},&quot;parent&quot;:{&quot;type&quot;:&quot;CHILD&quot;,&quot;parentId&quot;:&quot;488d6af0-dbd3-40e0-a7b0-e1d30edfba32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a3858263-8ab9-4e5a-acd1-1cf167bdb4f8&quot;:{&quot;type&quot;:&quot;FIGURE_OBJECT&quot;,&quot;id&quot;:&quot;a3858263-8ab9-4e5a-acd1-1cf167bdb4f8&quot;,&quot;parent&quot;:{&quot;type&quot;:&quot;CHILD&quot;,&quot;parentId&quot;:&quot;488d6af0-dbd3-40e0-a7b0-e1d30edfba32&quot;,&quot;order&quot;:&quot;7&quot;},&quot;relativeTransform&quot;:{&quot;translate&quot;:{&quot;x&quot;:567.3189974918902,&quot;y&quot;:-224.7415334297671},&quot;rotate&quot;:0}},&quot;53f13fa6-3087-493d-9140-c3e65445ea29&quot;:{&quot;type&quot;:&quot;FIGURE_OBJECT&quot;,&quot;id&quot;:&quot;53f13fa6-3087-493d-9140-c3e65445ea29&quot;,&quot;relativeTransform&quot;:{&quot;translate&quot;:{&quot;x&quot;:-526.0224652309321,&quot;y&quot;:49.1673991370882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02&quot;}},&quot;2eec8c3a-8e89-4977-be26-d043edc7ce45&quot;:{&quot;type&quot;:&quot;FIGURE_OBJECT&quot;,&quot;id&quot;:&quot;2eec8c3a-8e89-4977-be26-d043edc7ce45&quot;,&quot;relativeTransform&quot;:{&quot;translate&quot;:{&quot;x&quot;:-539.4772993470494,&quot;y&quot;:107.8533777286637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05&quot;}},&quot;a6cca718-33b5-421d-85b0-739b6d35d70c&quot;:{&quot;type&quot;:&quot;FIGURE_OBJECT&quot;,&quot;id&quot;:&quot;a6cca718-33b5-421d-85b0-739b6d35d70c&quot;,&quot;relativeTransform&quot;:{&quot;translate&quot;:{&quot;x&quot;:-492.5285164737891,&quot;y&quot;:128.89444810174086},&quot;rotate&quot;:0},&quot;opacity&quot;:1,&quot;path&quot;:{&quot;type&quot;:&quot;ELLIPSE&quot;,&quot;size&quot;:{&quot;x&quot;:2.433321063553118,&quot;y&quot;:2.576457596703286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07&quot;}},&quot;798d4b6d-4e03-4594-a174-792271bbe129&quot;:{&quot;type&quot;:&quot;FIGURE_OBJECT&quot;,&quot;id&quot;:&quot;798d4b6d-4e03-4594-a174-792271bbe129&quot;,&quot;relativeTransform&quot;:{&quot;translate&quot;:{&quot;x&quot;:-477.42761222644447,&quot;y&quot;:137.91204969020242},&quot;rotate&quot;:0},&quot;opacity&quot;:1,&quot;path&quot;:{&quot;type&quot;:&quot;ELLIPSE&quot;,&quot;size&quot;:{&quot;x&quot;:3.435276795604459,&quot;y&quot;:3.721549861904761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1&quot;}},&quot;2d8338d2-43c4-49b0-9686-2ab8dc846bd1&quot;:{&quot;type&quot;:&quot;FIGURE_OBJECT&quot;,&quot;id&quot;:&quot;2d8338d2-43c4-49b0-9686-2ab8dc846bd1&quot;,&quot;relativeTransform&quot;:{&quot;translate&quot;:{&quot;x&quot;:-472.13156049988766,&quot;y&quot;:112.3621785228945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12&quot;}},&quot;4cd57856-8592-4413-92ff-98f79a520b07&quot;:{&quot;type&quot;:&quot;FIGURE_OBJECT&quot;,&quot;id&quot;:&quot;4cd57856-8592-4413-92ff-98f79a520b07&quot;,&quot;relativeTransform&quot;:{&quot;translate&quot;:{&quot;x&quot;:-473.27665276508907,&quot;y&quot;:77.1505913679492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15&quot;}},&quot;020cbe71-3bce-4354-adde-76f4d774acd1&quot;:{&quot;type&quot;:&quot;FIGURE_OBJECT&quot;,&quot;id&quot;:&quot;020cbe71-3bce-4354-adde-76f4d774acd1&quot;,&quot;relativeTransform&quot;:{&quot;translate&quot;:{&quot;x&quot;:-524.5195316328551,&quot;y&quot;:64.66336021592718},&quot;rotate&quot;:0},&quot;opacity&quot;:1,&quot;path&quot;:{&quot;type&quot;:&quot;ELLIPSE&quot;,&quot;size&quot;:{&quot;x&quot;:2.862730663003678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2&quot;}},&quot;e2557d92-ab40-458a-befb-4cdfc09f78af&quot;:{&quot;type&quot;:&quot;FIGURE_OBJECT&quot;,&quot;id&quot;:&quot;e2557d92-ab40-458a-befb-4cdfc09f78af&quot;,&quot;relativeTransform&quot;:{&quot;translate&quot;:{&quot;x&quot;:-509.6333321852359,&quot;y&quot;:53.14086929733738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22&quot;}},&quot;0ac684b7-d5a2-4736-8041-d42d521de57d&quot;:{&quot;type&quot;:&quot;FIGURE_OBJECT&quot;,&quot;id&quot;:&quot;0ac684b7-d5a2-4736-8041-d42d521de57d&quot;,&quot;relativeTransform&quot;:{&quot;translate&quot;:{&quot;x&quot;:-538.2606388152727,&quot;y&quot;:78.1897625986196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25&quot;}},&quot;d114ca5b-42c0-465d-b1e9-6e02573d0c0f&quot;:{&quot;type&quot;:&quot;FIGURE_OBJECT&quot;,&quot;id&quot;:&quot;d114ca5b-42c0-465d-b1e9-6e02573d0c0f&quot;,&quot;relativeTransform&quot;:{&quot;translate&quot;:{&quot;x&quot;:-461.3963205136238,&quot;y&quot;:89.78382178378453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3&quot;}},&quot;256ad87e-a943-4c75-bc95-1ef9313baa90&quot;:{&quot;type&quot;:&quot;FIGURE_OBJECT&quot;,&quot;id&quot;:&quot;256ad87e-a943-4c75-bc95-1ef9313baa90&quot;,&quot;relativeTransform&quot;:{&quot;translate&quot;:{&quot;x&quot;:-508.917649519485,&quot;y&quot;:134.22771532691675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35&quot;}},&quot;05c95456-769d-4d67-9b04-b7c995cc48c8&quot;:{&quot;type&quot;:&quot;FIGURE_OBJECT&quot;,&quot;id&quot;:&quot;05c95456-769d-4d67-9b04-b7c995cc48c8&quot;,&quot;relativeTransform&quot;:{&quot;translate&quot;:{&quot;x&quot;:-533.5371332213167,&quot;y&quot;:117.7670140146456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4&quot;}},&quot;708e04bf-ab52-4226-9fc0-f6f95993397c&quot;:{&quot;type&quot;:&quot;FIGURE_OBJECT&quot;,&quot;id&quot;:&quot;708e04bf-ab52-4226-9fc0-f6f95993397c&quot;,&quot;relativeTransform&quot;:{&quot;translate&quot;:{&quot;x&quot;:-462.9708223782759,&quot;y&quot;:123.99345320667867},&quot;rotate&quot;:0},&quot;opacity&quot;:1,&quot;path&quot;:{&quot;type&quot;:&quot;ELLIPSE&quot;,&quot;size&quot;:{&quot;x&quot;:2.8627306630037923,&quot;y&quot;:2.86273066300369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&quot;}},&quot;444f1767-51d1-4cd5-bea8-5fa54a9cfe34&quot;:{&quot;type&quot;:&quot;FIGURE_OBJECT&quot;,&quot;id&quot;:&quot;444f1767-51d1-4cd5-bea8-5fa54a9cfe34&quot;,&quot;relativeTransform&quot;:{&quot;translate&quot;:{&quot;x&quot;:-446.1522797331292,&quot;y&quot;:104.813157764554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2&quot;}},&quot;ed8121be-ca7d-49ee-ade3-14e4bec813c6&quot;:{&quot;type&quot;:&quot;FIGURE_OBJECT&quot;,&quot;id&quot;:&quot;ed8121be-ca7d-49ee-ade3-14e4bec813c6&quot;,&quot;relativeTransform&quot;:{&quot;translate&quot;:{&quot;x&quot;:-498.826523932397,&quot;y&quot;:62.0153343526489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5&quot;}},&quot;42a40abd-ef1b-43ad-8361-2083efef0dd5&quot;:{&quot;type&quot;:&quot;FIGURE_OBJECT&quot;,&quot;id&quot;:&quot;42a40abd-ef1b-43ad-8361-2083efef0dd5&quot;,&quot;relativeTransform&quot;:{&quot;translate&quot;:{&quot;x&quot;:-482.07954955382525,&quot;y&quot;:49.4193194354327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57&quot;}},&quot;d53d4d59-1598-401f-8886-49e1e196f30b&quot;:{&quot;type&quot;:&quot;FIGURE_OBJECT&quot;,&quot;id&quot;:&quot;d53d4d59-1598-401f-8886-49e1e196f30b&quot;,&quot;relativeTransform&quot;:{&quot;translate&quot;:{&quot;x&quot;:-481.2207303549243,&quot;y&quot;:48.7036367696818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6&quot;}},&quot;35a11ad0-b9d1-44a0-9429-2a6c3f2ffd7a&quot;:{&quot;type&quot;:&quot;FIGURE_OBJECT&quot;,&quot;id&quot;:&quot;35a11ad0-b9d1-44a0-9429-2a6c3f2ffd7a&quot;,&quot;relativeTransform&quot;:{&quot;translate&quot;:{&quot;x&quot;:-454.5257669224149,&quot;y&quot;:69.88784367590905},&quot;rotate&quot;:0},&quot;opacity&quot;:1,&quot;path&quot;:{&quot;type&quot;:&quot;ELLIPSE&quot;,&quot;size&quot;:{&quot;x&quot;:3.1490037293041544,&quot;y&quot;:3.435276795604430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62&quot;}},&quot;b1003e80-f0e4-474a-9f57-f4a25cc21155&quot;:{&quot;type&quot;:&quot;FIGURE_OBJECT&quot;,&quot;id&quot;:&quot;b1003e80-f0e4-474a-9f57-f4a25cc21155&quot;,&quot;relativeTransform&quot;:{&quot;translate&quot;:{&quot;x&quot;:-452.8796967911878,&quot;y&quot;:49.20461463570746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65&quot;}},&quot;1a94078d-0e87-4431-81cc-82d574296100&quot;:{&quot;type&quot;:&quot;FIGURE_OBJECT&quot;,&quot;id&quot;:&quot;1a94078d-0e87-4431-81cc-82d574296100&quot;,&quot;relativeTransform&quot;:{&quot;translate&quot;:{&quot;x&quot;:-447.01109893203034,&quot;y&quot;:87.13579592050625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7&quot;}},&quot;86290676-d5b1-4fe6-8fbd-f25c7c9bcc82&quot;:{&quot;type&quot;:&quot;FIGURE_OBJECT&quot;,&quot;id&quot;:&quot;86290676-d5b1-4fe6-8fbd-f25c7c9bcc82&quot;,&quot;relativeTransform&quot;:{&quot;translate&quot;:{&quot;x&quot;:-462.3267079791001,&quot;y&quot;:104.19266089334793},&quot;rotate&quot;:0},&quot;opacity&quot;:1,&quot;path&quot;:{&quot;type&quot;:&quot;ELLIPSE&quot;,&quot;size&quot;:{&quot;x&quot;:2.1470479972528382,&quot;y&quot;:2.194283053192336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72&quot;}},&quot;6c3086ab-66fd-44d4-b49b-db455d715663&quot;:{&quot;type&quot;:&quot;FIGURE_OBJECT&quot;,&quot;id&quot;:&quot;6c3086ab-66fd-44d4-b49b-db455d715663&quot;,&quot;relativeTransform&quot;:{&quot;translate&quot;:{&quot;x&quot;:-439.2101578753453,&quot;y&quot;:94.6025131722856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75&quot;}},&quot;c197b5d6-c669-44ae-8593-cce6cb168c48&quot;:{&quot;type&quot;:&quot;FIGURE_OBJECT&quot;,&quot;id&quot;:&quot;c197b5d6-c669-44ae-8593-cce6cb168c48&quot;,&quot;relativeTransform&quot;:{&quot;translate&quot;:{&quot;x&quot;:-465.8335530412797,&quot;y&quot;:46.93804763327429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8&quot;}},&quot;fbb00e8f-5926-4045-b4d3-bc9f53c195a0&quot;:{&quot;type&quot;:&quot;FIGURE_OBJECT&quot;,&quot;id&quot;:&quot;fbb00e8f-5926-4045-b4d3-bc9f53c195a0&quot;,&quot;relativeTransform&quot;:{&quot;translate&quot;:{&quot;x&quot;:-487.4471695469574,&quot;y&quot;:34.342032716058085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85&quot;}},&quot;c43d9b7a-07bf-48eb-b527-69c121e53d2b&quot;:{&quot;type&quot;:&quot;FIGURE_OBJECT&quot;,&quot;id&quot;:&quot;c43d9b7a-07bf-48eb-b527-69c121e53d2b&quot;,&quot;relativeTransform&quot;:{&quot;translate&quot;:{&quot;x&quot;:-478.4295679584958,&quot;y&quot;:63.255612412395294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a3858263-8ab9-4e5a-acd1-1cf167bdb4f8&quot;,&quot;order&quot;:&quot;9&quot;}},&quot;3c824b08-d659-46ac-b2b1-3bd2ce9bf31f&quot;:{&quot;type&quot;:&quot;FIGURE_OBJECT&quot;,&quot;id&quot;:&quot;3c824b08-d659-46ac-b2b1-3bd2ce9bf31f&quot;,&quot;parent&quot;:{&quot;type&quot;:&quot;CHILD&quot;,&quot;parentId&quot;:&quot;c0e92a6d-5154-45c8-8661-dc4c8a48d1ce&quot;,&quot;order&quot;:&quot;5&quot;},&quot;relativeTransform&quot;:{&quot;translate&quot;:{&quot;x&quot;:-495.38402143735925,&quot;y&quot;:-162.48299195646837},&quot;rotate&quot;:0}},&quot;4a52ff39-3e7c-445e-8fa2-a7e6eb54104f&quot;:{&quot;id&quot;:&quot;4a52ff39-3e7c-445e-8fa2-a7e6eb54104f&quot;,&quot;name&quot;:&quot;DNA mutation (symbol) &quot;,&quot;displayName&quot;:&quot;&quot;,&quot;type&quot;:&quot;FIGURE_OBJECT&quot;,&quot;relativeTransform&quot;:{&quot;translate&quot;:{&quot;x&quot;:-24.886976383655853,&quot;y&quot;:-11.885054735217484},&quot;rotate&quot;:0,&quot;skewX&quot;:0,&quot;scale&quot;:{&quot;x&quot;:0.7438943251440696,&quot;y&quot;:0.74389432514407}},&quot;image&quot;:{&quot;url&quot;:&quot;https://icons.cdn.biorender.com/biorender/6329d2fa8dc9890028b7aaf9/20220920145122/image/6329d2fa8dc9890028b7aaf9.png&quot;,&quot;isPremium&quot;:false,&quot;isOrgIcon&quot;:false,&quot;size&quot;:{&quot;x&quot;:150,&quot;y&quot;:50.89820359281437}},&quot;source&quot;:{&quot;id&quot;:&quot;6329d2fa8dc9890028b7aaf9&quot;,&quot;version&quot;:&quot;20220920145122&quot;,&quot;type&quot;:&quot;ASSETS&quot;},&quot;isPremium&quot;:false,&quot;parent&quot;:{&quot;type&quot;:&quot;CHILD&quot;,&quot;parentId&quot;:&quot;3c824b08-d659-46ac-b2b1-3bd2ce9bf31f&quot;,&quot;order&quot;:&quot;2&quot;}},&quot;8c0779fc-8c57-4490-ac8e-9f4b896d3c4a&quot;:{&quot;type&quot;:&quot;FIGURE_OBJECT&quot;,&quot;id&quot;:&quot;8c0779fc-8c57-4490-ac8e-9f4b896d3c4a&quot;,&quot;relativeTransform&quot;:{&quot;translate&quot;:{&quot;x&quot;:-24.458877521654717,&quot;y&quot;:-16.6969341712724},&quot;rotate&quot;:-2.7101412947109007,&quot;skewX&quot;:3.357316391060984e-16},&quot;opacity&quot;:1,&quot;path&quot;:{&quot;type&quot;:&quot;RECT&quot;,&quot;size&quot;:{&quot;x&quot;:-7.533966537199702,&quot;y&quot;:2.0362070103346412},&quot;cornerRounding&quot;:{&quot;type&quot;:&quot;ARC_LENGTH&quot;,&quot;global&quot;:3.1984666551100784}},&quot;pathStyles&quot;:[{&quot;type&quot;:&quot;FILL&quot;,&quot;fillStyle&quot;:&quot;#DA291C&quot;},{&quot;type&quot;:&quot;STROKE&quot;,&quot;strokeStyle&quot;:&quot;#DA291C&quot;,&quot;lineWidth&quot;:0.814482845560591,&quot;lineJoin&quot;:&quot;round&quot;}],&quot;isLocked&quot;:false,&quot;parent&quot;:{&quot;type&quot;:&quot;CHILD&quot;,&quot;parentId&quot;:&quot;3c824b08-d659-46ac-b2b1-3bd2ce9bf31f&quot;,&quot;order&quot;:&quot;5&quot;}},&quot;509a3ed2-3eb6-4d80-bb91-bc0d85ce54df&quot;:{&quot;type&quot;:&quot;FIGURE_OBJECT&quot;,&quot;id&quot;:&quot;509a3ed2-3eb6-4d80-bb91-bc0d85ce54df&quot;,&quot;parent&quot;:{&quot;type&quot;:&quot;CROP&quot;,&quot;parentId&quot;:&quot;3c824b08-d659-46ac-b2b1-3bd2ce9bf31f&quot;,&quot;order&quot;:&quot;5&quot;},&quot;relativeTransform&quot;:{&quot;translate&quot;:{&quot;x&quot;:-25.234114684848073,&quot;y&quot;:-11.885054735217484},&quot;rotate&quot;:0,&quot;skewX&quot;:0,&quot;scale&quot;:{&quot;x&quot;:32.478198560452036,&quot;y&quot;:19.338683829141353}},&quot;path&quot;:{&quot;type&quot;:&quot;RECT&quot;,&quot;size&quot;:{&quot;x&quot;:2,&quot;y&quot;:2}},&quot;pathStyles&quot;:[{&quot;type&quot;:&quot;FILL&quot;,&quot;fillStyle&quot;:&quot;#fff&quot;}],&quot;isFrozen&quot;:true},&quot;9b7c6f46-b1d2-4be3-a2cb-e2ca7b5e3562&quot;:{&quot;type&quot;:&quot;FIGURE_OBJECT&quot;,&quot;id&quot;:&quot;9b7c6f46-b1d2-4be3-a2cb-e2ca7b5e3562&quot;,&quot;relativeTransform&quot;:{&quot;translate&quot;:{&quot;x&quot;:-501.8612399705841,&quot;y&quot;:-380.6480724508609},&quot;rotate&quot;:-0.8805773050122738,&quot;skewX&quot;:-2.775557561562893e-16,&quot;scale&quot;:{&quot;x&quot;:0.9999999999999997,&quot;y&quot;:1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(107, 21, 25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db04fbed-544d-4234-8de4-60019e1a7481&quot;,&quot;order&quot;:&quot;6&quot;}},&quot;c5dadb5f-0f2b-496c-bfb3-8ed54bdb1996&quot;:{&quot;type&quot;:&quot;FIGURE_OBJECT&quot;,&quot;id&quot;:&quot;c5dadb5f-0f2b-496c-bfb3-8ed54bdb1996&quot;,&quot;parent&quot;:{&quot;type&quot;:&quot;CHILD&quot;,&quot;parentId&quot;:&quot;db04fbed-544d-4234-8de4-60019e1a7481&quot;,&quot;order&quot;:&quot;5&quot;},&quot;relativeTransform&quot;:{&quot;translate&quot;:{&quot;x&quot;:-336.4331020321522,&quot;y&quot;:-318.9316745295706},&quot;rotate&quot;:0,&quot;skewX&quot;:0,&quot;scale&quot;:{&quot;x&quot;:1,&quot;y&quot;:1}}},&quot;d0a50f65-8937-4bd3-96ab-b88c9dfc3377&quot;:{&quot;type&quot;:&quot;FIGURE_OBJECT&quot;,&quot;id&quot;:&quot;d0a50f65-8937-4bd3-96ab-b88c9dfc3377&quot;,&quot;relativeTransform&quot;:{&quot;translate&quot;:{&quot;x&quot;:-142.88376500815622,&quot;y&quot;:159.44220706107689},&quot;rotate&quot;:0},&quot;opacity&quot;:1,&quot;path&quot;:{&quot;type&quot;:&quot;ELLIPSE&quot;,&quot;size&quot;:{&quot;x&quot;:19.979145983920954,&quot;y&quot;:20.386883657062203}},&quot;isLocked&quot;:false,&quot;pathStyles&quot;:[{&quot;type&quot;:&quot;FILL&quot;,&quot;fillStyle&quot;:{&quot;type&quot;:&quot;radial&quot;,&quot;colorStops&quot;:{&quot;0.172&quot;:&quot;rgba(162, 40, 40, 0.35)&quot;,&quot;0.699&quot;:&quot;rgba(162, 40, 40, 0)&quot;}}},{&quot;type&quot;:&quot;STROKE&quot;,&quot;strokeStyle&quot;:&quot;rgba(0,0,0,0)&quot;,&quot;lineWidth&quot;:0,&quot;lineJoin&quot;:&quot;round&quot;}],&quot;parent&quot;:{&quot;type&quot;:&quot;CHILD&quot;,&quot;parentId&quot;:&quot;c5dadb5f-0f2b-496c-bfb3-8ed54bdb1996&quot;,&quot;order&quot;:&quot;7&quot;}},&quot;9c0d4038-7ae3-4e1d-8f91-ea210cff2359&quot;:{&quot;id&quot;:&quot;9c0d4038-7ae3-4e1d-8f91-ea210cff2359&quot;,&quot;name&quot;:&quot;Polypeptide (soluble)&quot;,&quot;type&quot;:&quot;FIGURE_OBJECT&quot;,&quot;relativeTransform&quot;:{&quot;translate&quot;:{&quot;x&quot;:-143.40139147681677,&quot;y&quot;:165.11266457790396},&quot;rotate&quot;:0,&quot;skewX&quot;:0,&quot;scale&quot;:{&quot;x&quot;:0.2850868045530517,&quot;y&quot;:0.2850868045530517}},&quot;image&quot;:{&quot;url&quot;:&quot;https://icons.biorender.com/biorender/5f60d1616e7ca6002795e424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c5dadb5f-0f2b-496c-bfb3-8ed54bdb1996&quot;,&quot;order&quot;:&quot;2&quot;}},&quot;df909ae4-1e17-4ea8-b313-a33806b97743&quot;:{&quot;id&quot;:&quot;df909ae4-1e17-4ea8-b313-a33806b97743&quot;,&quot;name&quot;:&quot;Polypeptide (soluble)&quot;,&quot;type&quot;:&quot;FIGURE_OBJECT&quot;,&quot;relativeTransform&quot;:{&quot;translate&quot;:{&quot;x&quot;:-143.36803092485962,&quot;y&quot;:165.1127805137926},&quot;rotate&quot;:0,&quot;skewX&quot;:0,&quot;scale&quot;:{&quot;x&quot;:0.2850868045530517,&quot;y&quot;:0.2850868045530517}},&quot;image&quot;:{&quot;url&quot;:&quot;https://icons.biorender.com/biorender/5f60d1616e7ca6002795e42d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c5dadb5f-0f2b-496c-bfb3-8ed54bdb1996&quot;,&quot;order&quot;:&quot;5&quot;},&quot;styles&quot;:{&quot;editable&quot;:[{&quot;styleName&quot;:&quot;GLOW&quot;,&quot;index&quot;:0,&quot;value&quot;:7}]}},&quot;66e25a2f-886b-450d-b518-7b939e38289c&quot;:{&quot;type&quot;:&quot;FIGURE_OBJECT&quot;,&quot;id&quot;:&quot;66e25a2f-886b-450d-b518-7b939e38289c&quot;,&quot;parent&quot;:{&quot;type&quot;:&quot;CROP&quot;,&quot;parentId&quot;:&quot;df909ae4-1e17-4ea8-b313-a33806b97743&quot;,&quot;order&quot;:&quot;5&quot;},&quot;relativeTransform&quot;:{&quot;translate&quot;:{&quot;x&quot;:2.5416795539184704,&quot;y&quot;:-27.95847509310329},&quot;rotate&quot;:0,&quot;skewX&quot;:0,&quot;scale&quot;:{&quot;x&quot;:15.941493977492314,&quot;y&quot;:15.041524906896711}},&quot;path&quot;:{&quot;type&quot;:&quot;RECT&quot;,&quot;size&quot;:{&quot;x&quot;:2,&quot;y&quot;:2}},&quot;pathStyles&quot;:[{&quot;type&quot;:&quot;FILL&quot;,&quot;fillStyle&quot;:&quot;#fff&quot;}],&quot;isFrozen&quot;:true},&quot;d86c43c5-e5cb-4d6e-ba4a-f6afbb12acfc&quot;:{&quot;type&quot;:&quot;FIGURE_OBJECT&quot;,&quot;id&quot;:&quot;d86c43c5-e5cb-4d6e-ba4a-f6afbb12acfc&quot;,&quot;relativeTransform&quot;:{&quot;translate&quot;:{&quot;x&quot;:-317.32467250284566,&quot;y&quot;:-256.2316248721844},&quot;rotate&quot;:0.1855069305576136,&quot;skewX&quot;:2.498001805406602e-16,&quot;scale&quot;:{&quot;x&quot;:1,&quot;y&quot;:1.0000000000000002}},&quot;opacity&quot;:1,&quot;path&quot;:{&quot;type&quot;:&quot;POLY_LINE&quot;,&quot;points&quot;:[{&quot;x&quot;:-135.4875378107911,&quot;y&quot;:126.3722909870913},{&quot;x&quot;:-128.5220896834946,&quot;y&quot;:118.35281009790727},{&quot;x&quot;:-118.08721895524982,&quot;y&quot;:116.36710764515507}],&quot;closed&quot;:false},&quot;pathStyles&quot;:[{&quot;type&quot;:&quot;FILL&quot;,&quot;fillStyle&quot;:&quot;rgba(0,0,0,0)&quot;},{&quot;type&quot;:&quot;STROKE&quot;,&quot;strokeStyle&quot;:&quot;rgba(107, 21, 25, 1)&quot;,&quot;lineWidth&quot;:0.962598624493951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db04fbed-544d-4234-8de4-60019e1a7481&quot;,&quot;order&quot;:&quot;7&quot;}},&quot;4770cb93-8d88-4558-8df9-5bd884466b02&quot;:{&quot;type&quot;:&quot;FIGURE_OBJECT&quot;,&quot;id&quot;:&quot;4770cb93-8d88-4558-8df9-5bd884466b02&quot;,&quot;parent&quot;:{&quot;type&quot;:&quot;CHILD&quot;,&quot;parentId&quot;:&quot;db04fbed-544d-4234-8de4-60019e1a7481&quot;,&quot;order&quot;:&quot;2&quot;},&quot;relativeTransform&quot;:{&quot;translate&quot;:{&quot;x&quot;:-381.86809580630495,&quot;y&quot;:-19.707322019089162},&quot;rotate&quot;:0.7080143767760356,&quot;skewX&quot;:0,&quot;scale&quot;:{&quot;x&quot;:1,&quot;y&quot;:1}}},&quot;b02a46da-0bf9-4dd6-9413-71c7c286cdbf&quot;:{&quot;type&quot;:&quot;FIGURE_OBJECT&quot;,&quot;id&quot;:&quot;b02a46da-0bf9-4dd6-9413-71c7c286cdbf&quot;,&quot;name&quot;:&quot;MHC class I&quot;,&quot;relativeTransform&quot;:{&quot;translate&quot;:{&quot;x&quot;:-151.17362223158977,&quot;y&quot;:-84.75814291332884},&quot;rotate&quot;:6.190742628683843,&quot;skewX&quot;:-1.117962673703478e-16,&quot;scale&quot;:{&quot;x&quot;:-0.23304269728106666,&quot;y&quot;:0.2330426972810668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4770cb93-8d88-4558-8df9-5bd884466b02&quot;,&quot;order&quot;:&quot;2&quot;}},&quot;5ebdd96c-a86a-4028-9e81-46fb236b5b33&quot;:{&quot;type&quot;:&quot;FIGURE_OBJECT&quot;,&quot;id&quot;:&quot;5ebdd96c-a86a-4028-9e81-46fb236b5b33&quot;,&quot;relativeTransform&quot;:{&quot;translate&quot;:{&quot;x&quot;:-152.85912836996658,&quot;y&quot;:-102.48815010344225},&quot;rotate&quot;:3.0491499750940494,&quot;skewX&quot;:9.171427900886994e-17},&quot;opacity&quot;:1,&quot;path&quot;:{&quot;type&quot;:&quot;ELLIPSE&quot;,&quot;size&quot;:{&quot;x&quot;:-5.563197606252675,&quot;y&quot;:5.575286571375308}},&quot;pathStyles&quot;:[{&quot;type&quot;:&quot;FILL&quot;,&quot;fillStyle&quot;:&quot;rgb(170, 50, 60)&quot;},{&quot;type&quot;:&quot;STROKE&quot;,&quot;strokeStyle&quot;:&quot;rgba(91,29,29,1)&quot;,&quot;lineWidth&quot;:0.49333420215822593,&quot;lineJoin&quot;:&quot;round&quot;}],&quot;isLocked&quot;:false,&quot;parent&quot;:{&quot;type&quot;:&quot;CHILD&quot;,&quot;parentId&quot;:&quot;4770cb93-8d88-4558-8df9-5bd884466b02&quot;,&quot;order&quot;:&quot;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bfa7f192-2944-4c11-b002-f76a9516e80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fa7f192-2944-4c11-b002-f76a9516e80e&quot;:{&quot;id&quot;:&quot;bfa7f192-2944-4c11-b002-f76a9516e80e&quot;,&quot;name&quot;:&quot;Lymphocyte (T-cell)&quot;,&quot;type&quot;:&quot;FIGURE_OBJECT&quot;,&quot;relativeTransform&quot;:{&quot;translate&quot;:{&quot;x&quot;:-456.2902009210385,&quot;y&quot;:255.98746652604603},&quot;rotate&quot;:3.141592653589793,&quot;skewX&quot;:0,&quot;scale&quot;:{&quot;x&quot;:0.8342087365209978,&quot;y&quot;:0.8342087365209977}},&quot;image&quot;:{&quot;url&quot;:&quot;https://icons.biorender.com/biorender/61533259e75ac20029699c28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4603c420-4925-45a8-9d3b-f9d0a8d1e630&quot;,&quot;order&quot;:&quot;9999971&quot;},&quot;styles&quot;:{&quot;editable&quot;:[{&quot;styleName&quot;:&quot;GLOW&quot;,&quot;index&quot;:0,&quot;value&quot;:100}]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19a05c2-e2d8-419c-a778-65f1bef40b2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19a05c2-e2d8-419c-a778-65f1bef40b2c&quot;:{&quot;id&quot;:&quot;019a05c2-e2d8-419c-a778-65f1bef40b2c&quot;,&quot;name&quot;:&quot;Cancer cell&quot;,&quot;type&quot;:&quot;FIGURE_OBJECT&quot;,&quot;relativeTransform&quot;:{&quot;translate&quot;:{&quot;x&quot;:-456.29036212768915,&quot;y&quot;:110.00724876777183},&quot;rotate&quot;:3.141592653589793,&quot;skewX&quot;:0,&quot;scale&quot;:{&quot;x&quot;:1.0730666962556348,&quot;y&quot;:1.0730666962556348}},&quot;image&quot;:{&quot;url&quot;:&quot;https://icons.cdn.biorender.com/biorender/61770047aa87c30029843f3f/6153716fe75ac20029699eee.png&quot;,&quot;isPremium&quot;:false,&quot;isPacked&quot;:true,&quot;size&quot;:{&quot;x&quot;:100,&quot;y&quot;:100.95238095238095},&quot;fallbackUrl&quot;:&quot;sources/icons/61770047aa87c30029843f3f/6153716fe75ac20029699eee.svg&quot;},&quot;source&quot;:{&quot;id&quot;:&quot;6153716fe75ac20029699eee&quot;,&quot;type&quot;:&quot;ASSETS&quot;},&quot;isPremium&quot;:false,&quot;parent&quot;:{&quot;type&quot;:&quot;CHILD&quot;,&quot;parentId&quot;:&quot;4603c420-4925-45a8-9d3b-f9d0a8d1e630&quot;,&quot;order&quot;:&quot;9999972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cd34594f-0e56-4658-ac1f-745cafd1ddc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d34594f-0e56-4658-ac1f-745cafd1ddc4&quot;:{&quot;relativeTransform&quot;:{&quot;translate&quot;:{&quot;x&quot;:-463.0018518930532,&quot;y&quot;:185.84299670525044},&quot;rotate&quot;:-2.449293598294706e-16,&quot;skewX&quot;:0,&quot;scale&quot;:{&quot;x&quot;:1,&quot;y&quot;:1}},&quot;type&quot;:&quot;FIGURE_OBJECT&quot;,&quot;id&quot;:&quot;cd34594f-0e56-4658-ac1f-745cafd1ddc4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85&quot;}},&quot;6653260a-0511-4f49-9f28-271ac22efd29&quot;:{&quot;type&quot;:&quot;FIGURE_OBJECT&quot;,&quot;id&quot;:&quot;6653260a-0511-4f49-9f28-271ac22efd29&quot;,&quot;name&quot;:&quot;MHC class I&quot;,&quot;relativeTransform&quot;:{&quot;translate&quot;:{&quot;x&quot;:8.095493122063388,&quot;y&quot;:-21.558974466035608},&quot;rotate&quot;:3.141592653589793,&quot;skewX&quot;:2.1410701965686736e-18,&quot;scale&quot;:{&quot;x&quot;:-0.1908114343666731,&quot;y&quot;:0.1908114343666736}},&quot;opacity&quot;:1,&quot;image&quot;:{&quot;url&quot;:&quot;https://icons.biorender.com/biorender/5d9b3d99dd52690004bb547c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cd34594f-0e56-4658-ac1f-745cafd1ddc4&quot;,&quot;order&quot;:&quot;1&quot;},&quot;styles&quot;:{&quot;MHCI-hidden&quot;:[{&quot;styleName&quot;:&quot;MONOCHROME_COLOR&quot;,&quot;index&quot;:0,&quot;color&quot;:&quot;#825CA6&quot;}]}},&quot;edba51e7-c502-4409-a293-b73a021381e0&quot;:{&quot;type&quot;:&quot;FIGURE_OBJECT&quot;,&quot;id&quot;:&quot;edba51e7-c502-4409-a293-b73a021381e0&quot;,&quot;name&quot;:&quot;T cell receptor (TCR)&quot;,&quot;relativeTransform&quot;:{&quot;translate&quot;:{&quot;x&quot;:8.095493122063385,&quot;y&quot;:17.521577979777103},&quot;rotate&quot;:6.283185307179586,&quot;skewX&quot;:2.141070196569277e-18,&quot;scale&quot;:{&quot;x&quot;:-0.18647481085833967,&quot;y&quot;:0.1864748108583400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cd34594f-0e56-4658-ac1f-745cafd1ddc4&quot;,&quot;order&quot;:&quot;2&quot;}},&quot;08394a78-d736-4948-9041-fa7a37c3b23f&quot;:{&quot;type&quot;:&quot;FIGURE_OBJECT&quot;,&quot;id&quot;:&quot;08394a78-d736-4948-9041-fa7a37c3b23f&quot;,&quot;relativeTransform&quot;:{&quot;translate&quot;:{&quot;x&quot;:8.115336554588048,&quot;y&quot;:-6.822872825299936},&quot;rotate&quot;:-2.449293598294711e-16,&quot;skewX&quot;:-2.141070196569275e-18},&quot;opacity&quot;:1,&quot;path&quot;:{&quot;type&quot;:&quot;ELLIPSE&quot;,&quot;size&quot;:{&quot;x&quot;:-4.555052474500162,&quot;y&quot;:4.564950715474768}},&quot;pathStyles&quot;:[{&quot;type&quot;:&quot;FILL&quot;,&quot;fillStyle&quot;:&quot;rgba(189,28,99,1)&quot;},{&quot;type&quot;:&quot;STROKE&quot;,&quot;strokeStyle&quot;:&quot;rgba(104,6,8,1)&quot;,&quot;lineWidth&quot;:0.437594222814237,&quot;lineJoin&quot;:&quot;round&quot;}],&quot;isLocked&quot;:false,&quot;parent&quot;:{&quot;type&quot;:&quot;CHILD&quot;,&quot;parentId&quot;:&quot;cd34594f-0e56-4658-ac1f-745cafd1ddc4&quot;,&quot;order&quot;:&quot;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fe96b56-2fe4-4761-9bc2-80f22b0cf1c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fe96b56-2fe4-4761-9bc2-80f22b0cf1c7&quot;:{&quot;type&quot;:&quot;FIGURE_OBJECT&quot;,&quot;id&quot;:&quot;0fe96b56-2fe4-4761-9bc2-80f22b0cf1c7&quot;,&quot;name&quot;:&quot;Sphere&quot;,&quot;relativeTransform&quot;:{&quot;translate&quot;:{&quot;x&quot;:-377.66021823082633,&quot;y&quot;:251.66942757985913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71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c8be1879-5940-4a53-a387-734f0602f46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8be1879-5940-4a53-a387-734f0602f46b&quot;:{&quot;type&quot;:&quot;FIGURE_OBJECT&quot;,&quot;id&quot;:&quot;c8be1879-5940-4a53-a387-734f0602f46b&quot;,&quot;name&quot;:&quot;Sphere&quot;,&quot;relativeTransform&quot;:{&quot;translate&quot;:{&quot;x&quot;:-395.8416892781349,&quot;y&quot;:264.70595081056734},&quot;rotate&quot;:1.3461454173580021e-15,&quot;skewX&quot;:1.387778780781386e-17,&quot;scale&quot;:{&quot;x&quot;:0.022588417105128246,&quot;y&quot;:0.022588417105128242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4adb2424-4715-473f-b389-60ddc9e65c3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adb2424-4715-473f-b389-60ddc9e65c34&quot;:{&quot;type&quot;:&quot;FIGURE_OBJECT&quot;,&quot;id&quot;:&quot;4adb2424-4715-473f-b389-60ddc9e65c34&quot;,&quot;name&quot;:&quot;Sphere&quot;,&quot;relativeTransform&quot;:{&quot;translate&quot;:{&quot;x&quot;:-368.4021069995698,&quot;y&quot;:252.14410887090906},&quot;rotate&quot;:1.3461454173580017e-15,&quot;skewX&quot;:1.3877787807813112e-17,&quot;scale&quot;:{&quot;x&quot;:0.025211223267126708,&quot;y&quot;:0.02521122326712669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81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9154809-2acf-4013-884d-64dfca39368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9154809-2acf-4013-884d-64dfca393689&quot;:{&quot;type&quot;:&quot;FIGURE_OBJECT&quot;,&quot;id&quot;:&quot;a9154809-2acf-4013-884d-64dfca393689&quot;,&quot;name&quot;:&quot;Sphere&quot;,&quot;relativeTransform&quot;:{&quot;translate&quot;:{&quot;x&quot;:-387.246031170355,&quot;y&quot;:255.2400454340629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70310cb6-5fb6-45dc-9a15-504be097e5d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0310cb6-5fb6-45dc-9a15-504be097e5d2&quot;:{&quot;type&quot;:&quot;FIGURE_OBJECT&quot;,&quot;id&quot;:&quot;70310cb6-5fb6-45dc-9a15-504be097e5d2&quot;,&quot;name&quot;:&quot;Sphere&quot;,&quot;relativeTransform&quot;:{&quot;translate&quot;:{&quot;x&quot;:-382.2918772006441,&quot;y&quot;:265.1133485418843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1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d4cf6022-f98c-47d3-8574-87aa2af88d9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4cf6022-f98c-47d3-8574-87aa2af88d9a&quot;:{&quot;type&quot;:&quot;FIGURE_OBJECT&quot;,&quot;id&quot;:&quot;d4cf6022-f98c-47d3-8574-87aa2af88d9a&quot;,&quot;parent&quot;:{&quot;type&quot;:&quot;CHILD&quot;,&quot;parentId&quot;:&quot;4603c420-4925-45a8-9d3b-f9d0a8d1e630&quot;,&quot;order&quot;:&quot;99999997&quot;},&quot;relativeTransform&quot;:{&quot;translate&quot;:{&quot;x&quot;:3.3320895841055247,&quot;y&quot;:-18.728726532294253},&quot;rotate&quot;:0,&quot;skewX&quot;:0,&quot;scale&quot;:{&quot;x&quot;:1,&quot;y&quot;:1}}},&quot;76a1217a-630c-4236-99fd-9c90bc6c21b0&quot;:{&quot;type&quot;:&quot;FIGURE_OBJECT&quot;,&quot;id&quot;:&quot;76a1217a-630c-4236-99fd-9c90bc6c21b0&quot;,&quot;name&quot;:&quot;Sphere&quot;,&quot;relativeTransform&quot;:{&quot;translate&quot;:{&quot;x&quot;:-360.05430868499866,&quot;y&quot;:271.768729165800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05&quot;}},&quot;d4c169bd-bbb0-445b-87bf-a2d43a903eee&quot;:{&quot;type&quot;:&quot;FIGURE_OBJECT&quot;,&quot;id&quot;:&quot;d4c169bd-bbb0-445b-87bf-a2d43a903eee&quot;,&quot;name&quot;:&quot;Sphere&quot;,&quot;relativeTransform&quot;:{&quot;translate&quot;:{&quot;x&quot;:-337.59613662068637,&quot;y&quot;:256.0603631434488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15&quot;}},&quot;ff3dad70-464e-42c1-9b1d-687ac088d937&quot;:{&quot;type&quot;:&quot;FIGURE_OBJECT&quot;,&quot;id&quot;:&quot;ff3dad70-464e-42c1-9b1d-687ac088d937&quot;,&quot;name&quot;:&quot;Sphere&quot;,&quot;relativeTransform&quot;:{&quot;translate&quot;:{&quot;x&quot;:-342.6127985295655,&quot;y&quot;:268.567342318064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2&quot;}},&quot;867ea81f-0377-4fc9-95c9-66664e8f3356&quot;:{&quot;type&quot;:&quot;FIGURE_OBJECT&quot;,&quot;id&quot;:&quot;867ea81f-0377-4fc9-95c9-66664e8f3356&quot;,&quot;name&quot;:&quot;Sphere&quot;,&quot;relativeTransform&quot;:{&quot;translate&quot;:{&quot;x&quot;:-346.69369422868436,&quot;y&quot;:282.4371079519258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25&quot;}},&quot;b8311803-1b32-464b-99fe-63dc72504f25&quot;:{&quot;type&quot;:&quot;FIGURE_OBJECT&quot;,&quot;id&quot;:&quot;b8311803-1b32-464b-99fe-63dc72504f25&quot;,&quot;name&quot;:&quot;Sphere&quot;,&quot;relativeTransform&quot;:{&quot;translate&quot;:{&quot;x&quot;:-330.1947103454718,&quot;y&quot;:285.716654839743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3&quot;}},&quot;5d7b4b1a-98e4-482a-9379-0a29497b354a&quot;:{&quot;type&quot;:&quot;FIGURE_OBJECT&quot;,&quot;id&quot;:&quot;5d7b4b1a-98e4-482a-9379-0a29497b354a&quot;,&quot;name&quot;:&quot;Sphere&quot;,&quot;relativeTransform&quot;:{&quot;translate&quot;:{&quot;x&quot;:-359.1007489055218,&quot;y&quot;:284.7139634805036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4&quot;}},&quot;441a4716-0340-499e-8d95-765ddbed1e89&quot;:{&quot;type&quot;:&quot;FIGURE_OBJECT&quot;,&quot;id&quot;:&quot;441a4716-0340-499e-8d95-765ddbed1e89&quot;,&quot;name&quot;:&quot;Sphere&quot;,&quot;relativeTransform&quot;:{&quot;translate&quot;:{&quot;x&quot;:-370.1280517240952,&quot;y&quot;:281.52361397311944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5&quot;}},&quot;a7a1b1ef-bd6a-42a8-9a74-1eece958deb8&quot;:{&quot;type&quot;:&quot;FIGURE_OBJECT&quot;,&quot;id&quot;:&quot;a7a1b1ef-bd6a-42a8-9a74-1eece958deb8&quot;,&quot;name&quot;:&quot;Sphere&quot;,&quot;relativeTransform&quot;:{&quot;translate&quot;:{&quot;x&quot;:-335.8533181715111,&quot;y&quot;:300.5714550977202},&quot;rotate&quot;:1.3461454173580017e-15,&quot;skewX&quot;:1.387778780781335e-17,&quot;scale&quot;:{&quot;x&quot;:0.025780900092588637,&quot;y&quot;:0.02578090009258862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55&quot;}},&quot;17f45944-5d66-49c3-9b38-02b9ab5b6ddc&quot;:{&quot;type&quot;:&quot;FIGURE_OBJECT&quot;,&quot;id&quot;:&quot;17f45944-5d66-49c3-9b38-02b9ab5b6ddc&quot;,&quot;name&quot;:&quot;Sphere&quot;,&quot;relativeTransform&quot;:{&quot;translate&quot;:{&quot;x&quot;:-371.6423664270457,&quot;y&quot;:290.161087119994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75&quot;}},&quot;21486fe7-712a-45f9-8e6f-6b11d90d1f3e&quot;:{&quot;type&quot;:&quot;FIGURE_OBJECT&quot;,&quot;id&quot;:&quot;21486fe7-712a-45f9-8e6f-6b11d90d1f3e&quot;,&quot;name&quot;:&quot;Sphere&quot;,&quot;relativeTransform&quot;:{&quot;translate&quot;:{&quot;x&quot;:-358.62054529394266,&quot;y&quot;:296.660731733958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8&quot;}},&quot;f616985b-4051-4684-9b2d-c816bf5405fd&quot;:{&quot;type&quot;:&quot;FIGURE_OBJECT&quot;,&quot;id&quot;:&quot;f616985b-4051-4684-9b2d-c816bf5405fd&quot;,&quot;name&quot;:&quot;Sphere&quot;,&quot;relativeTransform&quot;:{&quot;translate&quot;:{&quot;x&quot;:-340.40769487063136,&quot;y&quot;:291.70682885416403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9&quot;}},&quot;27087ab8-eeab-4468-8e74-8aafbf65abbf&quot;:{&quot;type&quot;:&quot;FIGURE_OBJECT&quot;,&quot;id&quot;:&quot;27087ab8-eeab-4468-8e74-8aafbf65abbf&quot;,&quot;relativeTransform&quot;:{&quot;translate&quot;:{&quot;x&quot;:-347.5419551626874,&quot;y&quot;:275.4280013116575},&quot;rotate&quot;:-1.5707963267948968,&quot;skewX&quot;:-1.387778780781451e-17,&quot;scale&quot;:{&quot;x&quot;:0.9999999999999999,&quot;y&quot;:1.0000000000000002}},&quot;opacity&quot;:1,&quot;path&quot;:{&quot;type&quot;:&quot;POLY_LINE&quot;,&quot;points&quot;:[{&quot;x&quot;:0,&quot;y&quot;:-56.226094579752065},{&quot;x&quot;:0,&quot;y&quot;:28.82580890701265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4F609C00&quot;,&quot;1&quot;:&quot;#4F609C&quot;,&quot;0.45&quot;:&quot;#4F609C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4cf6022-f98c-47d3-8574-87aa2af88d9a&quot;,&quot;order&quot;:&quot;02&quot;}},&quot;568415c5-bb17-4cd6-885f-f62c1afd7014&quot;:{&quot;type&quot;:&quot;FIGURE_OBJECT&quot;,&quot;id&quot;:&quot;568415c5-bb17-4cd6-885f-f62c1afd7014&quot;,&quot;name&quot;:&quot;Sphere&quot;,&quot;relativeTransform&quot;:{&quot;translate&quot;:{&quot;x&quot;:-331.3795265803019,&quot;y&quot;:265.6457438657802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7&quot;}},&quot;cfc9f4b1-4c51-420b-b7bf-8fcf96b7f16c&quot;:{&quot;type&quot;:&quot;FIGURE_OBJECT&quot;,&quot;id&quot;:&quot;cfc9f4b1-4c51-420b-b7bf-8fcf96b7f16c&quot;,&quot;name&quot;:&quot;Sphere&quot;,&quot;relativeTransform&quot;:{&quot;translate&quot;:{&quot;x&quot;:-354.8382182240488,&quot;y&quot;:262.146997221168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65&quot;}},&quot;aaba6e54-093e-4abc-b7f4-ba092db87806&quot;:{&quot;type&quot;:&quot;FIGURE_OBJECT&quot;,&quot;id&quot;:&quot;aaba6e54-093e-4abc-b7f4-ba092db87806&quot;,&quot;name&quot;:&quot;Sphere&quot;,&quot;relativeTransform&quot;:{&quot;translate&quot;:{&quot;x&quot;:-370.0101699972116,&quot;y&quot;:260.6920490862206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4cf6022-f98c-47d3-8574-87aa2af88d9a&quot;,&quot;order&quot;:&quot;6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405f7baf-cf35-4185-96ae-9865e1bfd27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05f7baf-cf35-4185-96ae-9865e1bfd274&quot;:{&quot;type&quot;:&quot;FIGURE_OBJECT&quot;,&quot;id&quot;:&quot;405f7baf-cf35-4185-96ae-9865e1bfd274&quot;,&quot;relativeTransform&quot;:{&quot;translate&quot;:{&quot;x&quot;:-447.5909670447218,&quot;y&quot;:-29.65426857958286},&quot;rotate&quot;:0,&quot;skewX&quot;:0,&quot;scale&quot;:{&quot;x&quot;:1,&quot;y&quot;:1}},&quot;opacity&quot;:1,&quot;path&quot;:{&quot;type&quot;:&quot;POLY_LINE&quot;,&quot;points&quot;:[{&quot;x&quot;:0,&quot;y&quot;:-24.74999999999997},{&quot;x&quot;:0,&quot;y&quot;:24.7499999999999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&quot;},&quot;connectorInfo&quot;:{&quot;type&quot;:&quot;LINE&quot;,&quot;offset&quot;:{&quot;x&quot;:0,&quot;y&quot;:0},&quot;bending&quot;:0.1,&quot;customized&quot;:fals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ce53788-6a42-4686-a538-9f4bdf6b746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ce53788-6a42-4686-a538-9f4bdf6b746c&quot;:{&quot;type&quot;:&quot;FIGURE_OBJECT&quot;,&quot;id&quot;:&quot;0ce53788-6a42-4686-a538-9f4bdf6b746c&quot;,&quot;parent&quot;:{&quot;type&quot;:&quot;CHILD&quot;,&quot;parentId&quot;:&quot;4603c420-4925-45a8-9d3b-f9d0a8d1e630&quot;,&quot;order&quot;:&quot;999999997&quot;},&quot;relativeTransform&quot;:{&quot;translate&quot;:{&quot;x&quot;:343.1211007400079,&quot;y&quot;:-290.52893924840663},&quot;rotate&quot;:0,&quot;skewX&quot;:0,&quot;scale&quot;:{&quot;x&quot;:1,&quot;y&quot;:1}}},&quot;e84b7e45-6680-4015-9aad-aa412992e430&quot;:{&quot;type&quot;:&quot;FIGURE_OBJECT&quot;,&quot;id&quot;:&quot;e84b7e45-6680-4015-9aad-aa412992e430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55&quot;}},&quot;1d455aa7-4823-409d-96e2-6078301b3cf4&quot;:{&quot;type&quot;:&quot;FIGURE_OBJECT&quot;,&quot;id&quot;:&quot;1d455aa7-4823-409d-96e2-6078301b3cf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e84b7e45-6680-4015-9aad-aa412992e430&quot;,&quot;order&quot;:&quot;5&quot;}},&quot;4c781aad-2e24-4703-8b9c-86929220e26b&quot;:{&quot;type&quot;:&quot;FIGURE_OBJECT&quot;,&quot;id&quot;:&quot;4c781aad-2e24-4703-8b9c-86929220e26b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0ce53788-6a42-4686-a538-9f4bdf6b746c&quot;,&quot;order&quot;:&quot;05&quot;}},&quot;79838704-7bf1-4c1b-9a46-fe51943a6e8b&quot;:{&quot;type&quot;:&quot;FIGURE_OBJECT&quot;,&quot;id&quot;:&quot;79838704-7bf1-4c1b-9a46-fe51943a6e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Tyr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1.111471562554815,&quot;y&quot;:11.672422119462473},&quot;targetSize&quot;:{&quot;x&quot;:21.111471562554815,&quot;y&quot;:2},&quot;format&quot;:&quot;BETTER_TEXT&quot;,&quot;verticalAlign&quot;:&quot;TOP&quot;},&quot;parent&quot;:{&quot;type&quot;:&quot;CHILD&quot;,&quot;parentId&quot;:&quot;4c781aad-2e24-4703-8b9c-86929220e26b&quot;,&quot;order&quot;:&quot;5&quot;}},&quot;e98e4a79-be6c-4143-b445-b999a3a769e7&quot;:{&quot;type&quot;:&quot;FIGURE_OBJECT&quot;,&quot;id&quot;:&quot;e98e4a79-be6c-4143-b445-b999a3a769e7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0ce53788-6a42-4686-a538-9f4bdf6b746c&quot;,&quot;order&quot;:&quot;1&quot;}},&quot;a7626a63-9768-4232-aaf3-39ef23c54f71&quot;:{&quot;type&quot;:&quot;FIGURE_OBJECT&quot;,&quot;id&quot;:&quot;a7626a63-9768-4232-aaf3-39ef23c54f7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5.49067546100369,&quot;y&quot;:11.672422119462473},&quot;targetSize&quot;:{&quot;x&quot;:25.49067546100369,&quot;y&quot;:2},&quot;format&quot;:&quot;BETTER_TEXT&quot;,&quot;verticalAlign&quot;:&quot;TOP&quot;},&quot;parent&quot;:{&quot;type&quot;:&quot;CHILD&quot;,&quot;parentId&quot;:&quot;e98e4a79-be6c-4143-b445-b999a3a769e7&quot;,&quot;order&quot;:&quot;5&quot;}},&quot;80ec7b37-922e-4833-98c5-a006ee265109&quot;:{&quot;type&quot;:&quot;FIGURE_OBJECT&quot;,&quot;id&quot;:&quot;80ec7b37-922e-4833-98c5-a006ee265109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6&quot;}},&quot;703ef057-0a15-47cc-8492-fbf65d0bc598&quot;:{&quot;type&quot;:&quot;FIGURE_OBJECT&quot;,&quot;id&quot;:&quot;703ef057-0a15-47cc-8492-fbf65d0bc59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80ec7b37-922e-4833-98c5-a006ee265109&quot;,&quot;order&quot;:&quot;5&quot;}},&quot;319e9bb3-513d-435f-8f48-a0747cf31e12&quot;:{&quot;type&quot;:&quot;FIGURE_OBJECT&quot;,&quot;id&quot;:&quot;319e9bb3-513d-435f-8f48-a0747cf31e12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7&quot;}},&quot;534336b4-b935-447e-b25a-f0a65a3b7e6e&quot;:{&quot;type&quot;:&quot;FIGURE_OBJECT&quot;,&quot;id&quot;:&quot;534336b4-b935-447e-b25a-f0a65a3b7e6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319e9bb3-513d-435f-8f48-a0747cf31e12&quot;,&quot;order&quot;:&quot;5&quot;}},&quot;366593be-cba3-4acb-b52f-8816811bee21&quot;:{&quot;type&quot;:&quot;FIGURE_OBJECT&quot;,&quot;id&quot;:&quot;366593be-cba3-4acb-b52f-8816811bee21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0ce53788-6a42-4686-a538-9f4bdf6b746c&quot;,&quot;order&quot;:&quot;8&quot;}},&quot;865090ce-c40b-45dd-bff0-b1e940076c54&quot;:{&quot;type&quot;:&quot;FIGURE_OBJECT&quot;,&quot;id&quot;:&quot;865090ce-c40b-45dd-bff0-b1e940076c5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366593be-cba3-4acb-b52f-8816811bee21&quot;,&quot;order&quot;:&quot;5&quot;}},&quot;9e63ed45-0104-4898-b711-e632489c5358&quot;:{&quot;type&quot;:&quot;FIGURE_OBJECT&quot;,&quot;id&quot;:&quot;9e63ed45-0104-4898-b711-e632489c5358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0ce53788-6a42-4686-a538-9f4bdf6b746c&quot;,&quot;order&quot;:&quot;2&quot;}},&quot;d6d8dae7-3abb-4743-ae66-c611c18e028b&quot;:{&quot;type&quot;:&quot;FIGURE_OBJECT&quot;,&quot;id&quot;:&quot;d6d8dae7-3abb-4743-ae66-c611c18e02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9e63ed45-0104-4898-b711-e632489c5358&quot;,&quot;order&quot;:&quot;5&quot;}},&quot;16157ae5-6981-4c8c-b108-01f66dd13822&quot;:{&quot;type&quot;:&quot;FIGURE_OBJECT&quot;,&quot;id&quot;:&quot;16157ae5-6981-4c8c-b108-01f66dd13822&quot;,&quot;parent&quot;:{&quot;type&quot;:&quot;CHILD&quot;,&quot;parentId&quot;:&quot;0ce53788-6a42-4686-a538-9f4bdf6b746c&quot;,&quot;order&quot;:&quot;5&quot;},&quot;relativeTransform&quot;:{&quot;translate&quot;:{&quot;x&quot;:0,&quot;y&quot;:0},&quot;rotate&quot;:0}},&quot;f78373e7-fe49-4392-bd6a-9dd7e04be6af&quot;:{&quot;type&quot;:&quot;FIGURE_OBJECT&quot;,&quot;id&quot;:&quot;f78373e7-fe49-4392-bd6a-9dd7e04be6af&quot;,&quot;relativeTransform&quot;:{&quot;translate&quot;:{&quot;x&quot;:-82.45397532103118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65773132876309,&quot;y&quot;:27.375639532243646}},&quot;pathStyles&quot;:[{&quot;type&quot;:&quot;FILL&quot;,&quot;fillStyle&quot;:&quot;rgba(243,205,204,1)&quot;},{&quot;type&quot;:&quot;STROKE&quot;,&quot;strokeStyle&quot;:&quot;rgba(192,56,48,1)&quot;,&quot;lineWidth&quot;:0.9129285000023705,&quot;lineJoin&quot;:&quot;round&quot;}],&quot;isLocked&quot;:false,&quot;parent&quot;:{&quot;type&quot;:&quot;CHILD&quot;,&quot;parentId&quot;:&quot;16157ae5-6981-4c8c-b108-01f66dd13822&quot;,&quot;order&quot;:&quot;2&quot;}},&quot;1ffb032c-bb20-4853-afe9-44c68e808257&quot;:{&quot;id&quot;:&quot;1ffb032c-bb20-4853-afe9-44c68e808257&quot;,&quot;type&quot;:&quot;FIGURE_OBJECT&quot;,&quot;relativeTransform&quot;:{&quot;translate&quot;:{&quot;x&quot;:-83.0450185597903,&quot;y&quot;:78.518994570961},&quot;rotate&quot;:0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3]}],&quot;text&quot;:&quot;Arg/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,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L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16157ae5-6981-4c8c-b108-01f66dd13822&quot;,&quot;order&quot;:&quot;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2e97215-02f9-4c81-b45d-ef199699465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2e97215-02f9-4c81-b45d-ef1996994651&quot;:{&quot;type&quot;:&quot;FIGURE_OBJECT&quot;,&quot;id&quot;:&quot;a2e97215-02f9-4c81-b45d-ef1996994651&quot;,&quot;parent&quot;:{&quot;type&quot;:&quot;CHILD&quot;,&quot;parentId&quot;:&quot;4603c420-4925-45a8-9d3b-f9d0a8d1e630&quot;,&quot;order&quot;:&quot;999999998&quot;},&quot;relativeTransform&quot;:{&quot;translate&quot;:{&quot;x&quot;:634.7034711374387,&quot;y&quot;:-290.5287912470471},&quot;rotate&quot;:0,&quot;skewX&quot;:0,&quot;scale&quot;:{&quot;x&quot;:1,&quot;y&quot;:1}}},&quot;021ba9dd-3e30-41f4-8743-60d528def9f8&quot;:{&quot;type&quot;:&quot;FIGURE_OBJECT&quot;,&quot;id&quot;:&quot;021ba9dd-3e30-41f4-8743-60d528def9f8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55&quot;}},&quot;eeb4a2e2-bb9e-4731-82a9-33e287c35b7f&quot;:{&quot;type&quot;:&quot;FIGURE_OBJECT&quot;,&quot;id&quot;:&quot;eeb4a2e2-bb9e-4731-82a9-33e287c35b7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021ba9dd-3e30-41f4-8743-60d528def9f8&quot;,&quot;order&quot;:&quot;5&quot;}},&quot;2710bd85-3cd0-494b-9ca8-4918a68c7e59&quot;:{&quot;type&quot;:&quot;FIGURE_OBJECT&quot;,&quot;id&quot;:&quot;2710bd85-3cd0-494b-9ca8-4918a68c7e59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a2e97215-02f9-4c81-b45d-ef1996994651&quot;,&quot;order&quot;:&quot;05&quot;}},&quot;2c0cc55e-7e2b-4d8a-b969-73f6be88e9b6&quot;:{&quot;type&quot;:&quot;FIGURE_OBJECT&quot;,&quot;id&quot;:&quot;2c0cc55e-7e2b-4d8a-b969-73f6be88e9b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Asn&quot;}],&quot;verticalAlign&quot;:&quot;TOP&quot;,&quot;_lastCaretLocation&quot;:{&quot;lineIndex&quot;:0,&quot;runIndex&quot;:-1,&quot;charIndex&quot;:-1,&quot;endOfLine&quot;:true}},&quot;size&quot;:{&quot;x&quot;:21.111471562554815,&quot;y&quot;:11},&quot;targetSize&quot;:{&quot;x&quot;:21.111471562554815,&quot;y&quot;:2},&quot;format&quot;:&quot;BETTER_TEXT&quot;,&quot;verticalAlign&quot;:&quot;TOP&quot;},&quot;parent&quot;:{&quot;type&quot;:&quot;CHILD&quot;,&quot;parentId&quot;:&quot;2710bd85-3cd0-494b-9ca8-4918a68c7e59&quot;,&quot;order&quot;:&quot;5&quot;}},&quot;da63779b-994b-4dd7-87fa-33c9017d1cde&quot;:{&quot;type&quot;:&quot;FIGURE_OBJECT&quot;,&quot;id&quot;:&quot;da63779b-994b-4dd7-87fa-33c9017d1cde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a2e97215-02f9-4c81-b45d-ef1996994651&quot;,&quot;order&quot;:&quot;1&quot;}},&quot;c2d709da-cf95-4da7-b02b-c757d03a0ab3&quot;:{&quot;type&quot;:&quot;FIGURE_OBJECT&quot;,&quot;id&quot;:&quot;c2d709da-cf95-4da7-b02b-c757d03a0ab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}],&quot;verticalAlign&quot;:&quot;TOP&quot;,&quot;_lastCaretLocation&quot;:{&quot;lineIndex&quot;:0,&quot;runIndex&quot;:-1,&quot;charIndex&quot;:-1,&quot;endOfLine&quot;:true}},&quot;size&quot;:{&quot;x&quot;:25.49067546100369,&quot;y&quot;:11},&quot;targetSize&quot;:{&quot;x&quot;:25.49067546100369,&quot;y&quot;:2},&quot;format&quot;:&quot;BETTER_TEXT&quot;,&quot;verticalAlign&quot;:&quot;TOP&quot;},&quot;parent&quot;:{&quot;type&quot;:&quot;CHILD&quot;,&quot;parentId&quot;:&quot;da63779b-994b-4dd7-87fa-33c9017d1cde&quot;,&quot;order&quot;:&quot;5&quot;}},&quot;b4e367ab-5ed6-4a43-90d8-6e342b191fd0&quot;:{&quot;type&quot;:&quot;FIGURE_OBJECT&quot;,&quot;id&quot;:&quot;b4e367ab-5ed6-4a43-90d8-6e342b191fd0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6&quot;}},&quot;de19d68f-abbb-479d-99e9-79d3b758add3&quot;:{&quot;type&quot;:&quot;FIGURE_OBJECT&quot;,&quot;id&quot;:&quot;de19d68f-abbb-479d-99e9-79d3b758add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b4e367ab-5ed6-4a43-90d8-6e342b191fd0&quot;,&quot;order&quot;:&quot;5&quot;}},&quot;234fee9c-c6db-4628-82e4-4684f039a12f&quot;:{&quot;type&quot;:&quot;FIGURE_OBJECT&quot;,&quot;id&quot;:&quot;234fee9c-c6db-4628-82e4-4684f039a12f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7&quot;}},&quot;8ecb87a7-0743-44c9-84fe-3d45a556d9e2&quot;:{&quot;type&quot;:&quot;FIGURE_OBJECT&quot;,&quot;id&quot;:&quot;8ecb87a7-0743-44c9-84fe-3d45a556d9e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234fee9c-c6db-4628-82e4-4684f039a12f&quot;,&quot;order&quot;:&quot;5&quot;}},&quot;9d5acfa2-f749-4a04-9bdb-6f6325dea35a&quot;:{&quot;type&quot;:&quot;FIGURE_OBJECT&quot;,&quot;id&quot;:&quot;9d5acfa2-f749-4a04-9bdb-6f6325dea35a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a2e97215-02f9-4c81-b45d-ef1996994651&quot;,&quot;order&quot;:&quot;8&quot;}},&quot;906ec0bb-a439-4439-abd5-3e7815938514&quot;:{&quot;type&quot;:&quot;FIGURE_OBJECT&quot;,&quot;id&quot;:&quot;906ec0bb-a439-4439-abd5-3e781593851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9d5acfa2-f749-4a04-9bdb-6f6325dea35a&quot;,&quot;order&quot;:&quot;5&quot;}},&quot;1d71f0d7-e897-482c-9410-b8105d15f9d7&quot;:{&quot;type&quot;:&quot;FIGURE_OBJECT&quot;,&quot;id&quot;:&quot;1d71f0d7-e897-482c-9410-b8105d15f9d7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a2e97215-02f9-4c81-b45d-ef1996994651&quot;,&quot;order&quot;:&quot;2&quot;}},&quot;f31fedac-c865-4c4e-a9bc-bdb1a8a9f2a1&quot;:{&quot;type&quot;:&quot;FIGURE_OBJECT&quot;,&quot;id&quot;:&quot;f31fedac-c865-4c4e-a9bc-bdb1a8a9f2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1d71f0d7-e897-482c-9410-b8105d15f9d7&quot;,&quot;order&quot;:&quot;5&quot;}},&quot;ea0e6bfa-fedc-40e1-9032-111e1d2c70db&quot;:{&quot;type&quot;:&quot;FIGURE_OBJECT&quot;,&quot;id&quot;:&quot;ea0e6bfa-fedc-40e1-9032-111e1d2c70db&quot;,&quot;parent&quot;:{&quot;type&quot;:&quot;CHILD&quot;,&quot;parentId&quot;:&quot;a2e97215-02f9-4c81-b45d-ef1996994651&quot;,&quot;order&quot;:&quot;5&quot;},&quot;relativeTransform&quot;:{&quot;translate&quot;:{&quot;x&quot;:0,&quot;y&quot;:0},&quot;rotate&quot;:0}},&quot;e8863007-35ce-43ef-9120-eb8cae00509d&quot;:{&quot;type&quot;:&quot;FIGURE_OBJECT&quot;,&quot;id&quot;:&quot;e8863007-35ce-43ef-9120-eb8cae00509d&quot;,&quot;relativeTransform&quot;:{&quot;translate&quot;:{&quot;x&quot;:-82.45397532103118,&quot;y&quot;:77.38958532723163},&quot;rotate&quot;:0},&quot;layout&quot;:{&quot;sizeRatio&quot;:{&quot;x&quot;:0.7071067811865476,&quot;y&quot;:0.7071067811865476},&quot;keepAspectRatio&quot;:true},&quot;opacity&quot;:1,&quot;path&quot;:{&quot;type&quot;:&quot;ELLIPSE&quot;,&quot;size&quot;:{&quot;x&quot;:31.433298625876922,&quot;y&quot;:31.11269837220809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ea0e6bfa-fedc-40e1-9032-111e1d2c70db&quot;,&quot;order&quot;:&quot;2&quot;}},&quot;c63f7c98-9094-404b-8c15-48e626499d1a&quot;:{&quot;id&quot;:&quot;c63f7c98-9094-404b-8c15-48e626499d1a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9.556969374804005,&quot;y&quot;:22},&quot;targetSize&quot;:{&quot;x&quot;:19.556969374804005,&quot;y&quot;:2.32}},&quot;parent&quot;:{&quot;type&quot;:&quot;CHILD&quot;,&quot;parentId&quot;:&quot;e8863007-35ce-43ef-9120-eb8cae00509d&quot;,&quot;order&quot;:&quot;5&quot;}},&quot;54475e14-73de-4e36-84f4-94977fea8e55&quot;:{&quot;id&quot;:&quot;54475e14-73de-4e36-84f4-94977fea8e55&quot;,&quot;type&quot;:&quot;FIGURE_OBJECT&quot;,&quot;relativeTransform&quot;:{&quot;translate&quot;:{&quot;x&quot;:-82.29370375888871,&quot;y&quot;:81.52425377456731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Glu&quot;}],&quot;verticalAlign&quot;:&quot;TOP&quot;,&quot;_lastCaretLocation&quot;:{&quot;lineIndex&quot;:0,&quot;runIndex&quot;:-1,&quot;charIndex&quot;:-1,&quot;endOfLine&quot;:true}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ea0e6bfa-fedc-40e1-9032-111e1d2c70db&quot;,&quot;order&quot;:&quot;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fbf3e5b-9d19-4d76-a36d-f3376dfe3bb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fbf3e5b-9d19-4d76-a36d-f3376dfe3bb3&quot;:{&quot;type&quot;:&quot;FIGURE_OBJECT&quot;,&quot;id&quot;:&quot;afbf3e5b-9d19-4d76-a36d-f3376dfe3bb3&quot;,&quot;relativeTransform&quot;:{&quot;translate&quot;:{&quot;x&quot;:-55.05938497879424,&quot;y&quot;:-10.66399932686495},&quot;rotate&quot;:0,&quot;skewX&quot;:0,&quot;scale&quot;:{&quot;x&quot;:1,&quot;y&quot;:1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7&quot;},&quot;connectorInfo&quot;:{&quot;type&quot;:&quot;LINE&quot;,&quot;offset&quot;:{&quot;x&quot;:0,&quot;y&quot;:0},&quot;bending&quot;:0.1,&quot;customized&quot;:fals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9f86854-0364-4df4-ad4c-7a07452a2bd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9f86854-0364-4df4-ad4c-7a07452a2bd7&quot;:{&quot;type&quot;:&quot;FIGURE_OBJECT&quot;,&quot;id&quot;:&quot;09f86854-0364-4df4-ad4c-7a07452a2bd7&quot;,&quot;relativeTransform&quot;:{&quot;translate&quot;:{&quot;x&quot;:314.37399352461364,&quot;y&quot;:193.7609454418224},&quot;rotate&quot;:2.1251042527002957,&quot;skewX&quot;:-4.996003610813208e-16,&quot;scale&quot;:{&quot;x&quot;:0.9999999999999996,&quot;y&quot;:1.0000000000000013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4603c420-4925-45a8-9d3b-f9d0a8d1e630&quot;,&quot;order&quot;:&quot;999999999702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ed5196e-f978-4340-a240-ea121d3cdd6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ed5196e-f978-4340-a240-ea121d3cdd61&quot;:{&quot;relativeTransform&quot;:{&quot;translate&quot;:{&quot;x&quot;:705.3993666458797,&quot;y&quot;:89.2476753866514},&quot;rotate&quot;:0,&quot;skewX&quot;:0,&quot;scale&quot;:{&quot;x&quot;:1,&quot;y&quot;:1}},&quot;type&quot;:&quot;FIGURE_OBJECT&quot;,&quot;id&quot;:&quot;0ed5196e-f978-4340-a240-ea121d3cdd61&quot;,&quot;parent&quot;:{&quot;type&quot;:&quot;CHILD&quot;,&quot;parentId&quot;:&quot;4603c420-4925-45a8-9d3b-f9d0a8d1e630&quot;,&quot;order&quot;:&quot;999999999705&quot;},&quot;name&quot;:&quot;Lymphocyte (editable)&quot;,&quot;displayName&quot;:&quot;Lymphocyte (editable)&quot;,&quot;source&quot;:{&quot;id&quot;:&quot;672e538830331cf63e86a430&quot;,&quot;type&quot;:&quot;ASSETS&quot;},&quot;isPremium&quot;:true,&quot;opacity&quot;:1},&quot;946003fa-78e0-4e14-8cd2-28d9c17d211d&quot;:{&quot;type&quot;:&quot;FIGURE_OBJECT&quot;,&quot;id&quot;:&quot;946003fa-78e0-4e14-8cd2-28d9c17d211d&quot;,&quot;path&quot;:{&quot;type&quot;:&quot;POLY_LINE&quot;,&quot;points&quot;:[{&quot;x&quot;:-249.51472324833918,&quot;y&quot;:-151.0678901080881},{&quot;x&quot;:-211.98224794410518,&quot;y&quot;:-132.8604416393155},{&quot;x&quot;:-202.1384632849402,&quot;y&quot;:-91.4622187466248},{&quot;x&quot;:-221.4259754427013,&quot;y&quot;:-59.04554563185669},{&quot;x&quot;:-264.7485527088023,&quot;y&quot;:-53.577191998015735},{&quot;x&quot;:-296.0228728071275,&quot;y&quot;:-87.18267961536712},{&quot;x&quot;:-288.7131910462422,&quot;y&quot;:-130.01104795589472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76, 222, 229, 1)&quot;},{&quot;type&quot;:&quot;STROKE&quot;,&quot;strokeStyle&quot;:&quot;rgba(70, 146, 176, 1)&quot;,&quot;lineWidth&quot;:1.5039140726243074,&quot;lineJoin&quot;:&quot;round&quot;}],&quot;relativeTransform&quot;:{&quot;translate&quot;:{&quot;x&quot;:-106.16644025179065,&quot;y&quot;:-15.431147351751141},&quot;rotate&quot;:1.110223024625157e-16},&quot;parent&quot;:{&quot;type&quot;:&quot;CHILD&quot;,&quot;parentId&quot;:&quot;0ed5196e-f978-4340-a240-ea121d3cdd61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9003ce12-c454-40bd-aa45-ff2aabe7637f&quot;:{&quot;type&quot;:&quot;FIGURE_OBJECT&quot;,&quot;id&quot;:&quot;9003ce12-c454-40bd-aa45-ff2aabe7637f&quot;,&quot;path&quot;:{&quot;type&quot;:&quot;POLY_LINE&quot;,&quot;points&quot;:[{&quot;x&quot;:-158.50910844034806,&quot;y&quot;:-89.68687636643448},{&quot;x&quot;:-133.62555781528252,&quot;y&quot;:-79.58281834258551},{&quot;x&quot;:-126.59982895233603,&quot;y&quot;:-54.899015352406934},{&quot;x&quot;:-138.67964642204066,&quot;y&quot;:-35.44132605305037},{&quot;x&quot;:-165.8126857384198,&quot;y&quot;:-32.159017421020785},{&quot;x&quot;:-184.539329504351,&quot;y&quot;:-50.51587626894019},{&quot;x&quot;:-180.8217991210014,&quot;y&quot;:-78.037452136230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38, 203, 219, 1)&quot;},{&quot;type&quot;:&quot;STROKE&quot;,&quot;strokeStyle&quot;:&quot;rgba(124, 196, 213, 1)&quot;,&quot;lineWidth&quot;:1.0026093817495383,&quot;lineJoin&quot;:&quot;round&quot;}],&quot;relativeTransform&quot;:{&quot;translate&quot;:{&quot;x&quot;:-194.32463991196866,&quot;y&quot;:-52.065018761250776},&quot;rotate&quot;:1.110223024625157e-16},&quot;parent&quot;:{&quot;type&quot;:&quot;CHILD&quot;,&quot;parentId&quot;:&quot;0ed5196e-f978-4340-a240-ea121d3cdd61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b2a6a0d-b095-4145-af27-dd90d199c7b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b2a6a0d-b095-4145-af27-dd90d199c7b9&quot;:{&quot;relativeTransform&quot;:{&quot;translate&quot;:{&quot;x&quot;:606.1721035545206,&quot;y&quot;:-337.93539139325594},&quot;rotate&quot;:-1.074187321342002,&quot;skewX&quot;:0,&quot;scale&quot;:{&quot;x&quot;:1,&quot;y&quot;:1}},&quot;type&quot;:&quot;FIGURE_OBJECT&quot;,&quot;id&quot;:&quot;ab2a6a0d-b095-4145-af27-dd90d199c7b9&quot;,&quot;parent&quot;:{&quot;type&quot;:&quot;CHILD&quot;,&quot;parentId&quot;:&quot;4603c420-4925-45a8-9d3b-f9d0a8d1e630&quot;,&quot;order&quot;:&quot;99999999971&quot;},&quot;name&quot;:&quot;Dendritic cell (editable)&quot;,&quot;displayName&quot;:&quot;Dendritic cell (editable)&quot;,&quot;source&quot;:{&quot;id&quot;:&quot;672e54a238b8c0fd46925877&quot;,&quot;type&quot;:&quot;ASSETS&quot;},&quot;isPremium&quot;:true,&quot;opacity&quot;:1},&quot;315cdfb6-8d06-4961-8bdb-0522006f36ee&quot;:{&quot;type&quot;:&quot;FIGURE_OBJECT&quot;,&quot;id&quot;:&quot;315cdfb6-8d06-4961-8bdb-0522006f36ee&quot;,&quot;path&quot;:{&quot;type&quot;:&quot;POLY_LINE&quot;,&quot;points&quot;:[{&quot;x&quot;:-125.26686288615215,&quot;y&quot;:-60.06080193490865},{&quot;x&quot;:-105.60184580958604,&quot;y&quot;:-53.29439583074495},{&quot;x&quot;:-100.04954018620786,&quot;y&quot;:-36.76434079419491},{&quot;x&quot;:-114.94780164402825,&quot;y&quot;:-24.525669999451225},{&quot;x&quot;:-135.28535765124292,&quot;y&quot;:-19.974658412543103},{&quot;x&quot;:-145.83807273651723,&quot;y&quot;:-33.829074688263546},{&quot;x&quot;:-137.8404856236648,&quot;y&quot;:-52.9464060514508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49, 147, 199, 1)&quot;},{&quot;type&quot;:&quot;STROKE&quot;,&quot;strokeStyle&quot;:&quot;rgba(127, 123, 169, 1)&quot;,&quot;lineWidth&quot;:0.8193319798249641,&quot;lineJoin&quot;:&quot;round&quot;}],&quot;relativeTransform&quot;:{&quot;translate&quot;:{&quot;x&quot;:-356.80063285071566,&quot;y&quot;:-194.4673811624692},&quot;rotate&quot;:-0.09822548199301405},&quot;parent&quot;:{&quot;type&quot;:&quot;CHILD&quot;,&quot;parentId&quot;:&quot;ab2a6a0d-b095-4145-af27-dd90d199c7b9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bb4200d9-95af-41fc-b5f3-dffc316b0aaa&quot;:{&quot;type&quot;:&quot;FIGURE_OBJECT&quot;,&quot;id&quot;:&quot;bb4200d9-95af-41fc-b5f3-dffc316b0aaa&quot;,&quot;path&quot;:{&quot;type&quot;:&quot;POLY_LINE&quot;,&quot;points&quot;:[{&quot;x&quot;:-419.62822156715873,&quot;y&quot;:-31.909970288148507},{&quot;x&quot;:-410.55453771271954,&quot;y&quot;:-40.88661973650129},{&quot;x&quot;:-412.4243594830678,&quot;y&quot;:-46.177798318006},{&quot;x&quot;:-418.4030307663526,&quot;y&quot;:-57.21411271445335},{&quot;x&quot;:-421.7957269284105,&quot;y&quot;:-68.17440615609367},{&quot;x&quot;:-418.4893429590799,&quot;y&quot;:-69.8712596092163},{&quot;x&quot;:-413.22321716905657,&quot;y&quot;:-61.37402806819363},{&quot;x&quot;:-408.2027003147188,&quot;y&quot;:-52.747106404427505},{&quot;x&quot;:-402.90073433048224,&quot;y&quot;:-45.42825383482874},{&quot;x&quot;:-398.89916900772425,&quot;y&quot;:-43.601406798015454},{&quot;x&quot;:-386.4121292932898,&quot;y&quot;:-43.033475557250966},{&quot;x&quot;:-376.33255674888846,&quot;y&quot;:-41.057083060909854},{&quot;x&quot;:-371.4864451126912,&quot;y&quot;:-39.55694539178027},{&quot;x&quot;:-368.6361981736268,&quot;y&quot;:-40.346335969607594},{&quot;x&quot;:-361.6043623784175,&quot;y&quot;:-51.04425807474344},{&quot;x&quot;:-355.9600996419284,&quot;y&quot;:-58.24651856784392},{&quot;x&quot;:-350.37184866198226,&quot;y&quot;:-64.26029535979309},{&quot;x&quot;:-346.3066818612372,&quot;y&quot;:-66.84977238385055},{&quot;x&quot;:-343.90250539690555,&quot;y&quot;:-63.90406673364683},{&quot;x&quot;:-346.7845522235873,&quot;y&quot;:-59.83354481047486},{&quot;x&quot;:-351.9140929813852,&quot;y&quot;:-54.12022209721123},{&quot;x&quot;:-355.75614883540146,&quot;y&quot;:-49.23866271415215},{&quot;x&quot;:-360.8562204563976,&quot;y&quot;:-38.689018832170404},{&quot;x&quot;:-360.11975255873443,&quot;y&quot;:-31.811054150209532},{&quot;x&quot;:-355.0606143923979,&quot;y&quot;:-26.67484223444399},{&quot;x&quot;:-346.6249311653838,&quot;y&quot;:-27.578105071464098},{&quot;x&quot;:-334.6538136364108,&quot;y&quot;:-31.678861269541493},{&quot;x&quot;:-321.57741497781956,&quot;y&quot;:-37.71995909463898},{&quot;x&quot;:-328.7870991371029,&quot;y&quot;:-27.443996398693944},{&quot;x&quot;:-349.9284318078885,&quot;y&quot;:-16.33852094622144},{&quot;x&quot;:-349.7999840841832,&quot;y&quot;:-15.138931785680505},{&quot;x&quot;:-347.78279894004675,&quot;y&quot;:-9.02993585185143},{&quot;x&quot;:-345.2499287687683,&quot;y&quot;:6.839286344807465},{&quot;x&quot;:-340.18145758706726,&quot;y&quot;:9.536440099720824},{&quot;x&quot;:-324.5539751561709,&quot;y&quot;:13.24672145396947},{&quot;x&quot;:-315.91762189827193,&quot;y&quot;:21.027983813001704},{&quot;x&quot;:-331.25597340110386,&quot;y&quot;:18.222415369585953},{&quot;x&quot;:-347.6786612210261,&quot;y&quot;:17.395101484201685},{&quot;x&quot;:-355.9159885461157,&quot;y&quot;:26.41495919414408},{&quot;x&quot;:-362.0606427918113,&quot;y&quot;:33.828419949057874},{&quot;x&quot;:-369.25629754556195,&quot;y&quot;:38.919289288740785},{&quot;x&quot;:-381.96881933132,&quot;y&quot;:43.556690845735},{&quot;x&quot;:-397.16632337785495,&quot;y&quot;:44.089026739407515},{&quot;x&quot;:-406.0730545099799,&quot;y&quot;:41.39882501643288},{&quot;x&quot;:-415.7086874311765,&quot;y&quot;:39.09013456251531},{&quot;x&quot;:-430.6543325438311,&quot;y&quot;:50.2045133394131},{&quot;x&quot;:-436.8382515265468,&quot;y&quot;:60.789658747599105},{&quot;x&quot;:-439.7747764334564,&quot;y&quot;:59.401801449641596},{&quot;x&quot;:-437.524692981061,&quot;y&quot;:49.46203723666013},{&quot;x&quot;:-424.0991083459994,&quot;y&quot;:31.576022625859892},{&quot;x&quot;:-428.90247424380146,&quot;y&quot;:21.32542475816274},{&quot;x&quot;:-431.7306678485758,&quot;y&quot;:14.368311337760828},{&quot;x&quot;:-434.5146031067852,&quot;y&quot;:2.745545508598002},{&quot;x&quot;:-439.8909731677472,&quot;y&quot;:-1.6745586075858343},{&quot;x&quot;:-447.60756355237754,&quot;y&quot;:-3.266195185969266},{&quot;x&quot;:-456.73515190180734,&quot;y&quot;:-2.2888456191606346},{&quot;x&quot;:-466.6844924220175,&quot;y&quot;:-0.2580962205484225},{&quot;x&quot;:-469.0488274529739,&quot;y&quot;:-2.13204335266561},{&quot;x&quot;:-465.57647214783276,&quot;y&quot;:-6.4541240772798405},{&quot;x&quot;:-450.1905890914895,&quot;y&quot;:-9.318670677335227},{&quot;x&quot;:-434.9578492503944,&quot;y&quot;:-10.94973806502405},{&quot;x&quot;:-431.92464258192564,&quot;y&quot;:-14.887606781233524},{&quot;x&quot;:-425.494422421836,&quot;y&quot;:-26.51755076137497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6,&quot;lineJoin&quot;:&quot;round&quot;}],&quot;relativeTransform&quot;:{&quot;translate&quot;:{&quot;x&quot;:-91.70937951828263,&quot;y&quot;:-173.74672274849542},&quot;rotate&quot;:0.10666999806263862},&quot;parent&quot;:{&quot;type&quot;:&quot;CHILD&quot;,&quot;parentId&quot;:&quot;ab2a6a0d-b095-4145-af27-dd90d199c7b9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0e72d9ec-1991-4c41-b9ac-1381b632b7eb&quot;:{&quot;type&quot;:&quot;FIGURE_OBJECT&quot;,&quot;id&quot;:&quot;0e72d9ec-1991-4c41-b9ac-1381b632b7eb&quot;,&quot;path&quot;:{&quot;type&quot;:&quot;POLY_LINE&quot;,&quot;points&quot;:[{&quot;x&quot;:-421.3982126718027,&quot;y&quot;:-30.690514864300912},{&quot;x&quot;:-410.5545377127192,&quot;y&quot;:-40.8866197365013},{&quot;x&quot;:-411.13152858695145,&quot;y&quot;:-46.275208794320335},{&quot;x&quot;:-420.4867174213834,&quot;y&quot;:-60.98196159564586},{&quot;x&quot;:-423.11847912433194,&quot;y&quot;:-71.80883083534783},{&quot;x&quot;:-420.51351435576777,&quot;y&quot;:-73.30906034429817},{&quot;x&quot;:-414.0496528141753,&quot;y&quot;:-62.25284322673054},{&quot;x&quot;:-408.71982017552773,&quot;y&quot;:-53.96140256359252},{&quot;x&quot;:-404.1321351538668,&quot;y&quot;:-46.393123517544524},{&quot;x&quot;:-398.89916900772397,&quot;y&quot;:-43.60140679801547},{&quot;x&quot;:-386.3827322533442,&quot;y&quot;:-42.760368387234905},{&quot;x&quot;:-376.3325567488882,&quot;y&quot;:-41.05708306090987},{&quot;x&quot;:-369.8566466281908,&quot;y&quot;:-42.70141085994308},{&quot;x&quot;:-361.60436237841725,&quot;y&quot;:-51.04425807474345},{&quot;x&quot;:-355.96009964192825,&quot;y&quot;:-58.246518567843935},{&quot;x&quot;:-350.44534126184544,&quot;y&quot;:-64.94306328483314},{&quot;x&quot;:-343.2939691805528,&quot;y&quot;:-69.66050139333886},{&quot;x&quot;:-341.13350284629183,&quot;y&quot;:-66.41229153317381},{&quot;x&quot;:-346.784552223587,&quot;y&quot;:-59.833544810474876},{&quot;x&quot;:-351.9140929813849,&quot;y&quot;:-54.120222097211254},{&quot;x&quot;:-355.7561488354013,&quot;y&quot;:-49.23866271415216},{&quot;x&quot;:-360.8562204563974,&quot;y&quot;:-38.68901883217042},{&quot;x&quot;:-360.36772959405886,&quot;y&quot;:-30.26486915520334},{&quot;x&quot;:-358.81915598326657,&quot;y&quot;:-23.09315418007949},{&quot;x&quot;:-353.17790196181596,&quot;y&quot;:-13.533336825744875},{&quot;x&quot;:-337.72610223986743,&quot;y&quot;:-11.496599538177293},{&quot;x&quot;:-339.26542302652456,&quot;y&quot;:-7.745209182082103},{&quot;x&quot;:-347.7003111124678,&quot;y&quot;:-4.7814902266724575},{&quot;x&quot;:-356.4794616807073,&quot;y&quot;:9.192837557622862},{&quot;x&quot;:-366.00625531673575,&quot;y&quot;:27.63920325712998},{&quot;x&quot;:-367.53132000263946,&quot;y&quot;:36.90372231805447},{&quot;x&quot;:-362.9018113321622,&quot;y&quot;:47.90479796036757},{&quot;x&quot;:-373.4136957342401,&quot;y&quot;:40.49147298085376},{&quot;x&quot;:-382.9191299759653,&quot;y&quot;:36.59107576126938},{&quot;x&quot;:-397.49158862146425,&quot;y&quot;:37.217251929088825},{&quot;x&quot;:-410.7168966699812,&quot;y&quot;:34.13247904335203},{&quot;x&quot;:-426.3984023709719,&quot;y&quot;:38.430191393470686},{&quot;x&quot;:-426.1663037742228,&quot;y&quot;:31.804702129826},{&quot;x&quot;:-427.1462430639236,&quot;y&quot;:22.241471198554844},{&quot;x&quot;:-431.73066784857554,&quot;y&quot;:14.368311337760831},{&quot;x&quot;:-435.12530493934014,&quot;y&quot;:-9.344662571970476},{&quot;x&quot;:-443.2312128258238,&quot;y&quot;:-10.091505335326673},{&quot;x&quot;:-443.0249045465949,&quot;y&quot;:-14.434330475624645},{&quot;x&quot;:-433.6444714739076,&quot;y&quot;:-17.997895115014753},{&quot;x&quot;:-426.8074601925492,&quot;y&quot;:-23.906282802981575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51,&quot;lineJoin&quot;:&quot;round&quot;}],&quot;relativeTransform&quot;:{&quot;translate&quot;:{&quot;x&quot;:-845.1251316315453,&quot;y&quot;:-68.40562359297834},&quot;rotate&quot;:2.7522100289842553},&quot;parent&quot;:{&quot;type&quot;:&quot;CHILD&quot;,&quot;parentId&quot;:&quot;ab2a6a0d-b095-4145-af27-dd90d199c7b9&quot;,&quot;order&quot;:&quot;1&quot;},&quot;connectorInfo&quot;:{&quot;connectedObjects&quot;:[],&quot;type&quot;:&quot;CUBIC&quot;,&quot;offset&quot;:{&quot;x&quot;:0,&quot;y&quot;:0},&quot;bending&quot;:0.1,&quot;firstElementIsHead&quot;:true,&quot;customized&quot;:true},&quot;opacity&quot;:0.45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5e068951-bd5d-480e-8b13-d7f5f3ed890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e068951-bd5d-480e-8b13-d7f5f3ed890d&quot;:{&quot;relativeTransform&quot;:{&quot;translate&quot;:{&quot;x&quot;:195.831345890767,&quot;y&quot;:15.285925538573451},&quot;rotate&quot;:-1.570796326794897,&quot;skewX&quot;:0,&quot;scale&quot;:{&quot;x&quot;:1,&quot;y&quot;:1}},&quot;type&quot;:&quot;FIGURE_OBJECT&quot;,&quot;id&quot;:&quot;5e068951-bd5d-480e-8b13-d7f5f3ed890d&quot;,&quot;parent&quot;:{&quot;type&quot;:&quot;CHILD&quot;,&quot;parentId&quot;:&quot;4603c420-4925-45a8-9d3b-f9d0a8d1e630&quot;,&quot;order&quot;:&quot;999999999712&quot;},&quot;name&quot;:&quot;T cell receptor (TCR, editable)&quot;,&quot;displayName&quot;:&quot;T cell receptor (TCR, editable)&quot;,&quot;source&quot;:{&quot;id&quot;:&quot;678564c616ae62dcc3c388dd&quot;,&quot;type&quot;:&quot;ASSETS&quot;},&quot;isPremium&quot;:true},&quot;aac47432-cef1-4494-883d-64f1375d802d&quot;:{&quot;type&quot;:&quot;FIGURE_OBJECT&quot;,&quot;id&quot;:&quot;aac47432-cef1-4494-883d-64f1375d802d&quot;,&quot;parent&quot;:{&quot;type&quot;:&quot;CHILD&quot;,&quot;parentId&quot;:&quot;5e068951-bd5d-480e-8b13-d7f5f3ed890d&quot;,&quot;order&quot;:&quot;5&quot;},&quot;relativeTransform&quot;:{&quot;translate&quot;:{&quot;x&quot;:246.56531316119748,&quot;y&quot;:124.7975588398555},&quot;rotate&quot;:0}},&quot;d7831510-e6f0-4dfd-9143-3c07445af379&quot;:{&quot;type&quot;:&quot;FIGURE_OBJECT&quot;,&quot;id&quot;:&quot;d7831510-e6f0-4dfd-9143-3c07445af379&quot;,&quot;relativeTransform&quot;:{&quot;translate&quot;:{&quot;x&quot;:-194.58789846667003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1&quot;},&quot;connectorInfo&quot;:{&quot;connectedObjects&quot;:[],&quot;type&quot;:&quot;ELBOW&quot;,&quot;offset&quot;:{&quot;x&quot;:0,&quot;y&quot;:0},&quot;bending&quot;:0.1,&quot;firstElementIsHead&quot;:true,&quot;customized&quot;:true}},&quot;dc7a6cf1-e656-46e6-adcc-32fc7c4c0cc4&quot;:{&quot;type&quot;:&quot;FIGURE_OBJECT&quot;,&quot;id&quot;:&quot;dc7a6cf1-e656-46e6-adcc-32fc7c4c0cc4&quot;,&quot;relativeTransform&quot;:{&quot;translate&quot;:{&quot;x&quot;:-201.44925733804794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be3aa7c0-ac83-480d-8a83-4ebf1841b609&quot;:{&quot;type&quot;:&quot;FIGURE_OBJECT&quot;,&quot;id&quot;:&quot;be3aa7c0-ac83-480d-8a83-4ebf1841b609&quot;,&quot;relativeTransform&quot;:{&quot;translate&quot;:{&quot;x&quot;:-198.42251120695826,&quot;y&quot;:-54.0822541706165},&quot;rotate&quot;:-2.4492935982947064e-16},&quot;opacity&quot;:1,&quot;path&quot;:{&quot;type&quot;:&quot;POLY_LINE&quot;,&quot;points&quot;:[{&quot;x&quot;:4.847792123192965,&quot;y&quot;:10.680881779587171},{&quot;x&quot;:4.847792123192948,&quot;y&quot;:-3.0998193577541113},{&quot;x&quot;:3.998222077873082,&quot;y&quot;:-2.5150299791166355},{&quot;x&quot;:2.8917727025507487,&quot;y&quot;:-2.5150299791166355},{&quot;x&quot;:1.7844521648724272,&quot;y&quot;:-2.8267521496853454},{&quot;x&quot;:1.1632503051999632,&quot;y&quot;:-3.400746848321626},{&quot;x&quot;:1.1632503051999656,&quot;y&quot;:-3.8481393652652036},{&quot;x&quot;:0.6688774049193605,&quot;y&quot;:-2.8859200516107086},{&quot;x&quot;:-0.3822620098962903,&quot;y&quot;:-2.351499350243029},{&quot;x&quot;:-1.0067032538419647,&quot;y&quot;:-2.351499350243028},{&quot;x&quot;:-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ec62a003-8a1f-4f3e-9c5c-15f44eebf786&quot;:{&quot;type&quot;:&quot;FIGURE_OBJECT&quot;,&quot;id&quot;:&quot;ec62a003-8a1f-4f3e-9c5c-15f44eebf786&quot;,&quot;relativeTransform&quot;:{&quot;translate&quot;:{&quot;x&quot;:-201.44277911506526,&quot;y&quot;:-54.0822541706165},&quot;rotate&quot;:0},&quot;opacity&quot;:1,&quot;path&quot;:{&quot;type&quot;:&quot;POLY_LINE&quot;,&quot;points&quot;:[{&quot;x&quot;:-4.847792123192965,&quot;y&quot;:10.680881779587171},{&quot;x&quot;:-4.847792123192948,&quot;y&quot;:-3.0998193577541113},{&quot;x&quot;:-3.998222077873082,&quot;y&quot;:-2.5150299791166355},{&quot;x&quot;:-2.8917727025507487,&quot;y&quot;:-2.5150299791166355},{&quot;x&quot;:-1.7844521648724272,&quot;y&quot;:-2.8267521496853454},{&quot;x&quot;:-1.1632503051999632,&quot;y&quot;:-3.400746848321626},{&quot;x&quot;:-1.1632503051999656,&quot;y&quot;:-3.8481393652652036},{&quot;x&quot;:-0.6688774049193605,&quot;y&quot;:-2.8859200516107086},{&quot;x&quot;:0.3822620098962903,&quot;y&quot;:-2.351499350243029},{&quot;x&quot;:1.0067032538419647,&quot;y&quot;:-2.351499350243028},{&quot;x&quot;: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aac47432-cef1-4494-883d-64f1375d802d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269ba5e9-1f5a-42fa-a960-f579fd2a7ee6&quot;:{&quot;type&quot;:&quot;FIGURE_OBJECT&quot;,&quot;id&quot;:&quot;269ba5e9-1f5a-42fa-a960-f579fd2a7ee6&quot;,&quot;parent&quot;:{&quot;type&quot;:&quot;CHILD&quot;,&quot;parentId&quot;:&quot;5e068951-bd5d-480e-8b13-d7f5f3ed890d&quot;,&quot;order&quot;:&quot;2&quot;},&quot;relativeTransform&quot;:{&quot;translate&quot;:{&quot;x&quot;:246.56531316119748,&quot;y&quot;:124.7975588398555},&quot;rotate&quot;:0}},&quot;8d0f5457-9d28-4bad-8b0d-9f697349e958&quot;:{&quot;type&quot;:&quot;FIGURE_OBJECT&quot;,&quot;id&quot;:&quot;8d0f5457-9d28-4bad-8b0d-9f697349e958&quot;,&quot;relativeTransform&quot;:{&quot;translate&quot;:{&quot;x&quot;:-203.41113012615472,&quot;y&quot;:-17.919678603489082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269ba5e9-1f5a-42fa-a960-f579fd2a7ee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7f0515a-955d-4d4b-a922-e92ac6ec6b19&quot;:{&quot;type&quot;:&quot;FIGURE_OBJECT&quot;,&quot;id&quot;:&quot;a7f0515a-955d-4d4b-a922-e92ac6ec6b19&quot;,&quot;relativeTransform&quot;:{&quot;translate&quot;:{&quot;x&quot;:-196.5593750603453,&quot;y&quot;:-17.919678603489075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269ba5e9-1f5a-42fa-a960-f579fd2a7ee6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a7517a8-f586-4cb6-9693-2b8f34a3554e&quot;:{&quot;type&quot;:&quot;FIGURE_OBJECT&quot;,&quot;id&quot;:&quot;da7517a8-f586-4cb6-9693-2b8f34a3554e&quot;,&quot;relativeTransform&quot;:{&quot;translate&quot;:{&quot;x&quot;:-194.04057101344017,&quot;y&quot;:-27.66280525357906},&quot;rotate&quot;:1.5707963267948966},&quot;opacity&quot;:1,&quot;path&quot;:{&quot;type&quot;:&quot;POLY_LINE&quot;,&quot;points&quot;:[{&quot;x&quot;:0,&quot;y&quot;:3.185461019296168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269ba5e9-1f5a-42fa-a960-f579fd2a7ee6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8623ffa3-2c2f-4f08-8b4b-633e12f4e2c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623ffa3-2c2f-4f08-8b4b-633e12f4e2cd&quot;:{&quot;relativeTransform&quot;:{&quot;translate&quot;:{&quot;x&quot;:397.50676281154097,&quot;y&quot;:60.934160889069034},&quot;rotate&quot;:1.5707963267948966,&quot;skewX&quot;:0,&quot;scale&quot;:{&quot;x&quot;:1,&quot;y&quot;:1}},&quot;type&quot;:&quot;FIGURE_OBJECT&quot;,&quot;id&quot;:&quot;8623ffa3-2c2f-4f08-8b4b-633e12f4e2cd&quot;,&quot;parent&quot;:{&quot;type&quot;:&quot;CHILD&quot;,&quot;parentId&quot;:&quot;4603c420-4925-45a8-9d3b-f9d0a8d1e630&quot;,&quot;order&quot;:&quot;999999999715&quot;},&quot;name&quot;:&quot;CD86 (dimer, editable) &quot;,&quot;displayName&quot;:&quot;CD86 (dimer, editable) &quot;,&quot;source&quot;:{&quot;id&quot;:&quot;678565d75f1e9115893188ec&quot;,&quot;type&quot;:&quot;ASSETS&quot;},&quot;isPremium&quot;:true},&quot;5de0e703-e53f-457a-9a56-b450d02f4b25&quot;:{&quot;type&quot;:&quot;FIGURE_OBJECT&quot;,&quot;id&quot;:&quot;5de0e703-e53f-457a-9a56-b450d02f4b25&quot;,&quot;parent&quot;:{&quot;type&quot;:&quot;CHILD&quot;,&quot;parentId&quot;:&quot;8623ffa3-2c2f-4f08-8b4b-633e12f4e2cd&quot;,&quot;order&quot;:&quot;2&quot;},&quot;relativeTransform&quot;:{&quot;translate&quot;:{&quot;x&quot;:246.25602897914652,&quot;y&quot;:92.68213542057826},&quot;rotate&quot;:0}},&quot;d497744e-cf58-499c-a52e-520639db8880&quot;:{&quot;type&quot;:&quot;FIGURE_OBJECT&quot;,&quot;id&quot;:&quot;d497744e-cf58-499c-a52e-520639db8880&quot;,&quot;relativeTransform&quot;:{&quot;translate&quot;:{&quot;x&quot;:-314.20117627994614,&quot;y&quot;:69.65009878312854},&quot;rotate&quot;:3.141592653589793},&quot;opacity&quot;:1,&quot;path&quot;:{&quot;type&quot;:&quot;POLY_LINE&quot;,&quot;points&quot;:[{&quot;x&quot;:0,&quot;y&quot;:-12.854134289770233},{&quot;x&quot;:0,&quot;y&quot;:12.854134289770233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5de0e703-e53f-457a-9a56-b450d02f4b25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2d6412d-0bfb-460c-854b-cbebcf4c5f11&quot;:{&quot;type&quot;:&quot;FIGURE_OBJECT&quot;,&quot;id&quot;:&quot;92d6412d-0bfb-460c-854b-cbebcf4c5f11&quot;,&quot;parent&quot;:{&quot;type&quot;:&quot;CHILD&quot;,&quot;parentId&quot;:&quot;5de0e703-e53f-457a-9a56-b450d02f4b25&quot;,&quot;order&quot;:&quot;7&quot;},&quot;relativeTransform&quot;:{&quot;translate&quot;:{&quot;x&quot;:0,&quot;y&quot;:0},&quot;rotate&quot;:0}},&quot;36d9f4d5-f5a3-4fe1-822f-a911938e0582&quot;:{&quot;type&quot;:&quot;FIGURE_OBJECT&quot;,&quot;id&quot;:&quot;36d9f4d5-f5a3-4fe1-822f-a911938e0582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92d6412d-0bfb-460c-854b-cbebcf4c5f11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ed746af4-300a-4efc-9ab7-391424e4e026&quot;:{&quot;type&quot;:&quot;FIGURE_OBJECT&quot;,&quot;id&quot;:&quot;ed746af4-300a-4efc-9ab7-391424e4e026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92d6412d-0bfb-460c-854b-cbebcf4c5f11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29981040-c9c0-4df9-9472-d991e7d4fcc7&quot;:{&quot;type&quot;:&quot;FIGURE_OBJECT&quot;,&quot;id&quot;:&quot;29981040-c9c0-4df9-9472-d991e7d4fcc7&quot;,&quot;parent&quot;:{&quot;type&quot;:&quot;CHILD&quot;,&quot;parentId&quot;:&quot;8623ffa3-2c2f-4f08-8b4b-633e12f4e2cd&quot;,&quot;order&quot;:&quot;5&quot;},&quot;relativeTransform&quot;:{&quot;translate&quot;:{&quot;x&quot;:253.43719782603824,&quot;y&quot;:92.68213542057826},&quot;rotate&quot;:0}},&quot;6474a13b-276c-48fd-b0ba-be339a0dba0e&quot;:{&quot;type&quot;:&quot;FIGURE_OBJECT&quot;,&quot;id&quot;:&quot;6474a13b-276c-48fd-b0ba-be339a0dba0e&quot;,&quot;relativeTransform&quot;:{&quot;translate&quot;:{&quot;x&quot;:-314.20117627994614,&quot;y&quot;:69.58988688998076},&quot;rotate&quot;:3.141592653589793},&quot;opacity&quot;:1,&quot;path&quot;:{&quot;type&quot;:&quot;POLY_LINE&quot;,&quot;points&quot;:[{&quot;x&quot;:0,&quot;y&quot;:-12.79392239662247},{&quot;x&quot;:0,&quot;y&quot;:12.79392239662247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29981040-c9c0-4df9-9472-d991e7d4fcc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dc3e76b-ec0a-45ed-aca4-d97dfafce017&quot;:{&quot;type&quot;:&quot;FIGURE_OBJECT&quot;,&quot;id&quot;:&quot;5dc3e76b-ec0a-45ed-aca4-d97dfafce017&quot;,&quot;parent&quot;:{&quot;type&quot;:&quot;CHILD&quot;,&quot;parentId&quot;:&quot;29981040-c9c0-4df9-9472-d991e7d4fcc7&quot;,&quot;order&quot;:&quot;7&quot;},&quot;relativeTransform&quot;:{&quot;translate&quot;:{&quot;x&quot;:0,&quot;y&quot;:0},&quot;rotate&quot;:0}},&quot;570fe541-cca4-4f3f-a014-37b8f2461700&quot;:{&quot;type&quot;:&quot;FIGURE_OBJECT&quot;,&quot;id&quot;:&quot;570fe541-cca4-4f3f-a014-37b8f2461700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5dc3e76b-ec0a-45ed-aca4-d97dfafce017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f02d5780-95b5-410a-88b1-843ab7e03999&quot;:{&quot;type&quot;:&quot;FIGURE_OBJECT&quot;,&quot;id&quot;:&quot;f02d5780-95b5-410a-88b1-843ab7e03999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5dc3e76b-ec0a-45ed-aca4-d97dfafce017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1734c447-1292-44d7-b553-42759274b35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734c447-1292-44d7-b553-42759274b354&quot;:{&quot;relativeTransform&quot;:{&quot;translate&quot;:{&quot;x&quot;:162.7918376472403,&quot;y&quot;:166.33994929578125},&quot;rotate&quot;:-1.5707963267948966,&quot;skewX&quot;:0,&quot;scale&quot;:{&quot;x&quot;:1,&quot;y&quot;:1}},&quot;type&quot;:&quot;FIGURE_OBJECT&quot;,&quot;id&quot;:&quot;1734c447-1292-44d7-b553-42759274b354&quot;,&quot;parent&quot;:{&quot;type&quot;:&quot;CHILD&quot;,&quot;parentId&quot;:&quot;4603c420-4925-45a8-9d3b-f9d0a8d1e630&quot;,&quot;order&quot;:&quot;999999999752&quot;},&quot;name&quot;:&quot;CD28 (relaxed, editable)&quot;,&quot;displayName&quot;:&quot;CD28 (relaxed, editable)&quot;,&quot;source&quot;:{&quot;id&quot;:&quot;6785667d9d463cd270edb5ac&quot;,&quot;type&quot;:&quot;ASSETS&quot;},&quot;isPremium&quot;:true},&quot;9c8d4f7e-5b2e-4483-9b6a-666a34b4fa0d&quot;:{&quot;type&quot;:&quot;FIGURE_OBJECT&quot;,&quot;id&quot;:&quot;9c8d4f7e-5b2e-4483-9b6a-666a34b4fa0d&quot;,&quot;parent&quot;:{&quot;type&quot;:&quot;CHILD&quot;,&quot;parentId&quot;:&quot;1734c447-1292-44d7-b553-42759274b354&quot;,&quot;order&quot;:&quot;5&quot;},&quot;relativeTransform&quot;:{&quot;translate&quot;:{&quot;x&quot;:282.6093049035799,&quot;y&quot;:161.6656304291086},&quot;rotate&quot;:0}},&quot;43d7448d-5dd4-4ea8-bd55-c36effa4de5d&quot;:{&quot;type&quot;:&quot;FIGURE_OBJECT&quot;,&quot;id&quot;:&quot;43d7448d-5dd4-4ea8-bd55-c36effa4de5d&quot;,&quot;relativeTransform&quot;:{&quot;translate&quot;:{&quot;x&quot;:-103.9938230012894,&quot;y&quot;:-45.39920486845889},&quot;rotate&quot;:0.25876586615201375},&quot;opacity&quot;:1,&quot;path&quot;:{&quot;type&quot;:&quot;POLY_LINE&quot;,&quot;points&quot;:[{&quot;x&quot;:-5.600105816222394,&quot;y&quot;:11.829623631194034},{&quot;x&quot;:-5.600105816222421,&quot;y&quot;:0.026111514007899985},{&quot;x&quot;:-5.600105816222425,&quot;y&quot;:2.3065828949754428},{&quot;x&quot;:-5.600105816222425,&quot;y&quot;:-0.8019793899876512},{&quot;x&quot;:-4.768650272110549,&quot;y&quot;:-1.9563239869970892},{&quot;x&quot;:-3.778512016779821,&quot;y&quot;:-2.5009141675266537},{&quot;x&quot;:-2.118395663929901,&quot;y&quot;:-2.98339078043814},{&quot;x&quot;:-0.41974161165289986,&quot;y&quot;:-2.4893374509350874},{&quot;x&quot;:0.655488859385585,&quot;y&quot;:-1.5928016909829772},{&quot;x&quot;:1.1629303822824026,&quot;y&quot;:-0.44591837696371744},{&quot;x&quot;:1.1629303822824137,&quot;y&quot;:11.88689428019579},{&quot;x&quot;:-0.25652500153742014,&quot;y&quot;:12.982836420621139},{&quot;x&quot;:-4.0350539062083435,&quot;y&quot;:12.919403063337942}],&quot;closed&quot;:true,&quot;cornerRounding&quot;:{&quot;type&quot;:&quot;ARC_LENGTH&quot;,&quot;global&quot;:1.9247405741649208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57,&quot;lineJoin&quot;:&quot;round&quot;}],&quot;isLocked&quot;:false,&quot;parent&quot;:{&quot;type&quot;:&quot;CHILD&quot;,&quot;parentId&quot;:&quot;9c8d4f7e-5b2e-4483-9b6a-666a34b4fa0d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681f6eca-f1e7-476c-b2af-bd12f56fef4d&quot;:{&quot;type&quot;:&quot;FIGURE_OBJECT&quot;,&quot;id&quot;:&quot;681f6eca-f1e7-476c-b2af-bd12f56fef4d&quot;,&quot;relativeTransform&quot;:{&quot;translate&quot;:{&quot;x&quot;:-121.6207813646426,&quot;y&quot;:-45.54949456175899},&quot;rotate&quot;:-0.2587658661520138},&quot;opacity&quot;:1,&quot;path&quot;:{&quot;type&quot;:&quot;POLY_LINE&quot;,&quot;points&quot;:[{&quot;x&quot;:5.600105816222395,&quot;y&quot;:11.829623631194034},{&quot;x&quot;:5.600105816222422,&quot;y&quot;:0.026111514007899992},{&quot;x&quot;:5.600105816222426,&quot;y&quot;:2.3065828949754428},{&quot;x&quot;:5.600105816222426,&quot;y&quot;:-0.8019793899876512},{&quot;x&quot;:4.76865027211055,&quot;y&quot;:-1.9563239869970892},{&quot;x&quot;:3.7785120167798216,&quot;y&quot;:-2.500914167526654},{&quot;x&quot;:2.1183956639299013,&quot;y&quot;:-2.98339078043814},{&quot;x&quot;:0.4197416116528999,&quot;y&quot;:-2.489337450935088},{&quot;x&quot;:-0.6554888593855851,&quot;y&quot;:-1.5928016909829772},{&quot;x&quot;:-1.1629303822824026,&quot;y&quot;:-0.4459183769637176},{&quot;x&quot;:-1.162930382282414,&quot;y&quot;:11.886894280195795},{&quot;x&quot;:0.2565250015374202,&quot;y&quot;:12.982836420621139},{&quot;x&quot;:4.035053906208344,&quot;y&quot;:12.919403063337946}],&quot;closed&quot;:true,&quot;cornerRounding&quot;:{&quot;type&quot;:&quot;ARC_LENGTH&quot;,&quot;global&quot;:1.924740574164921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6,&quot;lineJoin&quot;:&quot;round&quot;}],&quot;isLocked&quot;:false,&quot;parent&quot;:{&quot;type&quot;:&quot;CHILD&quot;,&quot;parentId&quot;:&quot;9c8d4f7e-5b2e-4483-9b6a-666a34b4fa0d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f073e865-6643-44dc-ab5a-f30a59e1b41c&quot;:{&quot;type&quot;:&quot;FIGURE_OBJECT&quot;,&quot;id&quot;:&quot;f073e865-6643-44dc-ab5a-f30a59e1b41c&quot;,&quot;parent&quot;:{&quot;type&quot;:&quot;CHILD&quot;,&quot;parentId&quot;:&quot;1734c447-1292-44d7-b553-42759274b354&quot;,&quot;order&quot;:&quot;2&quot;},&quot;relativeTransform&quot;:{&quot;translate&quot;:{&quot;x&quot;:282.6093049035799,&quot;y&quot;:161.6656304291086},&quot;rotate&quot;:0}},&quot;d659cba9-4c21-4b24-9c33-231813a06a21&quot;:{&quot;type&quot;:&quot;FIGURE_OBJECT&quot;,&quot;id&quot;:&quot;d659cba9-4c21-4b24-9c33-231813a06a21&quot;,&quot;relativeTransform&quot;:{&quot;translate&quot;:{&quot;x&quot;:-116.10729241296409,&quot;y&quot;:-20.63373000273332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f073e865-6643-44dc-ab5a-f30a59e1b41c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132e8e8-f032-4b9e-a4e4-743f809b40c0&quot;:{&quot;type&quot;:&quot;FIGURE_OBJECT&quot;,&quot;id&quot;:&quot;4132e8e8-f032-4b9e-a4e4-743f809b40c0&quot;,&quot;relativeTransform&quot;:{&quot;translate&quot;:{&quot;x&quot;:-109.38635751700996,&quot;y&quot;:-20.633730002733305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f073e865-6643-44dc-ab5a-f30a59e1b41c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e0cc276-d9ec-4bd5-ae1b-502ce2cd82c2&quot;:{&quot;type&quot;:&quot;FIGURE_OBJECT&quot;,&quot;id&quot;:&quot;4e0cc276-d9ec-4bd5-ae1b-502ce2cd82c2&quot;,&quot;relativeTransform&quot;:{&quot;translate&quot;:{&quot;x&quot;:-106.9148934040773,&quot;y&quot;:-30.353398274782972},&quot;rotate&quot;:1.5707963267948966},&quot;opacity&quot;:1,&quot;path&quot;:{&quot;type&quot;:&quot;POLY_LINE&quot;,&quot;points&quot;:[{&quot;x&quot;:0,&quot;y&quot;:2.7489169546482617},{&quot;x&quot;:5.3290957738057766e-17,&quot;y&quot;:9.19190548761096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f073e865-6643-44dc-ab5a-f30a59e1b41c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b2f94d93-64b9-42ff-a82e-9b8881f864b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2f94d93-64b9-42ff-a82e-9b8881f864b6&quot;:{&quot;relativeTransform&quot;:{&quot;translate&quot;:{&quot;x&quot;:271.17623216834164,&quot;y&quot;:-65.21514579026935},&quot;rotate&quot;:1.5707963267948966,&quot;skewX&quot;:0,&quot;scale&quot;:{&quot;x&quot;:1,&quot;y&quot;:1}},&quot;type&quot;:&quot;FIGURE_OBJECT&quot;,&quot;id&quot;:&quot;b2f94d93-64b9-42ff-a82e-9b8881f864b6&quot;,&quot;parent&quot;:{&quot;type&quot;:&quot;CHILD&quot;,&quot;parentId&quot;:&quot;4603c420-4925-45a8-9d3b-f9d0a8d1e630&quot;,&quot;order&quot;:&quot;999999999755&quot;},&quot;name&quot;:&quot;MHC class I (editable)&quot;,&quot;displayName&quot;:&quot;MHC class I (editable)&quot;,&quot;source&quot;:{&quot;id&quot;:&quot;67856b660efb4e725db041ed&quot;,&quot;type&quot;:&quot;ASSETS&quot;},&quot;isPremium&quot;:true},&quot;5713fec7-2a15-4723-b631-410a818562d2&quot;:{&quot;type&quot;:&quot;FIGURE_OBJECT&quot;,&quot;id&quot;:&quot;5713fec7-2a15-4723-b631-410a818562d2&quot;,&quot;relativeTransform&quot;:{&quot;translate&quot;:{&quot;x&quot;:30.57405533210088,&quot;y&quot;:38.745575635814},&quot;rotate&quot;:0},&quot;opacity&quot;:1,&quot;path&quot;:{&quot;type&quot;:&quot;POLY_LINE&quot;,&quot;points&quot;:[{&quot;x&quot;:0,&quot;y&quot;:-12.58014759171294},{&quot;x&quot;:0,&quot;y&quot;:9.015504154535604}],&quot;closed&quot;:false},&quot;pathStyles&quot;:[{&quot;type&quot;:&quot;FILL&quot;,&quot;fillStyle&quot;:&quot;rgba(0,0,0,0)&quot;},{&quot;type&quot;:&quot;STROKE&quot;,&quot;strokeStyle&quot;:&quot;rgba(57, 30, 64, 1)&quot;,&quot;lineWidth&quot;:1.2575695805557754,&quot;lineJoin&quot;:&quot;round&quot;}],&quot;isLocked&quot;:false,&quot;parent&quot;:{&quot;type&quot;:&quot;CHILD&quot;,&quot;parentId&quot;:&quot;b2f94d93-64b9-42ff-a82e-9b8881f864b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eacd50c-c565-4937-b488-7724f513140b&quot;:{&quot;type&quot;:&quot;FIGURE_OBJECT&quot;,&quot;id&quot;:&quot;feacd50c-c565-4937-b488-7724f513140b&quot;,&quot;parent&quot;:{&quot;type&quot;:&quot;CHILD&quot;,&quot;parentId&quot;:&quot;b2f94d93-64b9-42ff-a82e-9b8881f864b6&quot;,&quot;order&quot;:&quot;5&quot;},&quot;relativeTransform&quot;:{&quot;translate&quot;:{&quot;x&quot;:0,&quot;y&quot;:0},&quot;rotate&quot;:0}},&quot;30c18b07-1fcc-4dfa-8a34-db03ed02006d&quot;:{&quot;type&quot;:&quot;FIGURE_OBJECT&quot;,&quot;id&quot;:&quot;30c18b07-1fcc-4dfa-8a34-db03ed02006d&quot;,&quot;relativeTransform&quot;:{&quot;translate&quot;:{&quot;x&quot;:37.691444488007505,&quot;y&quot;:26.248971367766345},&quot;rotate&quot;:-2.775557561562892e-16,&quot;skewX&quot;:1.1102230246251565e-16},&quot;opacity&quot;:1,&quot;path&quot;:{&quot;type&quot;:&quot;RECT&quot;,&quot;size&quot;:{&quot;x&quot;:6.042151580899484,&quot;y&quot;:7.776968010288445},&quot;cornerRounding&quot;:{&quot;type&quot;:&quot;ARC_LENGTH&quot;,&quot;global&quot;:1.0595203113295335},&quot;selectedObjectIds&quot;:[&quot;62022a53-9641-4e2b-87cc-c664408c2993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feacd50c-c565-4937-b488-7724f513140b&quot;,&quot;order&quot;:&quot;5&quot;}},&quot;b4800488-577d-4df6-983b-cb4d925307be&quot;:{&quot;type&quot;:&quot;FIGURE_OBJECT&quot;,&quot;id&quot;:&quot;b4800488-577d-4df6-983b-cb4d925307be&quot;,&quot;relativeTransform&quot;:{&quot;translate&quot;:{&quot;x&quot;:39.627431281119414,&quot;y&quot;:14.168358973088326},&quot;rotate&quot;:0},&quot;opacity&quot;:1,&quot;path&quot;:{&quot;type&quot;:&quot;POLY_LINE&quot;,&quot;points&quot;:[{&quot;x&quot;:-4.88236211845015,&quot;y&quot;:4.48340500652485},{&quot;x&quot;:-4.8823621184501365,&quot;y&quot;:1.4062980282338577},{&quot;x&quot;:-3.043051742386749,&quot;y&quot;:0.898255576669622},{&quot;x&quot;:-1.6168580403627828,&quot;y&quot;:-0.987825482759411},{&quot;x&quot;:-1.7881021688368754,&quot;y&quot;:-5.476905811849453},{&quot;x&quot;:1.0928073813759864,&quot;y&quot;:-5.476905811849453},{&quot;x&quot;:1.0928073813759864,&quot;y&quot;:1.8751931187511848},{&quot;x&quot;:1.0928073813759864,&quot;y&quot;:6.4100365871100715},{&quot;x&quot;:0.5201780450176148,&quot;y&quot;:6.954034593547557},{&quot;x&quot;:-1.963444207968624,&quot;y&quot;:6.954034593547557},{&quot;x&quot;:-4.9569885482202825,&quot;y&quot;:6.954034593547557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feacd50c-c565-4937-b488-7724f513140b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590a4b45-d290-48b8-a917-4e27dfd5dc8a&quot;:{&quot;type&quot;:&quot;FIGURE_OBJECT&quot;,&quot;id&quot;:&quot;590a4b45-d290-48b8-a917-4e27dfd5dc8a&quot;,&quot;relativeTransform&quot;:{&quot;translate&quot;:{&quot;x&quot;:28.73082622318417,&quot;y&quot;:14.06163424416489},&quot;rotate&quot;:-6.938893903907228e-18},&quot;opacity&quot;:1,&quot;path&quot;:{&quot;type&quot;:&quot;POLY_LINE&quot;,&quot;points&quot;:[{&quot;x&quot;:4.882362118450136,&quot;y&quot;:14.983773388486963},{&quot;x&quot;:4.8823621184501365,&quot;y&quot;:1.4062980282338577},{&quot;x&quot;:3.043051742386749,&quot;y&quot;:0.898255576669622},{&quot;x&quot;:1.6168580403627828,&quot;y&quot;:-0.987825482759411},{&quot;x&quot;:1.7881021688368754,&quot;y&quot;:-5.476905811849453},{&quot;x&quot;:-1.199683231356409,&quot;y&quot;:-5.352596835406145},{&quot;x&quot;:-1.199683231356403,&quot;y&quot;:6.611373263062762},{&quot;x&quot;:-1.199683231356403,&quot;y&quot;:15.747435257761252},{&quot;x&quot;:-0.3144724228740185,&quot;y&quot;:16.05924913454966},{&quot;x&quot;:2.2571608060654813,&quot;y&quot;:16.05924913454966},{&quot;x&quot;:4.920273973458186,&quot;y&quot;:16.020140265176636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feacd50c-c565-4937-b488-7724f513140b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104824e8-3c12-48a0-ba1b-2102fe61888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04824e8-3c12-48a0-ba1b-2102fe61888b&quot;:{&quot;type&quot;:&quot;FIGURE_OBJECT&quot;,&quot;id&quot;:&quot;104824e8-3c12-48a0-ba1b-2102fe61888b&quot;,&quot;relativeTransform&quot;:{&quot;translate&quot;:{&quot;x&quot;:259.88021933699827,&quot;y&quot;:-31.27588719660575},&quot;rotate&quot;:0,&quot;skewX&quot;:0,&quot;scale&quot;:{&quot;x&quot;:1,&quot;y&quot;:1}},&quot;opacity&quot;:1,&quot;path&quot;:{&quot;type&quot;:&quot;ELLIPSE&quot;,&quot;size&quot;:{&quot;x&quot;:4.730580467033069,&quot;y&quot;:4.915991878949783}},&quot;isLocked&quot;:false,&quot;pathStyles&quot;:[{&quot;type&quot;:&quot;FILL&quot;,&quot;fillStyle&quot;:&quot;rgba(49,126,194,1)&quot;},{&quot;type&quot;:&quot;STROKE&quot;,&quot;strokeStyle&quot;:&quot;rgba(23,23,23,1)&quot;,&quot;lineWidth&quot;:0.8193319798249639,&quot;lineJoin&quot;:&quot;round&quot;}],&quot;parent&quot;:{&quot;type&quot;:&quot;CHILD&quot;,&quot;parentId&quot;:&quot;4603c420-4925-45a8-9d3b-f9d0a8d1e630&quot;,&quot;order&quot;:&quot;99999999976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bc981aa-555e-43a4-b6a4-50317f5e2f5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bc981aa-555e-43a4-b6a4-50317f5e2f5e&quot;:{&quot;type&quot;:&quot;FIGURE_OBJECT&quot;,&quot;id&quot;:&quot;abc981aa-555e-43a4-b6a4-50317f5e2f5e&quot;,&quot;parent&quot;:{&quot;type&quot;:&quot;CHILD&quot;,&quot;parentId&quot;:&quot;4603c420-4925-45a8-9d3b-f9d0a8d1e630&quot;,&quot;order&quot;:&quot;999999999762&quot;},&quot;relativeTransform&quot;:{&quot;translate&quot;:{&quot;x&quot;:263.46856395417956,&quot;y&quot;:-30.534019859831673},&quot;rotate&quot;:0,&quot;skewX&quot;:0,&quot;scale&quot;:{&quot;x&quot;:1,&quot;y&quot;:1}}},&quot;c7493c8c-05f5-4305-9eca-7bad9bd10791&quot;:{&quot;type&quot;:&quot;FIGURE_OBJECT&quot;,&quot;id&quot;:&quot;c7493c8c-05f5-4305-9eca-7bad9bd10791&quot;,&quot;parent&quot;:{&quot;type&quot;:&quot;CHILD&quot;,&quot;parentId&quot;:&quot;abc981aa-555e-43a4-b6a4-50317f5e2f5e&quot;,&quot;order&quot;:&quot;2&quot;},&quot;relativeTransform&quot;:{&quot;translate&quot;:{&quot;x&quot;:0,&quot;y&quot;:0},&quot;rotate&quot;:0}},&quot;9f6bb361-623d-41c2-8898-29c519f87dc9&quot;:{&quot;type&quot;:&quot;FIGURE_OBJECT&quot;,&quot;id&quot;:&quot;9f6bb361-623d-41c2-8898-29c519f87dc9&quot;,&quot;relativeTransform&quot;:{&quot;translate&quot;:{&quot;x&quot;:-15.255087772145869,&quot;y&quot;:-20.386447594603286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1, 79, 79, 1)&quot;},{&quot;type&quot;:&quot;STROKE&quot;,&quot;strokeStyle&quot;:&quot;rgba(122, 23, 23, 1)&quot;,&quot;lineWidth&quot;:0.40966598991248193,&quot;lineJoin&quot;:&quot;round&quot;}],&quot;isLocked&quot;:false,&quot;parent&quot;:{&quot;type&quot;:&quot;CHILD&quot;,&quot;parentId&quot;:&quot;c7493c8c-05f5-4305-9eca-7bad9bd10791&quot;,&quot;order&quot;:&quot;5&quot;}},&quot;2e5fb06b-ebc4-465c-9d82-ba9f0b5705a5&quot;:{&quot;type&quot;:&quot;FIGURE_OBJECT&quot;,&quot;id&quot;:&quot;2e5fb06b-ebc4-465c-9d82-ba9f0b5705a5&quot;,&quot;relativeTransform&quot;:{&quot;translate&quot;:{&quot;x&quot;:17.94572260813848,&quot;y&quot;:-20.386447594603286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22, 23, 23, 1)&quot;,&quot;lineWidth&quot;:1.2289979697374458,&quot;lineJoin&quot;:&quot;round&quot;}],&quot;isLocked&quot;:false,&quot;parent&quot;:{&quot;type&quot;:&quot;CHILD&quot;,&quot;parentId&quot;:&quot;c7493c8c-05f5-4305-9eca-7bad9bd10791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39bf345-3053-43c2-a407-131938acd4f4&quot;:{&quot;type&quot;:&quot;FIGURE_OBJECT&quot;,&quot;id&quot;:&quot;339bf345-3053-43c2-a407-131938acd4f4&quot;,&quot;parent&quot;:{&quot;type&quot;:&quot;CHILD&quot;,&quot;parentId&quot;:&quot;abc981aa-555e-43a4-b6a4-50317f5e2f5e&quot;,&quot;order&quot;:&quot;5&quot;},&quot;relativeTransform&quot;:{&quot;translate&quot;:{&quot;x&quot;:0,&quot;y&quot;:0},&quot;rotate&quot;:0}},&quot;5961f6e1-fb9f-4a3a-9347-270fa96da3d2&quot;:{&quot;type&quot;:&quot;FIGURE_OBJECT&quot;,&quot;id&quot;:&quot;5961f6e1-fb9f-4a3a-9347-270fa96da3d2&quot;,&quot;relativeTransform&quot;:{&quot;translate&quot;:{&quot;x&quot;:-15.255087680985357,&quot;y&quot;:-12.029260945454247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9, 82, 113, 1)&quot;},{&quot;type&quot;:&quot;STROKE&quot;,&quot;strokeStyle&quot;:&quot;rgba(132, 28, 70, 1)&quot;,&quot;lineWidth&quot;:0.40966598991248193,&quot;lineJoin&quot;:&quot;round&quot;}],&quot;isLocked&quot;:false,&quot;parent&quot;:{&quot;type&quot;:&quot;CHILD&quot;,&quot;parentId&quot;:&quot;339bf345-3053-43c2-a407-131938acd4f4&quot;,&quot;order&quot;:&quot;5&quot;}},&quot;c7708ad8-ae92-40bf-a18c-8e533f1a7660&quot;:{&quot;type&quot;:&quot;FIGURE_OBJECT&quot;,&quot;id&quot;:&quot;c7708ad8-ae92-40bf-a18c-8e533f1a7660&quot;,&quot;relativeTransform&quot;:{&quot;translate&quot;:{&quot;x&quot;:18.02359440521595,&quot;y&quot;:-12.029260945454247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32, 28, 70, 1)&quot;,&quot;lineWidth&quot;:1.2289979697374458,&quot;lineJoin&quot;:&quot;round&quot;}],&quot;isLocked&quot;:false,&quot;parent&quot;:{&quot;type&quot;:&quot;CHILD&quot;,&quot;parentId&quot;:&quot;339bf345-3053-43c2-a407-131938acd4f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8869f5b8-6e60-433a-8b60-4f46b11d555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869f5b8-6e60-433a-8b60-4f46b11d555d&quot;:{&quot;type&quot;:&quot;FIGURE_OBJECT&quot;,&quot;id&quot;:&quot;8869f5b8-6e60-433a-8b60-4f46b11d555d&quot;,&quot;relativeTransform&quot;:{&quot;translate&quot;:{&quot;x&quot;:490.9874317304657,&quot;y&quot;:-26.334997986240744},&quot;rotate&quot;:-1.5707963267948968,&quot;skewX&quot;:0,&quot;scale&quot;:{&quot;x&quot;:1,&quot;y&quot;:1}},&quot;opacity&quot;:1,&quot;path&quot;:{&quot;type&quot;:&quot;POLY_LINE&quot;,&quot;points&quot;:[{&quot;x&quot;:7.802938098399085e-16,&quot;y&quot;:-86.20223689939964},{&quot;x&quot;:-4.0003845940013096e-16,&quot;y&quot;:44.19387878157846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77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2038b494-5214-4e7f-a2b8-13bff59835a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038b494-5214-4e7f-a2b8-13bff59835ab&quot;:{&quot;type&quot;:&quot;FIGURE_OBJECT&quot;,&quot;id&quot;:&quot;2038b494-5214-4e7f-a2b8-13bff59835ab&quot;,&quot;name&quot;:&quot;Sphere&quot;,&quot;relativeTransform&quot;:{&quot;translate&quot;:{&quot;x&quot;:431.5956849613755,&quot;y&quot;:-30.67377751230776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72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27ab46e3-d85d-427d-b840-cb8d63faa82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7ab46e3-d85d-427d-b840-cb8d63faa82a&quot;:{&quot;type&quot;:&quot;FIGURE_OBJECT&quot;,&quot;id&quot;:&quot;27ab46e3-d85d-427d-b840-cb8d63faa82a&quot;,&quot;name&quot;:&quot;Sphere&quot;,&quot;relativeTransform&quot;:{&quot;translate&quot;:{&quot;x&quot;:454.0538570256879,&quot;y&quot;:-46.3821435346591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7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61fff0e7-18c5-49a1-9e92-549cf0c4e82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1fff0e7-18c5-49a1-9e92-549cf0c4e82b&quot;:{&quot;type&quot;:&quot;FIGURE_OBJECT&quot;,&quot;id&quot;:&quot;61fff0e7-18c5-49a1-9e92-549cf0c4e82b&quot;,&quot;name&quot;:&quot;Sphere&quot;,&quot;relativeTransform&quot;:{&quot;translate&quot;:{&quot;x&quot;:449.0371951168088,&quot;y&quot;:-33.8751643600437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205cd743-9cdd-475e-8184-36748f9d070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05cd743-9cdd-475e-8184-36748f9d0704&quot;:{&quot;type&quot;:&quot;FIGURE_OBJECT&quot;,&quot;id&quot;:&quot;205cd743-9cdd-475e-8184-36748f9d0704&quot;,&quot;name&quot;:&quot;Sphere&quot;,&quot;relativeTransform&quot;:{&quot;translate&quot;:{&quot;x&quot;:444.9562994176898,&quot;y&quot;:-20.00539872618219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8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37d4b83a-fa17-461b-982e-c84eaf6040d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7d4b83a-fa17-461b-982e-c84eaf6040d6&quot;:{&quot;type&quot;:&quot;FIGURE_OBJECT&quot;,&quot;id&quot;:&quot;37d4b83a-fa17-461b-982e-c84eaf6040d6&quot;,&quot;name&quot;:&quot;Sphere&quot;,&quot;relativeTransform&quot;:{&quot;translate&quot;:{&quot;x&quot;:461.4552833009029,&quot;y&quot;:-16.72585183836469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79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54f8d7d-1ff5-419a-8f78-702c6eb1a99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54f8d7d-1ff5-419a-8f78-702c6eb1a991&quot;:{&quot;type&quot;:&quot;FIGURE_OBJECT&quot;,&quot;id&quot;:&quot;a54f8d7d-1ff5-419a-8f78-702c6eb1a991&quot;,&quot;name&quot;:&quot;Sphere&quot;,&quot;relativeTransform&quot;:{&quot;translate&quot;:{&quot;x&quot;:432.5492447408524,&quot;y&quot;:-17.72854319760432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c3b7afb0-a62f-42e7-88a2-2aa5046dc28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3b7afb0-a62f-42e7-88a2-2aa5046dc281&quot;:{&quot;type&quot;:&quot;FIGURE_OBJECT&quot;,&quot;id&quot;:&quot;c3b7afb0-a62f-42e7-88a2-2aa5046dc281&quot;,&quot;name&quot;:&quot;Sphere&quot;,&quot;relativeTransform&quot;:{&quot;translate&quot;:{&quot;x&quot;:421.521941922279,&quot;y&quot;:-20.918892704988536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0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bda81fb-8379-4f32-8d4d-bc227475f60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bda81fb-8379-4f32-8d4d-bc227475f601&quot;:{&quot;type&quot;:&quot;FIGURE_OBJECT&quot;,&quot;id&quot;:&quot;0bda81fb-8379-4f32-8d4d-bc227475f601&quot;,&quot;name&quot;:&quot;Sphere&quot;,&quot;relativeTransform&quot;:{&quot;translate&quot;:{&quot;x&quot;:455.79667547486315,&quot;y&quot;:-1.871051580387757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1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275fc41-4b4c-4a38-9e90-f35e8075f9a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275fc41-4b4c-4a38-9e90-f35e8075f9ae&quot;:{&quot;type&quot;:&quot;FIGURE_OBJECT&quot;,&quot;id&quot;:&quot;a275fc41-4b4c-4a38-9e90-f35e8075f9ae&quot;,&quot;name&quot;:&quot;Sphere&quot;,&quot;relativeTransform&quot;:{&quot;translate&quot;:{&quot;x&quot;:421.63982364916257,&quot;y&quot;:-41.7504575918873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2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c4d1a47c-6795-4968-8efe-a0c526fa85f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4d1a47c-6795-4968-8efe-a0c526fa85fd&quot;:{&quot;type&quot;:&quot;FIGURE_OBJECT&quot;,&quot;id&quot;:&quot;c4d1a47c-6795-4968-8efe-a0c526fa85fd&quot;,&quot;name&quot;:&quot;Sphere&quot;,&quot;relativeTransform&quot;:{&quot;translate&quot;:{&quot;x&quot;:436.8117754223254,&quot;y&quot;:-40.29550945693938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2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c4c1bd9b-0d3e-4f09-a19d-9c2ad2a99ea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4c1bd9b-0d3e-4f09-a19d-9c2ad2a99ea7&quot;:{&quot;type&quot;:&quot;FIGURE_OBJECT&quot;,&quot;id&quot;:&quot;c4c1bd9b-0d3e-4f09-a19d-9c2ad2a99ea7&quot;,&quot;name&quot;:&quot;Sphere&quot;,&quot;relativeTransform&quot;:{&quot;translate&quot;:{&quot;x&quot;:460.2704670660726,&quot;y&quot;:-36.79676281232775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3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1f43f794-c783-4557-bc44-3a0c4a0ea8d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f43f794-c783-4557-bc44-3a0c4a0ea8d4&quot;:{&quot;type&quot;:&quot;FIGURE_OBJECT&quot;,&quot;id&quot;:&quot;1f43f794-c783-4557-bc44-3a0c4a0ea8d4&quot;,&quot;name&quot;:&quot;Sphere&quot;,&quot;relativeTransform&quot;:{&quot;translate&quot;:{&quot;x&quot;:420.00762721932847,&quot;y&quot;:-12.281419558113157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438ee05-c302-446a-96c9-25f2fb28dc2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438ee05-c302-446a-96c9-25f2fb28dc20&quot;:{&quot;type&quot;:&quot;FIGURE_OBJECT&quot;,&quot;id&quot;:&quot;a438ee05-c302-446a-96c9-25f2fb28dc20&quot;,&quot;name&quot;:&quot;Sphere&quot;,&quot;relativeTransform&quot;:{&quot;translate&quot;:{&quot;x&quot;:433.02944835243153,&quot;y&quot;:-5.78177494414956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5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72c95505-26c6-4238-aeb1-0f8843327e5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2c95505-26c6-4238-aeb1-0f8843327e5c&quot;:{&quot;type&quot;:&quot;FIGURE_OBJECT&quot;,&quot;id&quot;:&quot;72c95505-26c6-4238-aeb1-0f8843327e5c&quot;,&quot;name&quot;:&quot;Sphere&quot;,&quot;relativeTransform&quot;:{&quot;translate&quot;:{&quot;x&quot;:451.24229877574294,&quot;y&quot;:-10.73567782394394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6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3938022e-c1e5-4bbb-84c6-97b47df92ed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938022e-c1e5-4bbb-84c6-97b47df92ed2&quot;:{&quot;type&quot;:&quot;FIGURE_OBJECT&quot;,&quot;id&quot;:&quot;3938022e-c1e5-4bbb-84c6-97b47df92ed2&quot;,&quot;name&quot;:&quot;Sphere&quot;,&quot;relativeTransform&quot;:{&quot;translate&quot;:{&quot;x&quot;:487.3134078639373,&quot;y&quot;:-31.7424323980815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7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9099c2d0-bf28-4f01-84cf-3160252b85a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099c2d0-bf28-4f01-84cf-3160252b85a6&quot;:{&quot;type&quot;:&quot;FIGURE_OBJECT&quot;,&quot;id&quot;:&quot;9099c2d0-bf28-4f01-84cf-3160252b85a6&quot;,&quot;name&quot;:&quot;Sphere&quot;,&quot;relativeTransform&quot;:{&quot;translate&quot;:{&quot;x&quot;:509.7715799282496,&quot;y&quot;:-47.45079842043287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8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6a0ec35e-35d9-48ce-b0e8-a1d866968d5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a0ec35e-35d9-48ce-b0e8-a1d866968d50&quot;:{&quot;type&quot;:&quot;FIGURE_OBJECT&quot;,&quot;id&quot;:&quot;6a0ec35e-35d9-48ce-b0e8-a1d866968d50&quot;,&quot;name&quot;:&quot;Sphere&quot;,&quot;relativeTransform&quot;:{&quot;translate&quot;:{&quot;x&quot;:504.7549180193705,&quot;y&quot;:-34.943819245817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b79f36ef-d956-46c8-946f-2680794decc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79f36ef-d956-46c8-946f-2680794deccc&quot;:{&quot;type&quot;:&quot;FIGURE_OBJECT&quot;,&quot;id&quot;:&quot;b79f36ef-d956-46c8-946f-2680794deccc&quot;,&quot;name&quot;:&quot;Sphere&quot;,&quot;relativeTransform&quot;:{&quot;translate&quot;:{&quot;x&quot;:500.67402232025165,&quot;y&quot;:-21.07405361195595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0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16cb7447-3e12-4d19-999e-34e42bb8be0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6cb7447-3e12-4d19-999e-34e42bb8be05&quot;:{&quot;type&quot;:&quot;FIGURE_OBJECT&quot;,&quot;id&quot;:&quot;16cb7447-3e12-4d19-999e-34e42bb8be05&quot;,&quot;name&quot;:&quot;Sphere&quot;,&quot;relativeTransform&quot;:{&quot;translate&quot;:{&quot;x&quot;:517.1730062034642,&quot;y&quot;:-17.794506724138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1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cf54dc0-6012-47c3-9563-4491c23a658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cf54dc0-6012-47c3-9563-4491c23a658c&quot;:{&quot;type&quot;:&quot;FIGURE_OBJECT&quot;,&quot;id&quot;:&quot;0cf54dc0-6012-47c3-9563-4491c23a658c&quot;,&quot;name&quot;:&quot;Sphere&quot;,&quot;relativeTransform&quot;:{&quot;translate&quot;:{&quot;x&quot;:488.2669676434142,&quot;y&quot;:-18.79719808337808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2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83b888e3-8562-459e-a325-f853bbb818d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3b888e3-8562-459e-a325-f853bbb818d2&quot;:{&quot;type&quot;:&quot;FIGURE_OBJECT&quot;,&quot;id&quot;:&quot;83b888e3-8562-459e-a325-f853bbb818d2&quot;,&quot;name&quot;:&quot;Sphere&quot;,&quot;relativeTransform&quot;:{&quot;translate&quot;:{&quot;x&quot;:477.2396648248408,&quot;y&quot;:-21.987547590762297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2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5bfd26ad-365e-4eeb-8580-8c652a73b4d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bfd26ad-365e-4eeb-8580-8c652a73b4d5&quot;:{&quot;type&quot;:&quot;FIGURE_OBJECT&quot;,&quot;id&quot;:&quot;5bfd26ad-365e-4eeb-8580-8c652a73b4d5&quot;,&quot;name&quot;:&quot;Sphere&quot;,&quot;relativeTransform&quot;:{&quot;translate&quot;:{&quot;x&quot;:511.51439837742487,&quot;y&quot;:-2.9397064661615175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3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e3d2ec4c-9632-49a0-adb9-35ac895dd44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3d2ec4c-9632-49a0-adb9-35ac895dd440&quot;:{&quot;type&quot;:&quot;FIGURE_OBJECT&quot;,&quot;id&quot;:&quot;e3d2ec4c-9632-49a0-adb9-35ac895dd440&quot;,&quot;name&quot;:&quot;Sphere&quot;,&quot;relativeTransform&quot;:{&quot;translate&quot;:{&quot;x&quot;:477.35754655172434,&quot;y&quot;:-42.81911247766106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4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552d9748-ab16-4478-83ec-1538592515d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52d9748-ab16-4478-83ec-1538592515dc&quot;:{&quot;type&quot;:&quot;FIGURE_OBJECT&quot;,&quot;id&quot;:&quot;552d9748-ab16-4478-83ec-1538592515dc&quot;,&quot;name&quot;:&quot;Sphere&quot;,&quot;relativeTransform&quot;:{&quot;translate&quot;:{&quot;x&quot;:492.5294983248872,&quot;y&quot;:-41.3641643427131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4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1d4817e2-c4dd-42f4-b133-841414f490f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d4817e2-c4dd-42f4-b133-841414f490f7&quot;:{&quot;type&quot;:&quot;FIGURE_OBJECT&quot;,&quot;id&quot;:&quot;1d4817e2-c4dd-42f4-b133-841414f490f7&quot;,&quot;name&quot;:&quot;Sphere&quot;,&quot;relativeTransform&quot;:{&quot;translate&quot;:{&quot;x&quot;:515.9881899686341,&quot;y&quot;:-37.8654176981015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0183873-31df-4da8-94f7-c4a06cf99c2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0183873-31df-4da8-94f7-c4a06cf99c2d&quot;:{&quot;type&quot;:&quot;FIGURE_OBJECT&quot;,&quot;id&quot;:&quot;00183873-31df-4da8-94f7-c4a06cf99c2d&quot;,&quot;name&quot;:&quot;Sphere&quot;,&quot;relativeTransform&quot;:{&quot;translate&quot;:{&quot;x&quot;:475.7253501218903,&quot;y&quot;:-13.35007444388691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6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4a8c9e0-e2d6-4877-b74b-0cf62ade14d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4a8c9e0-e2d6-4877-b74b-0cf62ade14dc&quot;:{&quot;type&quot;:&quot;FIGURE_OBJECT&quot;,&quot;id&quot;:&quot;a4a8c9e0-e2d6-4877-b74b-0cf62ade14dc&quot;,&quot;name&quot;:&quot;Sphere&quot;,&quot;relativeTransform&quot;:{&quot;translate&quot;:{&quot;x&quot;:488.7471712549933,&quot;y&quot;:-6.85042982992332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6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429e0de3-8ab4-4ad9-a53a-145850f3b33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29e0de3-8ab4-4ad9-a53a-145850f3b339&quot;:{&quot;type&quot;:&quot;FIGURE_OBJECT&quot;,&quot;id&quot;:&quot;429e0de3-8ab4-4ad9-a53a-145850f3b339&quot;,&quot;name&quot;:&quot;Sphere&quot;,&quot;relativeTransform&quot;:{&quot;translate&quot;:{&quot;x&quot;:506.96002167830466,&quot;y&quot;:-11.80433270971770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7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9ae1e9cc-c5a3-45a3-a280-fd9e9f87fbf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ae1e9cc-c5a3-45a3-a280-fd9e9f87fbfd&quot;:{&quot;type&quot;:&quot;FIGURE_OBJECT&quot;,&quot;id&quot;:&quot;9ae1e9cc-c5a3-45a3-a280-fd9e9f87fbfd&quot;,&quot;relativeTransform&quot;:{&quot;translate&quot;:{&quot;x&quot;:103.41592531640096,&quot;y&quot;:-536.1998340025517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8&quot;},&quot;connectorInfo&quot;:{&quot;type&quot;:&quot;LINE&quot;,&quot;offset&quot;:{&quot;x&quot;:0,&quot;y&quot;:0},&quot;bending&quot;:0.1,&quot;customized&quot;:fals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e5f0d91e-ae7a-4d73-a6be-5a55b1ef217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5f0d91e-ae7a-4d73-a6be-5a55b1ef2177&quot;:{&quot;type&quot;:&quot;FIGURE_OBJECT&quot;,&quot;id&quot;:&quot;e5f0d91e-ae7a-4d73-a6be-5a55b1ef2177&quot;,&quot;relativeTransform&quot;:{&quot;translate&quot;:{&quot;x&quot;:104.85898091982132,&quot;y&quot;:-300.8053937290163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&quot;},&quot;connectorInfo&quot;:{&quot;type&quot;:&quot;LINE&quot;,&quot;offset&quot;:{&quot;x&quot;:0,&quot;y&quot;:0},&quot;bending&quot;:0.1,&quot;customized&quot;:fals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3a4173fb-c6bf-43e9-bf8f-d853b4998a3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a4173fb-c6bf-43e9-bf8f-d853b4998a36&quot;:{&quot;id&quot;:&quot;3a4173fb-c6bf-43e9-bf8f-d853b4998a36&quot;,&quot;name&quot;:&quot;Lymphocyte (T-cell)&quot;,&quot;type&quot;:&quot;FIGURE_OBJECT&quot;,&quot;relativeTransform&quot;:{&quot;translate&quot;:{&quot;x&quot;:401.41031811147064,&quot;y&quot;:214.8646460863955},&quot;rotate&quot;:0.8688862113474182,&quot;skewX&quot;:0,&quot;scale&quot;:{&quot;x&quot;:0.899414036277648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4603c420-4925-45a8-9d3b-f9d0a8d1e630&quot;,&quot;order&quot;:&quot;999999999999902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2d8979a9-1d98-49b7-ac18-02182084ab5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d8979a9-1d98-49b7-ac18-02182084ab50&quot;:{&quot;relativeTransform&quot;:{&quot;translate&quot;:{&quot;x&quot;:466.7446925394203,&quot;y&quot;:223.51407507170217},&quot;rotate&quot;:1.5707963267948966,&quot;skewX&quot;:0,&quot;scale&quot;:{&quot;x&quot;:1,&quot;y&quot;:1}},&quot;type&quot;:&quot;FIGURE_OBJECT&quot;,&quot;id&quot;:&quot;2d8979a9-1d98-49b7-ac18-02182084ab50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99905&quot;}},&quot;b6bc4b04-b1e2-4fec-a3b0-c015c1746d2b&quot;:{&quot;type&quot;:&quot;FIGURE_OBJECT&quot;,&quot;id&quot;:&quot;b6bc4b04-b1e2-4fec-a3b0-c015c1746d2b&quot;,&quot;name&quot;:&quot;MHC class I&quot;,&quot;relativeTransform&quot;:{&quot;translate&quot;:{&quot;x&quot;:-7.656678409126611,&quot;y&quot;:-20.39037422774477},&quot;rotate&quot;:3.141592653589793,&quot;skewX&quot;:0,&quot;scale&quot;:{&quot;x&quot;:0.18046853572737134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2d8979a9-1d98-49b7-ac18-02182084ab50&quot;,&quot;order&quot;:&quot;1&quot;}},&quot;0a647ab0-1453-474d-9b40-3f6f280da104&quot;:{&quot;type&quot;:&quot;FIGURE_OBJECT&quot;,&quot;id&quot;:&quot;0a647ab0-1453-474d-9b40-3f6f280da104&quot;,&quot;name&quot;:&quot;T cell receptor (TCR)&quot;,&quot;relativeTransform&quot;:{&quot;translate&quot;:{&quot;x&quot;:-7.656678409126608,&quot;y&quot;:16.571824074058775},&quot;rotate&quot;:0,&quot;skewX&quot;:0,&quot;scale&quot;:{&quot;x&quot;:0.17636697809720378,&quot;y&quot;:0.1763669780972037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2d8979a9-1d98-49b7-ac18-02182084ab50&quot;,&quot;order&quot;:&quot;2&quot;}},&quot;28f4a951-b0a3-4952-a482-08c9f286c9e1&quot;:{&quot;type&quot;:&quot;FIGURE_OBJECT&quot;,&quot;id&quot;:&quot;28f4a951-b0a3-4952-a482-08c9f286c9e1&quot;,&quot;relativeTransform&quot;:{&quot;translate&quot;:{&quot;x&quot;:-7.6754462320477925,&quot;y&quot;:-6.453040261045326},&quot;rotate&quot;:0},&quot;opacity&quot;:1,&quot;path&quot;:{&quot;type&quot;:&quot;ELLIPSE&quot;,&quot;size&quot;:{&quot;x&quot;:4.3081466944727325,&quot;y&quot;:4.317508403119233}},&quot;pathStyles&quot;:[{&quot;type&quot;:&quot;FILL&quot;,&quot;fillStyle&quot;:&quot;rgba(189,28,99,1)&quot;},{&quot;type&quot;:&quot;STROKE&quot;,&quot;strokeStyle&quot;:&quot;rgba(49,126,194,1)&quot;,&quot;lineWidth&quot;:0.41387450860143826,&quot;lineJoin&quot;:&quot;round&quot;}],&quot;isLocked&quot;:false,&quot;parent&quot;:{&quot;type&quot;:&quot;CHILD&quot;,&quot;parentId&quot;:&quot;2d8979a9-1d98-49b7-ac18-02182084ab50&quot;,&quot;order&quot;:&quot;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d84db394-1c0c-4ecb-bc4a-ef73ea127b0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84db394-1c0c-4ecb-bc4a-ef73ea127b08&quot;:{&quot;type&quot;:&quot;FIGURE_OBJECT&quot;,&quot;id&quot;:&quot;d84db394-1c0c-4ecb-bc4a-ef73ea127b08&quot;,&quot;relativeTransform&quot;:{&quot;translate&quot;:{&quot;x&quot;:305.11272046119825,&quot;y&quot;:214.86460138347854},&quot;rotate&quot;:0,&quot;skewX&quot;:0,&quot;scale&quot;:{&quot;x&quot;:1,&quot;y&quot;:1}},&quot;opacity&quot;:1,&quot;path&quot;:{&quot;type&quot;:&quot;POLY_LINE&quot;,&quot;points&quot;:[{&quot;x&quot;:-41.59126491402562,&quot;y&quot;:0},{&quot;x&quot;:41.59126491402562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3863754971341875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07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608b09d8-22b3-4181-81a9-d6f64d7896f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08b09d8-22b3-4181-81a9-d6f64d7896fc&quot;:{&quot;type&quot;:&quot;FIGURE_OBJECT&quot;,&quot;id&quot;:&quot;608b09d8-22b3-4181-81a9-d6f64d7896fc&quot;,&quot;relativeTransform&quot;:{&quot;translate&quot;:{&quot;x&quot;:470.2831958788731,&quot;y&quot;:151.54153778844423},&quot;rotate&quot;:-1.570796326794897,&quot;skewX&quot;:0,&quot;scale&quot;:{&quot;x&quot;:1,&quot;y&quot;:1}},&quot;opacity&quot;:1,&quot;path&quot;:{&quot;type&quot;:&quot;POLY_LINE&quot;,&quot;points&quot;:[{&quot;x&quot;:-9.64061036005359,&quot;y&quot;:-52.082389758941254},{&quot;x&quot;:9.64061036005359,&quot;y&quot;:-0.946952541071656},{&quot;x&quot;:-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5B1D1D00&quot;,&quot;1&quot;:&quot;#5B1D1D&quot;,&quot;0.45&quot;:&quot;#5B1D1D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1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28d8d3a1-e259-43e0-bd7b-399061cacec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8d8d3a1-e259-43e0-bd7b-399061cacec0&quot;:{&quot;type&quot;:&quot;FIGURE_OBJECT&quot;,&quot;id&quot;:&quot;28d8d3a1-e259-43e0-bd7b-399061cacec0&quot;,&quot;parent&quot;:{&quot;type&quot;:&quot;CHILD&quot;,&quot;parentId&quot;:&quot;4603c420-4925-45a8-9d3b-f9d0a8d1e630&quot;,&quot;order&quot;:&quot;999999999999912&quot;},&quot;relativeTransform&quot;:{&quot;translate&quot;:{&quot;x&quot;:306.41294376187176,&quot;y&quot;:199.1610698585684},&quot;rotate&quot;:0,&quot;skewX&quot;:0,&quot;scale&quot;:{&quot;x&quot;:1,&quot;y&quot;:1}}},&quot;2b587c79-1615-400e-9acd-3e2391bddb7b&quot;:{&quot;type&quot;:&quot;FIGURE_OBJECT&quot;,&quot;id&quot;:&quot;2b587c79-1615-400e-9acd-3e2391bddb7b&quot;,&quot;name&quot;:&quot;Sphere&quot;,&quot;relativeTransform&quot;:{&quot;translate&quot;:{&quot;x&quot;:168.80548963085752,&quot;y&quot;:-70.97358038618782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1&quot;}},&quot;90a2ed04-9769-4f4e-becf-c62f74d75139&quot;:{&quot;type&quot;:&quot;FIGURE_OBJECT&quot;,&quot;id&quot;:&quot;90a2ed04-9769-4f4e-becf-c62f74d75139&quot;,&quot;name&quot;:&quot;Sphere&quot;,&quot;relativeTransform&quot;:{&quot;translate&quot;:{&quot;x&quot;:214.35650040074242,&quot;y&quot;:-52.88087329875401},&quot;rotate&quot;:-0.23754472528910814,&quot;skewX&quot;:0,&quot;scale&quot;:{&quot;x&quot;:0.027646090219500825,&quot;y&quot;:0.027646090219500822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2&quot;}},&quot;c2bd0270-d09b-44e9-803b-f736c68d7602&quot;:{&quot;type&quot;:&quot;FIGURE_OBJECT&quot;,&quot;id&quot;:&quot;c2bd0270-d09b-44e9-803b-f736c68d7602&quot;,&quot;name&quot;:&quot;Sphere&quot;,&quot;relativeTransform&quot;:{&quot;translate&quot;:{&quot;x&quot;:128.29240871051078,&quot;y&quot;:-42.25197473794076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3&quot;}},&quot;c729f62f-4634-40da-b9a3-e908b0f886c6&quot;:{&quot;type&quot;:&quot;FIGURE_OBJECT&quot;,&quot;id&quot;:&quot;c729f62f-4634-40da-b9a3-e908b0f886c6&quot;,&quot;name&quot;:&quot;Sphere&quot;,&quot;relativeTransform&quot;:{&quot;translate&quot;:{&quot;x&quot;:105.84417815980774,&quot;y&quot;:-35.71279895878394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5&quot;}},&quot;e12ad667-c1ac-4660-ac6b-067629e8c698&quot;:{&quot;type&quot;:&quot;FIGURE_OBJECT&quot;,&quot;id&quot;:&quot;e12ad667-c1ac-4660-ac6b-067629e8c698&quot;,&quot;name&quot;:&quot;Sphere&quot;,&quot;relativeTransform&quot;:{&quot;translate&quot;:{&quot;x&quot;:127.93033943656945,&quot;y&quot;:-53.17868021216357},&quot;rotate&quot;:-0.2375447252891078,&quot;skewX&quot;:0,&quot;scale&quot;:{&quot;x&quot;:0.026519393870735684,&quot;y&quot;:0.026519393870735677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6&quot;}},&quot;f2f40f28-1c43-4f2a-9254-70c01e95bf0b&quot;:{&quot;type&quot;:&quot;FIGURE_OBJECT&quot;,&quot;id&quot;:&quot;f2f40f28-1c43-4f2a-9254-70c01e95bf0b&quot;,&quot;name&quot;:&quot;Sphere&quot;,&quot;relativeTransform&quot;:{&quot;translate&quot;:{&quot;x&quot;:197.83314914531815,&quot;y&quot;:-41.93056087984699},&quot;rotate&quot;:-0.23754472528910783,&quot;skewX&quot;:-7.974239393808257e-17,&quot;scale&quot;:{&quot;x&quot;:0.026073270123862423,&quot;y&quot;:0.02607327012386243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7&quot;}},&quot;ed21d5b7-bab5-4270-961e-652517e7612c&quot;:{&quot;type&quot;:&quot;FIGURE_OBJECT&quot;,&quot;id&quot;:&quot;ed21d5b7-bab5-4270-961e-652517e7612c&quot;,&quot;name&quot;:&quot;Sphere&quot;,&quot;relativeTransform&quot;:{&quot;translate&quot;:{&quot;x&quot;:157.481242863133,&quot;y&quot;:-50.78971093728193},&quot;rotate&quot;:-0.23754472528910814,&quot;skewX&quot;:0,&quot;scale&quot;:{&quot;x&quot;:0.027646090219500825,&quot;y&quot;:0.027646090219500822}},&quot;opacity&quot;:1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28d8d3a1-e259-43e0-bd7b-399061cacec0&quot;,&quot;order&quot;:&quot;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db06af57-0f86-4267-9144-5e4b44589e8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b06af57-0f86-4267-9144-5e4b44589e86&quot;:{&quot;type&quot;:&quot;FIGURE_OBJECT&quot;,&quot;id&quot;:&quot;db06af57-0f86-4267-9144-5e4b44589e86&quot;,&quot;parent&quot;:{&quot;type&quot;:&quot;CHILD&quot;,&quot;parentId&quot;:&quot;4603c420-4925-45a8-9d3b-f9d0a8d1e630&quot;,&quot;order&quot;:&quot;999999999999915&quot;},&quot;relativeTransform&quot;:{&quot;translate&quot;:{&quot;x&quot;:306.41294376187176,&quot;y&quot;:199.1610698585684},&quot;rotate&quot;:0,&quot;skewX&quot;:0,&quot;scale&quot;:{&quot;x&quot;:1,&quot;y&quot;:1}}},&quot;28221179-65de-45bd-be53-f747702deed6&quot;:{&quot;type&quot;:&quot;FIGURE_OBJECT&quot;,&quot;id&quot;:&quot;28221179-65de-45bd-be53-f747702deed6&quot;,&quot;name&quot;:&quot;Sphere&quot;,&quot;relativeTransform&quot;:{&quot;translate&quot;:{&quot;x&quot;:202.29747568122391,&quot;y&quot;:-66.83164295551195},&quot;rotate&quot;:-0.2375447252891081,&quot;skewX&quot;:-2.511706430480995e-16,&quot;scale&quot;:{&quot;x&quot;:0.023228742749907105,&quot;y&quot;:0.02322874274990714}},&quot;opacity&quot;:0.75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05&quot;}},&quot;7867d79e-8aae-4f74-b403-9a2b9139c9eb&quot;:{&quot;type&quot;:&quot;FIGURE_OBJECT&quot;,&quot;id&quot;:&quot;7867d79e-8aae-4f74-b403-9a2b9139c9eb&quot;,&quot;name&quot;:&quot;Sphere&quot;,&quot;relativeTransform&quot;:{&quot;translate&quot;:{&quot;x&quot;:188.9075382282111,&quot;y&quot;:-40.401705084962906},&quot;rotate&quot;:-0.23754472528910786,&quot;skewX&quot;:9.492779006951139e-17,&quot;scale&quot;:{&quot;x&quot;:0.029267732902065843,&quot;y&quot;:0.02926773290206587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1&quot;}},&quot;124fbb2d-9a20-4033-919e-aa781a43dc36&quot;:{&quot;type&quot;:&quot;FIGURE_OBJECT&quot;,&quot;id&quot;:&quot;124fbb2d-9a20-4033-919e-aa781a43dc36&quot;,&quot;name&quot;:&quot;Sphere&quot;,&quot;relativeTransform&quot;:{&quot;translate&quot;:{&quot;x&quot;:198.23707330016984,&quot;y&quot;:-57.53695538939444},&quot;rotate&quot;:-0.23754472528910786,&quot;skewX&quot;:2.900422628318716e-17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2&quot;}},&quot;840b55cd-6164-4f5c-8b48-89cd95acf55f&quot;:{&quot;type&quot;:&quot;FIGURE_OBJECT&quot;,&quot;id&quot;:&quot;840b55cd-6164-4f5c-8b48-89cd95acf55f&quot;,&quot;name&quot;:&quot;Sphere&quot;,&quot;relativeTransform&quot;:{&quot;translate&quot;:{&quot;x&quot;:178.00656239160386,&quot;y&quot;:-49.17719055934721},&quot;rotate&quot;:-0.23754472528910792,&quot;skewX&quot;:-3.084384882740924e-17,&quot;scale&quot;:{&quot;x&quot;:0.029644276676495177,&quot;y&quot;:0.029644276676495173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3&quot;}},&quot;c2df9611-f860-4525-871c-6f1eb83ea9df&quot;:{&quot;type&quot;:&quot;FIGURE_OBJECT&quot;,&quot;id&quot;:&quot;c2df9611-f860-4525-871c-6f1eb83ea9df&quot;,&quot;name&quot;:&quot;Sphere&quot;,&quot;relativeTransform&quot;:{&quot;translate&quot;:{&quot;x&quot;:157.6780480603039,&quot;y&quot;:-65.58350456420926},&quot;rotate&quot;:-0.23754472528910783,&quot;skewX&quot;:0,&quot;scale&quot;:{&quot;x&quot;:0.025473835810851955,&quot;y&quot;:0.0254738358108519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5&quot;}},&quot;d665210d-f9ce-42bf-a8ab-ab75473884fb&quot;:{&quot;type&quot;:&quot;FIGURE_OBJECT&quot;,&quot;id&quot;:&quot;d665210d-f9ce-42bf-a8ab-ab75473884fb&quot;,&quot;name&quot;:&quot;Sphere&quot;,&quot;relativeTransform&quot;:{&quot;translate&quot;:{&quot;x&quot;:141.1574117836194,&quot;y&quot;:-66.10574207217857},&quot;rotate&quot;:-0.23754472528910783,&quot;skewX&quot;:2.4986539460306388e-16,&quot;scale&quot;:{&quot;x&quot;:0.031245921659250546,&quot;y&quot;:0.031245921659250584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55&quot;}},&quot;d47e5dcc-ba79-4d1f-b32e-df97a1219809&quot;:{&quot;type&quot;:&quot;FIGURE_OBJECT&quot;,&quot;id&quot;:&quot;d47e5dcc-ba79-4d1f-b32e-df97a1219809&quot;,&quot;name&quot;:&quot;Sphere&quot;,&quot;relativeTransform&quot;:{&quot;translate&quot;:{&quot;x&quot;:183.519568446281,&quot;y&quot;:-66.1057056070755},&quot;rotate&quot;:-0.23754472528910783,&quot;skewX&quot;:1.6657692973537594e-16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6&quot;}},&quot;646dab0b-fbe3-405d-a05f-5953b8afaa6c&quot;:{&quot;type&quot;:&quot;FIGURE_OBJECT&quot;,&quot;id&quot;:&quot;646dab0b-fbe3-405d-a05f-5953b8afaa6c&quot;,&quot;name&quot;:&quot;Sphere&quot;,&quot;relativeTransform&quot;:{&quot;translate&quot;:{&quot;x&quot;:114.72763621189453,&quot;y&quot;:-48.48447710152391},&quot;rotate&quot;:-0.23754472528910783,&quot;skewX&quot;:2.776282162256265e-17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7&quot;}},&quot;e8420fb8-f01c-4cfb-9172-1418a79a9cf7&quot;:{&quot;type&quot;:&quot;FIGURE_OBJECT&quot;,&quot;id&quot;:&quot;e8420fb8-f01c-4cfb-9172-1418a79a9cf7&quot;,&quot;name&quot;:&quot;Sphere&quot;,&quot;relativeTransform&quot;:{&quot;translate&quot;:{&quot;x&quot;:142.02921005378371,&quot;y&quot;:-49.355999812864134},&quot;rotate&quot;:-0.23754472528910786,&quot;skewX&quot;:1.1601690513274865e-16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06af57-0f86-4267-9144-5e4b44589e86&quot;,&quot;order&quot;:&quot;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aefb4b89-0c41-4acf-89a4-2c9aeb96eeb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efb4b89-0c41-4acf-89a4-2c9aeb96eebd&quot;:{&quot;type&quot;:&quot;FIGURE_OBJECT&quot;,&quot;id&quot;:&quot;aefb4b89-0c41-4acf-89a4-2c9aeb96eebd&quot;,&quot;relativeTransform&quot;:{&quot;translate&quot;:{&quot;x&quot;:470.28365800403884,&quot;y&quot;:280.17366721131464},&quot;rotate&quot;:-1.5707963267948974,&quot;skewX&quot;:0,&quot;scale&quot;:{&quot;x&quot;:1,&quot;y&quot;:1}},&quot;opacity&quot;:1,&quot;path&quot;:{&quot;type&quot;:&quot;POLY_LINE&quot;,&quot;points&quot;:[{&quot;x&quot;:9.64061036005359,&quot;y&quot;:-52.082389758941254},{&quot;x&quot;:-9.64061036005359,&quot;y&quot;:-0.946952541071656},{&quot;x&quot;: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024F6600&quot;,&quot;1&quot;:&quot;#024F66ff&quot;,&quot;0.45&quot;:&quot;#024F66ff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603c420-4925-45a8-9d3b-f9d0a8d1e630&quot;,&quot;order&quot;:&quot;999999999999917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bbb874a4-9734-4815-9035-7617a579ebd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bb874a4-9734-4815-9035-7617a579ebd1&quot;:{&quot;type&quot;:&quot;FIGURE_OBJECT&quot;,&quot;id&quot;:&quot;bbb874a4-9734-4815-9035-7617a579ebd1&quot;,&quot;parent&quot;:{&quot;type&quot;:&quot;CHILD&quot;,&quot;parentId&quot;:&quot;4603c420-4925-45a8-9d3b-f9d0a8d1e630&quot;,&quot;order&quot;:&quot;99999999999992&quot;},&quot;relativeTransform&quot;:{&quot;translate&quot;:{&quot;x&quot;:306.41294376187176,&quot;y&quot;:199.1610698585684},&quot;rotate&quot;:0,&quot;skewX&quot;:0,&quot;scale&quot;:{&quot;x&quot;:1,&quot;y&quot;:1}}},&quot;c187e554-aa46-485a-b31a-78d2d712265b&quot;:{&quot;type&quot;:&quot;FIGURE_OBJECT&quot;,&quot;id&quot;:&quot;c187e554-aa46-485a-b31a-78d2d712265b&quot;,&quot;name&quot;:&quot;Sphere&quot;,&quot;relativeTransform&quot;:{&quot;translate&quot;:{&quot;x&quot;:135.4407667377129,&quot;y&quot;:76.08085370055072},&quot;rotate&quot;:3.3791373788789003,&quot;skewX&quot;:-3.014047716577197e-16,&quot;scale&quot;:{&quot;x&quot;:-0.023228742749907095,&quot;y&quot;:0.023228742749907126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1&quot;}},&quot;2595ab47-4346-41d1-a818-fcc8f3a04881&quot;:{&quot;type&quot;:&quot;FIGURE_OBJECT&quot;,&quot;id&quot;:&quot;2595ab47-4346-41d1-a818-fcc8f3a04881&quot;,&quot;name&quot;:&quot;Sphere&quot;,&quot;relativeTransform&quot;:{&quot;translate&quot;:{&quot;x&quot;:168.49080112370717,&quot;y&quot;:103.44171151498766},&quot;rotate&quot;:3.3791373788789003,&quot;skewX&quot;:-8.016396971538869e-17,&quot;scale&quot;:{&quot;x&quot;:-0.02252066253145723,&quot;y&quot;:0.02252066253145722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2&quot;}},&quot;2bbc15f8-08d0-4d6d-aefe-8846923d7107&quot;:{&quot;type&quot;:&quot;FIGURE_OBJECT&quot;,&quot;id&quot;:&quot;2bbc15f8-08d0-4d6d-aefe-8846923d7107&quot;,&quot;name&quot;:&quot;Sphere&quot;,&quot;relativeTransform&quot;:{&quot;translate&quot;:{&quot;x&quot;:144.65968992174777,&quot;y&quot;:98.89962695171896},&quot;rotate&quot;:3.3791373788789003,&quot;skewX&quot;:0,&quot;scale&quot;:{&quot;x&quot;:-0.027646090219500822,&quot;y&quot;:0.0276460902195008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3&quot;}},&quot;a5883cdc-4157-47aa-84b7-2a58a6d004b2&quot;:{&quot;type&quot;:&quot;FIGURE_OBJECT&quot;,&quot;id&quot;:&quot;a5883cdc-4157-47aa-84b7-2a58a6d004b2&quot;,&quot;name&quot;:&quot;Sphere&quot;,&quot;relativeTransform&quot;:{&quot;translate&quot;:{&quot;x&quot;:122.39870220590085,&quot;y&quot;:71.9385238708478},&quot;rotate&quot;:3.3791373788789003,&quot;skewX&quot;:-2.6721323238462895e-17,&quot;scale&quot;:{&quot;x&quot;:-0.02252066253145723,&quot;y&quot;:0.022520662531457212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5&quot;}},&quot;4510d365-89c9-48f5-be71-6e597f885b15&quot;:{&quot;type&quot;:&quot;FIGURE_OBJECT&quot;,&quot;id&quot;:&quot;4510d365-89c9-48f5-be71-6e597f885b15&quot;,&quot;name&quot;:&quot;Sphere&quot;,&quot;relativeTransform&quot;:{&quot;translate&quot;:{&quot;x&quot;:108.84284280266236,&quot;y&quot;:67.0791503053093},&quot;rotate&quot;:3.3791373788789003,&quot;skewX&quot;:-1.0688529295385158e-16,&quot;scale&quot;:{&quot;x&quot;:-0.02252066253145723,&quot;y&quot;:0.022520662531457233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6&quot;}},&quot;8421033c-a283-467c-8225-56a919736473&quot;:{&quot;type&quot;:&quot;FIGURE_OBJECT&quot;,&quot;id&quot;:&quot;8421033c-a283-467c-8225-56a919736473&quot;,&quot;name&quot;:&quot;Sphere&quot;,&quot;relativeTransform&quot;:{&quot;translate&quot;:{&quot;x&quot;:193.75435608502795,&quot;y&quot;:68.7839203237347},&quot;rotate&quot;:3.3791373788789003,&quot;skewX&quot;:-3.987119696904128e-17,&quot;scale&quot;:{&quot;x&quot;:-0.026073270123862426,&quot;y&quot;:0.026073270123862416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7&quot;}},&quot;6186d5d7-2463-4e82-849f-56154bcf4e61&quot;:{&quot;type&quot;:&quot;FIGURE_OBJECT&quot;,&quot;id&quot;:&quot;6186d5d7-2463-4e82-849f-56154bcf4e61&quot;,&quot;name&quot;:&quot;Sphere&quot;,&quot;relativeTransform&quot;:{&quot;translate&quot;:{&quot;x&quot;:183.66541674698487,&quot;y&quot;:82.93228674870913},&quot;rotate&quot;:3.3791373788789003,&quot;skewX&quot;:0,&quot;scale&quot;:{&quot;x&quot;:-0.029644276676495183,&quot;y&quot;:0.029644276676495173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b874a4-9734-4815-9035-7617a579ebd1&quot;,&quot;order&quot;:&quot;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7b262ec-a618-4051-8b75-b0868658e59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7b262ec-a618-4051-8b75-b0868658e59f&quot;:{&quot;type&quot;:&quot;FIGURE_OBJECT&quot;,&quot;id&quot;:&quot;07b262ec-a618-4051-8b75-b0868658e59f&quot;,&quot;parent&quot;:{&quot;type&quot;:&quot;CHILD&quot;,&quot;parentId&quot;:&quot;4603c420-4925-45a8-9d3b-f9d0a8d1e630&quot;,&quot;order&quot;:&quot;999999999999922&quot;},&quot;relativeTransform&quot;:{&quot;translate&quot;:{&quot;x&quot;:306.41294376187176,&quot;y&quot;:199.1610698585684},&quot;rotate&quot;:0,&quot;skewX&quot;:0,&quot;scale&quot;:{&quot;x&quot;:1,&quot;y&quot;:1}}},&quot;f1c2e196-2b54-4fd0-8095-d097431a5ef0&quot;:{&quot;type&quot;:&quot;FIGURE_OBJECT&quot;,&quot;id&quot;:&quot;f1c2e196-2b54-4fd0-8095-d097431a5ef0&quot;,&quot;name&quot;:&quot;Sphere&quot;,&quot;relativeTransform&quot;:{&quot;translate&quot;:{&quot;x&quot;:158.75487385187844,&quot;y&quot;:96.85567985209074},&quot;rotate&quot;:3.3791373788789003,&quot;skewX&quot;:-2.6721323238462895e-17,&quot;scale&quot;:{&quot;x&quot;:-0.02252066253145723,&quot;y&quot;:0.022520662531457188}},&quot;opacity&quot;:0.75,&quot;image&quot;:{&quot;url&quot;:&quot;https://icons.biorender.com/biorender/5b8847989629ce1400901caa/20200825150931/image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05&quot;}},&quot;f2d16648-3ede-4511-97bc-b65634d77ef2&quot;:{&quot;type&quot;:&quot;FIGURE_OBJECT&quot;,&quot;id&quot;:&quot;f2d16648-3ede-4511-97bc-b65634d77ef2&quot;,&quot;name&quot;:&quot;Sphere&quot;,&quot;relativeTransform&quot;:{&quot;translate&quot;:{&quot;x&quot;:210.75235096069332,&quot;y&quot;:94.67167648816073},&quot;rotate&quot;:3.3791373788789003,&quot;skewX&quot;:1.5821298344918559e-16,&quot;scale&quot;:{&quot;x&quot;:-0.02926773290206585,&quot;y&quot;:0.029267732902065878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1&quot;}},&quot;828caf14-75e9-4123-943a-8c03a8ca3ef0&quot;:{&quot;type&quot;:&quot;FIGURE_OBJECT&quot;,&quot;id&quot;:&quot;828caf14-75e9-4123-943a-8c03a8ca3ef0&quot;,&quot;name&quot;:&quot;Sphere&quot;,&quot;relativeTransform&quot;:{&quot;translate&quot;:{&quot;x&quot;:198.07248572627526,&quot;y&quot;:90.67145467787212},&quot;rotate&quot;:3.3791373788789003,&quot;skewX&quot;:-5.800845256637433e-17,&quot;scale&quot;:{&quot;x&quot;:-0.02161620750588143,&quot;y&quot;:0.021616207505881432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2&quot;}},&quot;f94360ec-e808-420a-b9a3-51ffc2fb1ad1&quot;:{&quot;type&quot;:&quot;FIGURE_OBJECT&quot;,&quot;id&quot;:&quot;f94360ec-e808-420a-b9a3-51ffc2fb1ad1&quot;,&quot;name&quot;:&quot;Sphere&quot;,&quot;relativeTransform&quot;:{&quot;translate&quot;:{&quot;x&quot;:144.85686089066547,&quot;y&quot;:83.31001202733067},&quot;rotate&quot;:3.3791373788789003,&quot;skewX&quot;:-4.176972262229446e-17,&quot;scale&quot;:{&quot;x&quot;:-0.02547383581085195,&quot;y&quot;:0.025473835810851955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3&quot;}},&quot;7e0821df-fa10-4f45-a84f-bf4ee59330dd&quot;:{&quot;type&quot;:&quot;FIGURE_OBJECT&quot;,&quot;id&quot;:&quot;7e0821df-fa10-4f45-a84f-bf4ee59330dd&quot;,&quot;name&quot;:&quot;Sphere&quot;,&quot;relativeTransform&quot;:{&quot;translate&quot;:{&quot;x&quot;:132.32971164622737,&quot;y&quot;:90.1788385112105},&quot;rotate&quot;:3.3791373788789003,&quot;skewX&quot;:0,&quot;scale&quot;:{&quot;x&quot;:-0.02751740542743292,&quot;y&quot;:0.02897094653918018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5&quot;}},&quot;06317a6c-a22f-43d0-b690-6c11798b15e1&quot;:{&quot;type&quot;:&quot;FIGURE_OBJECT&quot;,&quot;id&quot;:&quot;06317a6c-a22f-43d0-b690-6c11798b15e1&quot;,&quot;name&quot;:&quot;Sphere&quot;,&quot;relativeTransform&quot;:{&quot;translate&quot;:{&quot;x&quot;:180.1043815226204,&quot;y&quot;:97.64562398379718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6&quot;}},&quot;70b652f3-a9ec-43a4-8679-c7ddd6bbf197&quot;:{&quot;type&quot;:&quot;FIGURE_OBJECT&quot;,&quot;id&quot;:&quot;70b652f3-a9ec-43a4-8679-c7ddd6bbf197&quot;,&quot;name&quot;:&quot;Sphere&quot;,&quot;relativeTransform&quot;:{&quot;translate&quot;:{&quot;x&quot;:117.19886634610442,&quot;y&quot;:82.1513168095293},&quot;rotate&quot;:3.3791373788789003,&quot;skewX&quot;:1.8444520038018278e-16,&quot;scale&quot;:{&quot;x&quot;:-0.027106688423271266,&quot;y&quot;:0.02710668842327130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7&quot;}},&quot;b9e29337-ac45-49ea-84e1-ae4a8753ae3f&quot;:{&quot;type&quot;:&quot;FIGURE_OBJECT&quot;,&quot;id&quot;:&quot;b9e29337-ac45-49ea-84e1-ae4a8753ae3f&quot;,&quot;name&quot;:&quot;Sphere&quot;,&quot;relativeTransform&quot;:{&quot;translate&quot;:{&quot;x&quot;:163.62292242060929,&quot;y&quot;:85.01384915514842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7b262ec-a618-4051-8b75-b0868658e59f&quot;,&quot;order&quot;:&quot;8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009ec867-f68a-4722-b254-0bef8bdcba8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09ec867-f68a-4722-b254-0bef8bdcba83&quot;:{&quot;id&quot;:&quot;009ec867-f68a-4722-b254-0bef8bdcba83&quot;,&quot;name&quot;:&quot;Dendritic cell 2&quot;,&quot;type&quot;:&quot;FIGURE_OBJECT&quot;,&quot;relativeTransform&quot;:{&quot;translate&quot;:{&quot;x&quot;:81.25250793213517,&quot;y&quot;:207.59069972206208},&quot;rotate&quot;:-0.28368762828830935,&quot;skewX&quot;:-2.78240086584617e-16,&quot;scale&quot;:{&quot;x&quot;:1.339989890591463,&quot;y&quot;:1.3399898905914618}},&quot;image&quot;:{&quot;url&quot;:&quot;https://icons.biorender.com/biorender/6154afba5275170029fdb5c7/20210929182737/image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4603c420-4925-45a8-9d3b-f9d0a8d1e630&quot;,&quot;order&quot;:&quot;99999999999993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9787b8dc-b996-4fd0-8112-cb3ff414635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787b8dc-b996-4fd0-8112-cb3ff414635c&quot;:{&quot;id&quot;:&quot;9787b8dc-b996-4fd0-8112-cb3ff414635c&quot;,&quot;name&quot;:&quot;Lymphocyte (T-cell)&quot;,&quot;type&quot;:&quot;FIGURE_OBJECT&quot;,&quot;relativeTransform&quot;:{&quot;translate&quot;:{&quot;x&quot;:218.98089580231542,&quot;y&quot;:216.5267508129831},&quot;rotate&quot;:0,&quot;skewX&quot;:0,&quot;scale&quot;:{&quot;x&quot;:0.89941403627764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4603c420-4925-45a8-9d3b-f9d0a8d1e630&quot;,&quot;order&quot;:&quot;999999999999977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e0c919ca-01b8-4f6d-a043-c8da0dfbf96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0c919ca-01b8-4f6d-a043-c8da0dfbf968&quot;:{&quot;relativeTransform&quot;:{&quot;translate&quot;:{&quot;x&quot;:149.00380593883662,&quot;y&quot;:198.57356643470797},&quot;rotate&quot;:-1.5707963267948966,&quot;skewX&quot;:0,&quot;scale&quot;:{&quot;x&quot;:1,&quot;y&quot;:1}},&quot;type&quot;:&quot;FIGURE_OBJECT&quot;,&quot;id&quot;:&quot;e0c919ca-01b8-4f6d-a043-c8da0dfbf968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9998&quot;}},&quot;ea6a902a-23b2-4773-b7ee-5d98e30329a0&quot;:{&quot;type&quot;:&quot;FIGURE_OBJECT&quot;,&quot;id&quot;:&quot;ea6a902a-23b2-4773-b7ee-5d98e30329a0&quot;,&quot;name&quot;:&quot;MHC class I&quot;,&quot;relativeTransform&quot;:{&quot;translate&quot;:{&quot;x&quot;:-7.65667840912661,&quot;y&quot;:-20.390374227744765},&quot;rotate&quot;:3.141592653589793,&quot;skewX&quot;:0,&quot;scale&quot;:{&quot;x&quot;:0.18046853572737132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e0c919ca-01b8-4f6d-a043-c8da0dfbf968&quot;,&quot;order&quot;:&quot;1&quot;}},&quot;03ac5d92-cefb-4b04-8890-1f777c45eccd&quot;:{&quot;type&quot;:&quot;FIGURE_OBJECT&quot;,&quot;id&quot;:&quot;03ac5d92-cefb-4b04-8890-1f777c45eccd&quot;,&quot;name&quot;:&quot;T cell receptor (TCR)&quot;,&quot;relativeTransform&quot;:{&quot;translate&quot;:{&quot;x&quot;:-7.656678409126607,&quot;y&quot;:16.57182407405877},&quot;rotate&quot;:0,&quot;skewX&quot;:0,&quot;scale&quot;:{&quot;x&quot;:0.17636697809720375,&quot;y&quot;:0.17636697809720375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e0c919ca-01b8-4f6d-a043-c8da0dfbf968&quot;,&quot;order&quot;:&quot;2&quot;}},&quot;d50f40ad-c7b4-4293-a0bb-f69b0dcbec82&quot;:{&quot;type&quot;:&quot;FIGURE_OBJECT&quot;,&quot;id&quot;:&quot;d50f40ad-c7b4-4293-a0bb-f69b0dcbec82&quot;,&quot;relativeTransform&quot;:{&quot;translate&quot;:{&quot;x&quot;:-7.675446232047792,&quot;y&quot;:-6.4530402610453255},&quot;rotate&quot;:0},&quot;opacity&quot;:1,&quot;path&quot;:{&quot;type&quot;:&quot;ELLIPSE&quot;,&quot;size&quot;:{&quot;x&quot;:4.308146694472732,&quot;y&quot;:4.317508403119232}},&quot;pathStyles&quot;:[{&quot;type&quot;:&quot;FILL&quot;,&quot;fillStyle&quot;:&quot;rgba(49,126,194,1)&quot;},{&quot;type&quot;:&quot;STROKE&quot;,&quot;strokeStyle&quot;:&quot;rgba(49,126,194,1)&quot;,&quot;lineWidth&quot;:0.4138745086014382,&quot;lineJoin&quot;:&quot;round&quot;}],&quot;isLocked&quot;:false,&quot;parent&quot;:{&quot;type&quot;:&quot;CHILD&quot;,&quot;parentId&quot;:&quot;e0c919ca-01b8-4f6d-a043-c8da0dfbf968&quot;,&quot;order&quot;:&quot;5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df94c72e-da53-421e-910d-953235e6e28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f94c72e-da53-421e-910d-953235e6e286&quot;:{&quot;relativeTransform&quot;:{&quot;translate&quot;:{&quot;x&quot;:172.7335784661178,&quot;y&quot;:284.9845347821474},&quot;rotate&quot;:-1.570796326794897,&quot;skewX&quot;:0,&quot;scale&quot;:{&quot;x&quot;:1,&quot;y&quot;:1}},&quot;type&quot;:&quot;FIGURE_OBJECT&quot;,&quot;id&quot;:&quot;df94c72e-da53-421e-910d-953235e6e286&quot;,&quot;name&quot;:&quot;CD28-CD80 complex&quot;,&quot;opacity&quot;:1,&quot;source&quot;:{&quot;id&quot;:&quot;5e5452cb83e60d0088781f01&quot;,&quot;type&quot;:&quot;ASSETS&quot;},&quot;pathStyles&quot;:[{&quot;type&quot;:&quot;FILL&quot;,&quot;fillStyle&quot;:&quot;rgb(0,0,0)&quot;}],&quot;isLocked&quot;:false,&quot;parent&quot;:{&quot;type&quot;:&quot;CHILD&quot;,&quot;parentId&quot;:&quot;4603c420-4925-45a8-9d3b-f9d0a8d1e630&quot;,&quot;order&quot;:&quot;999999999999985&quot;}},&quot;a21424de-6d22-4ce9-9903-5546adee9330&quot;:{&quot;type&quot;:&quot;FIGURE_OBJECT&quot;,&quot;id&quot;:&quot;a21424de-6d22-4ce9-9903-5546adee9330&quot;,&quot;name&quot;:&quot;CD28 (relaxed)&quot;,&quot;relativeTransform&quot;:{&quot;translate&quot;:{&quot;x&quot;:58.59711826268714,&quot;y&quot;:-1.5612756330361168},&quot;rotate&quot;:0,&quot;skewX&quot;:0,&quot;scale&quot;:{&quot;x&quot;:0.23644396829000297,&quot;y&quot;:0.23644396829000297}},&quot;opacity&quot;:1,&quot;image&quot;:{&quot;url&quot;:&quot;https://icons.biorender.com/biorender/5db0c4a6ebe9af00044f1322/cd28-relaxed.png&quot;,&quot;size&quot;:{&quot;x&quot;:64,&quot;y&quot;:123},&quot;isPremium&quot;:false,&quot;isPacked&quot;:true},&quot;source&quot;:{&quot;id&quot;:&quot;5db0c41febe9af00044f1313&quot;,&quot;type&quot;:&quot;ASSETS&quot;},&quot;pathStyles&quot;:[{&quot;type&quot;:&quot;FILL&quot;,&quot;fillStyle&quot;:&quot;rgb(0,0,0)&quot;}],&quot;isLocked&quot;:false,&quot;parent&quot;:{&quot;type&quot;:&quot;CHILD&quot;,&quot;parentId&quot;:&quot;df94c72e-da53-421e-910d-953235e6e286&quot;,&quot;order&quot;:&quot;2&quot;}},&quot;4038f787-1200-40c5-b524-24c4c2791871&quot;:{&quot;type&quot;:&quot;FIGURE_OBJECT&quot;,&quot;id&quot;:&quot;4038f787-1200-40c5-b524-24c4c2791871&quot;,&quot;name&quot;:&quot;CD80 (dimer)&quot;,&quot;relativeTransform&quot;:{&quot;translate&quot;:{&quot;x&quot;:58.59711826268714,&quot;y&quot;:-34.71573472812122},&quot;rotate&quot;:3.141592653589793},&quot;opacity&quot;:1,&quot;source&quot;:{&quot;id&quot;:&quot;5e5451fc83e60d0088781e0e&quot;,&quot;type&quot;:&quot;ASSETS&quot;},&quot;pathStyles&quot;:[{&quot;type&quot;:&quot;FILL&quot;,&quot;fillStyle&quot;:&quot;rgb(0,0,0)&quot;}],&quot;isLocked&quot;:false,&quot;parent&quot;:{&quot;type&quot;:&quot;CHILD&quot;,&quot;parentId&quot;:&quot;df94c72e-da53-421e-910d-953235e6e286&quot;,&quot;order&quot;:&quot;5&quot;}},&quot;7d3b3ef8-2d5a-43ed-b8dc-4f960a86d96d&quot;:{&quot;type&quot;:&quot;FIGURE_OBJECT&quot;,&quot;id&quot;:&quot;7d3b3ef8-2d5a-43ed-b8dc-4f960a86d96d&quot;,&quot;relativeTransform&quot;:{&quot;translate&quot;:{&quot;x&quot;:-2.622951754897099,&quot;y&quot;:9.326052483402835},&quot;rotate&quot;:0},&quot;opacity&quot;:1,&quot;path&quot;:{&quot;type&quot;:&quot;POLY_LINE&quot;,&quot;points&quot;:[{&quot;x&quot;:0,&quot;y&quot;:-9.634442616763534},{&quot;x&quot;:0,&quot;y&quot;:15.249798148696303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4038f787-1200-40c5-b524-24c4c2791871&quot;,&quot;order&quot;:&quot;1&quot;}},&quot;33b90e56-2519-4cb0-98bc-365dbb7f3e2e&quot;:{&quot;type&quot;:&quot;FIGURE_OBJECT&quot;,&quot;id&quot;:&quot;33b90e56-2519-4cb0-98bc-365dbb7f3e2e&quot;,&quot;name&quot;:&quot;CD80 (extracellular domain)&quot;,&quot;relativeTransform&quot;:{&quot;translate&quot;:{&quot;x&quot;:-2.622951754897101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2&quot;}},&quot;bf12fda7-4b2e-48e7-9bb6-8659e17f8d4a&quot;:{&quot;type&quot;:&quot;FIGURE_OBJECT&quot;,&quot;id&quot;:&quot;bf12fda7-4b2e-48e7-9bb6-8659e17f8d4a&quot;,&quot;name&quot;:&quot;CD80 (extracellular domain)&quot;,&quot;relativeTransform&quot;:{&quot;translate&quot;:{&quot;x&quot;:-2.622951754897101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3&quot;}},&quot;bdb7c570-62b3-483c-a91d-990c8e34f6fd&quot;:{&quot;type&quot;:&quot;FIGURE_OBJECT&quot;,&quot;id&quot;:&quot;bdb7c570-62b3-483c-a91d-990c8e34f6fd&quot;,&quot;relativeTransform&quot;:{&quot;translate&quot;:{&quot;x&quot;:2.622951754897099,&quot;y&quot;:9.326052483402835},&quot;rotate&quot;:0},&quot;opacity&quot;:1,&quot;path&quot;:{&quot;type&quot;:&quot;POLY_LINE&quot;,&quot;points&quot;:[{&quot;x&quot;:0,&quot;y&quot;:-9.634442616763534},{&quot;x&quot;:0,&quot;y&quot;:15.215556440545855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4038f787-1200-40c5-b524-24c4c2791871&quot;,&quot;order&quot;:&quot;5&quot;}},&quot;a5066371-be21-4286-8b5d-1a7a832897a7&quot;:{&quot;type&quot;:&quot;FIGURE_OBJECT&quot;,&quot;id&quot;:&quot;a5066371-be21-4286-8b5d-1a7a832897a7&quot;,&quot;name&quot;:&quot;CD80 (extracellular domain)&quot;,&quot;relativeTransform&quot;:{&quot;translate&quot;:{&quot;x&quot;:2.6229517548970973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6&quot;}},&quot;928a449b-b101-42a1-893f-0f1f494c0976&quot;:{&quot;type&quot;:&quot;FIGURE_OBJECT&quot;,&quot;id&quot;:&quot;928a449b-b101-42a1-893f-0f1f494c0976&quot;,&quot;name&quot;:&quot;CD80 (extracellular domain)&quot;,&quot;relativeTransform&quot;:{&quot;translate&quot;:{&quot;x&quot;:2.6229517548970973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4038f787-1200-40c5-b524-24c4c2791871&quot;,&quot;order&quot;:&quot;7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50baf8f9-e17f-4a9c-8007-90f346b6f81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0baf8f9-e17f-4a9c-8007-90f346b6f81d&quot;:{&quot;id&quot;:&quot;50baf8f9-e17f-4a9c-8007-90f346b6f81d&quot;,&quot;name&quot;:&quot;Cancer cell (apoptosis)&quot;,&quot;type&quot;:&quot;FIGURE_OBJECT&quot;,&quot;relativeTransform&quot;:{&quot;translate&quot;:{&quot;x&quot;:559.0358718243132,&quot;y&quot;:215.12872925679432},&quot;rotate&quot;:0,&quot;skewX&quot;:0,&quot;scale&quot;:{&quot;x&quot;:1.0028439484474978,&quot;y&quot;:1.0028439484474982}},&quot;image&quot;:{&quot;url&quot;:&quot;https://icons.biorender.com/biorender/6176ff7caa87c30029843e79/cancer-cell-apoptosis-01.png&quot;,&quot;isPremium&quot;:false,&quot;isPacked&quot;:true,&quot;size&quot;:{&quot;x&quot;:115,&quot;y&quot;:117.52747252747253}},&quot;source&quot;:{&quot;id&quot;:&quot;61537482e75ac20029699fa6&quot;,&quot;type&quot;:&quot;ASSETS&quot;},&quot;isPremium&quot;:false,&quot;parent&quot;:{&quot;type&quot;:&quot;CHILD&quot;,&quot;parentId&quot;:&quot;4603c420-4925-45a8-9d3b-f9d0a8d1e630&quot;,&quot;order&quot;:&quot;99999999999999&quot;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-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603c420-4925-45a8-9d3b-f9d0a8d1e630"/>
  <p:tag name="SELECTIONIDS" val="382d2742-bd3e-4eaf-9a87-a606d8cedef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82d2742-bd3e-4eaf-9a87-a606d8cedef8&quot;:{&quot;type&quot;:&quot;FIGURE_OBJECT&quot;,&quot;id&quot;:&quot;382d2742-bd3e-4eaf-9a87-a606d8cedef8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52.9016006502622,&quot;y&quot;:170.01420492362575},{&quot;x&quot;:157.45385804814617,&quot;y&quot;:184.6622068476666},{&quot;x&quot;:146.30500312498123,&quot;y&quot;:201.16890062141297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4603c420-4925-45a8-9d3b-f9d0a8d1e630&quot;,&quot;order&quot;:&quot;9999999999999975&quot;},&quot;connectorInfo&quot;:{&quot;type&quot;:&quot;QUADRATIC&quot;,&quot;offset&quot;:{&quot;x&quot;:0,&quot;y&quot;:0},&quot;bending&quot;:-0.1,&quot;customized&quot;:true}},&quot;4603c420-4925-45a8-9d3b-f9d0a8d1e630&quot;:{&quot;id&quot;:&quot;4603c420-4925-45a8-9d3b-f9d0a8d1e63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33da049f-3882-499c-a8b9-53536cd2c694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7c14642a-bede-4f4f-932b-6804016d1d37&quot;:{&quot;type&quot;:&quot;FIGURE_OBJECT&quot;,&quot;id&quot;:&quot;7c14642a-bede-4f4f-932b-6804016d1d37&quot;,&quot;path&quot;:{&quot;type&quot;:&quot;RECT&quot;,&quot;size&quot;:{&quot;x&quot;:830.5878772168173,&quot;y&quot;:94.9137288315334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33da049f-3882-499c-a8b9-53536cd2c694&quot;,&quot;order&quot;:&quot;999999999999999&quot;},&quot;relativeTransform&quot;:{&quot;translate&quot;:{&quot;x&quot;:11.170634061538976,&quot;y&quot;:240.73598480234222},&quot;rotate&quot;:0},&quot;layout&quot;:{&quot;sizeRatio&quot;:{&quot;x&quot;:0.88,&quot;y&quot;:0.88},&quot;keepAspectRatio&quot;:false}},&quot;802e6845-7840-487a-8a6f-6cc930628335&quot;:{&quot;id&quot;:&quot;802e6845-7840-487a-8a6f-6cc93062833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120]}],&quot;text&quot;:&quot;Mimotopes are modified peptides that increase T-cell activation while preserving recognition of the native tumor antigen &quot;}],&quot;_lastCaretLocation&quot;:{&quot;lineIndex&quot;:0,&quot;runIndex&quot;:0,&quot;charIndex&quot;:0}},&quot;format&quot;:&quot;BETTER_TEXT&quot;,&quot;size&quot;:{&quot;x&quot;:730.9173319507993,&quot;y&quot;:60},&quot;targetSize&quot;:{&quot;x&quot;:730.9173319507993,&quot;y&quot;:2}},&quot;parent&quot;:{&quot;type&quot;:&quot;CHILD&quot;,&quot;parentId&quot;:&quot;7c14642a-bede-4f4f-932b-6804016d1d37&quot;,&quot;order&quot;:&quot;5&quot;}},&quot;84d48c42-5d5e-4174-9f42-2bef52659765&quot;:{&quot;type&quot;:&quot;FIGURE_OBJECT&quot;,&quot;id&quot;:&quot;84d48c42-5d5e-4174-9f42-2bef52659765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52.9016006502622,&quot;y&quot;:170.01420492362575},{&quot;x&quot;:157.45385804814617,&quot;y&quot;:184.6622068476666},{&quot;x&quot;:146.30500312498123,&quot;y&quot;:201.16890062141297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3da049f-3882-499c-a8b9-53536cd2c694&quot;,&quot;order&quot;:&quot;9999999999999975&quot;},&quot;connectorInfo&quot;:{&quot;type&quot;:&quot;QUADRATIC&quot;,&quot;offset&quot;:{&quot;x&quot;:0,&quot;y&quot;:0},&quot;bending&quot;:-0.1,&quot;customized&quot;:true}},&quot;cae72820-4e8d-43c3-9fb0-6b050ef8e4de&quot;:{&quot;type&quot;:&quot;FIGURE_OBJECT&quot;,&quot;id&quot;:&quot;cae72820-4e8d-43c3-9fb0-6b050ef8e4de&quot;,&quot;relativeTransform&quot;:{&quot;translate&quot;:{&quot;x&quot;:162.9926055064216,&quot;y&quot;:156.67849770056014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666666666666666,&quot;color&quot;:&quot;rgba(49,126,194,1)&quot;,&quot;fontWeight&quot;:&quot;bold&quot;,&quot;fontStyle&quot;:&quot;normal&quot;,&quot;decoration&quot;:&quot;none&quot;,&quot;script&quot;:&quot;none&quot;},&quot;range&quot;:[0,17]}],&quot;text&quot;:&quot;Synthetic mimotope&quot;}],&quot;verticalAlign&quot;:&quot;TOP&quot;,&quot;_lastCaretLocation&quot;:{&quot;lineIndex&quot;:0,&quot;runIndex&quot;:-1,&quot;charIndex&quot;:-1,&quot;endOfLine&quot;:true}},&quot;size&quot;:{&quot;x&quot;:48.54768371582031,&quot;y&quot;:26},&quot;targetSize&quot;:{&quot;x&quot;:29.829925537109375,&quot;y&quot;:16.933014753113497},&quot;format&quot;:&quot;BETTER_TEXT&quot;,&quot;verticalAlign&quot;:&quot;TOP&quot;},&quot;isLocked&quot;:false,&quot;parent&quot;:{&quot;type&quot;:&quot;CHILD&quot;,&quot;parentId&quot;:&quot;33da049f-3882-499c-a8b9-53536cd2c694&quot;,&quot;order&quot;:&quot;999999999999998&quot;}},&quot;bc5ff038-109b-4e08-a9c9-936bce984c99&quot;:{&quot;type&quot;:&quot;FIGURE_OBJECT&quot;,&quot;id&quot;:&quot;bc5ff038-109b-4e08-a9c9-936bce984c99&quot;,&quot;relativeTransform&quot;:{&quot;translate&quot;:{&quot;x&quot;:471.18266426228024,&quot;y&quot;:192.2385373639877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666666666666666,&quot;color&quot;:&quot;rgba(192,56,48,1)&quot;,&quot;fontWeight&quot;:&quot;bold&quot;,&quot;fontStyle&quot;:&quot;normal&quot;,&quot;decoration&quot;:&quot;none&quot;,&quot;script&quot;:&quot;none&quot;},&quot;range&quot;:[0,13]}],&quot;text&quot;:&quot;Native peptide&quot;}],&quot;verticalAlign&quot;:&quot;TOP&quot;,&quot;_lastCaretLocation&quot;:{&quot;lineIndex&quot;:0,&quot;runIndex&quot;:-1,&quot;charIndex&quot;:-1,&quot;endOfLine&quot;:true}},&quot;size&quot;:{&quot;x&quot;:48.54768371582031,&quot;y&quot;:26},&quot;targetSize&quot;:{&quot;x&quot;:29.829925537109375,&quot;y&quot;:16.933014753113497},&quot;format&quot;:&quot;BETTER_TEXT&quot;,&quot;verticalAlign&quot;:&quot;TOP&quot;},&quot;isLocked&quot;:false,&quot;parent&quot;:{&quot;type&quot;:&quot;CHILD&quot;,&quot;parentId&quot;:&quot;33da049f-3882-499c-a8b9-53536cd2c694&quot;,&quot;order&quot;:&quot;999999999999997&quot;}},&quot;adf5c72a-8c69-4619-b972-561cf2bff884&quot;:{&quot;id&quot;:&quot;adf5c72a-8c69-4619-b972-561cf2bff884&quot;,&quot;type&quot;:&quot;FIGURE_OBJECT&quot;,&quot;relativeTransform&quot;:{&quot;translate&quot;:{&quot;x&quot;:307.3336783270702,&quot;y&quot;:119.5284612733808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44]}],&quot;text&quot;:&quot;Cross-recognition of the native tumor peptide&quot;}],&quot;_lastCaretLocation&quot;:{&quot;lineIndex&quot;:0,&quot;runIndex&quot;:-1,&quot;charIndex&quot;:-1,&quot;endOfLine&quot;:true}},&quot;format&quot;:&quot;BETTER_TEXT&quot;,&quot;size&quot;:{&quot;x&quot;:201.9467037956665,&quot;y&quot;:44},&quot;targetSize&quot;:{&quot;x&quot;:201.9467037956665,&quot;y&quot;:22.963185553318542}},&quot;parent&quot;:{&quot;type&quot;:&quot;CHILD&quot;,&quot;parentId&quot;:&quot;33da049f-3882-499c-a8b9-53536cd2c694&quot;,&quot;order&quot;:&quot;999999999999995&quot;}},&quot;3344df61-8005-4632-ad48-e889e2339c4d&quot;:{&quot;id&quot;:&quot;3344df61-8005-4632-ad48-e889e2339c4d&quot;,&quot;name&quot;:&quot;Cancer cell (apoptosis)&quot;,&quot;type&quot;:&quot;FIGURE_OBJECT&quot;,&quot;relativeTransform&quot;:{&quot;translate&quot;:{&quot;x&quot;:559.0358718243132,&quot;y&quot;:215.12872925679432},&quot;rotate&quot;:0,&quot;skewX&quot;:0,&quot;scale&quot;:{&quot;x&quot;:1.0028439484474978,&quot;y&quot;:1.0028439484474982}},&quot;image&quot;:{&quot;url&quot;:&quot;https://icons.biorender.com/biorender/6176ff7caa87c30029843e79/cancer-cell-apoptosis-01.png&quot;,&quot;isPremium&quot;:false,&quot;isPacked&quot;:true,&quot;size&quot;:{&quot;x&quot;:115,&quot;y&quot;:117.52747252747253}},&quot;source&quot;:{&quot;id&quot;:&quot;61537482e75ac20029699fa6&quot;,&quot;type&quot;:&quot;ASSETS&quot;},&quot;isPremium&quot;:false,&quot;parent&quot;:{&quot;type&quot;:&quot;CHILD&quot;,&quot;parentId&quot;:&quot;33da049f-3882-499c-a8b9-53536cd2c694&quot;,&quot;order&quot;:&quot;99999999999999&quot;}},&quot;85619361-7e66-4078-bc76-5530d6a8b1ea&quot;:{&quot;id&quot;:&quot;85619361-7e66-4078-bc76-5530d6a8b1ea&quot;,&quot;name&quot;:&quot;Lymphocyte (T-cell)&quot;,&quot;type&quot;:&quot;FIGURE_OBJECT&quot;,&quot;relativeTransform&quot;:{&quot;translate&quot;:{&quot;x&quot;:401.41031811147064,&quot;y&quot;:214.8646460863955},&quot;rotate&quot;:0.8688862113474182,&quot;skewX&quot;:0,&quot;scale&quot;:{&quot;x&quot;:0.899414036277648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3da049f-3882-499c-a8b9-53536cd2c694&quot;,&quot;order&quot;:&quot;999999999999902&quot;}},&quot;4d4b2eb2-5323-44df-8192-f202612b01a0&quot;:{&quot;id&quot;:&quot;4d4b2eb2-5323-44df-8192-f202612b01a0&quot;,&quot;name&quot;:&quot;Lymphocyte (T-cell)&quot;,&quot;type&quot;:&quot;FIGURE_OBJECT&quot;,&quot;relativeTransform&quot;:{&quot;translate&quot;:{&quot;x&quot;:218.98089580231542,&quot;y&quot;:216.5267508129831},&quot;rotate&quot;:0,&quot;skewX&quot;:0,&quot;scale&quot;:{&quot;x&quot;:0.89941403627764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3da049f-3882-499c-a8b9-53536cd2c694&quot;,&quot;order&quot;:&quot;999999999999977&quot;}},&quot;90a12d48-7da8-48b8-bfd5-5283aff23e06&quot;:{&quot;id&quot;:&quot;90a12d48-7da8-48b8-bfd5-5283aff23e06&quot;,&quot;name&quot;:&quot;Dendritic cell 2&quot;,&quot;type&quot;:&quot;FIGURE_OBJECT&quot;,&quot;relativeTransform&quot;:{&quot;translate&quot;:{&quot;x&quot;:81.25250793213517,&quot;y&quot;:207.59069972206208},&quot;rotate&quot;:-0.28368762828830935,&quot;skewX&quot;:-2.78240086584617e-16,&quot;scale&quot;:{&quot;x&quot;:1.339989890591463,&quot;y&quot;:1.3399898905914618}},&quot;image&quot;:{&quot;url&quot;:&quot;https://icons.biorender.com/biorender/6154afba5275170029fdb5c7/20210929182737/image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3da049f-3882-499c-a8b9-53536cd2c694&quot;,&quot;order&quot;:&quot;99999999999993&quot;}},&quot;8b35418d-3bcd-44fa-8147-34974a564038&quot;:{&quot;id&quot;:&quot;8b35418d-3bcd-44fa-8147-34974a564038&quot;,&quot;type&quot;:&quot;FIGURE_OBJECT&quot;,&quot;relativeTransform&quot;:{&quot;translate&quot;:{&quot;x&quot;:470.2839138986298,&quot;y&quot;:273.860136957073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47, 140, 69, 0.7490196078431373)&quot;,&quot;fontWeight&quot;:&quot;normal&quot;,&quot;fontStyle&quot;:&quot;normal&quot;,&quot;decoration&quot;:&quot;none&quot;,&quot;script&quot;:&quot;none&quot;},&quot;range&quot;:[0,3]}],&quot;text&quot;:&quot;TNFα&quot;,&quot;baseStyle&quot;:{&quot;fontFamily&quot;:&quot;Roboto&quot;,&quot;fontSize&quot;:10.166753645650708,&quot;color&quot;:&quot;rgba(47, 140, 69, 0.7490196078431373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5.64794669698247,&quot;y&quot;:12.477379474207687},&quot;targetSize&quot;:{&quot;x&quot;:25.64794669698247,&quot;y&quot;:12.477379474207687},&quot;verticalAlign&quot;:&quot;TOP&quot;},&quot;parent&quot;:{&quot;type&quot;:&quot;CHILD&quot;,&quot;parentId&quot;:&quot;33da049f-3882-499c-a8b9-53536cd2c694&quot;,&quot;order&quot;:&quot;999999999999975&quot;}},&quot;36be201d-b5d5-48fb-ba82-fdd953d6b42c&quot;:{&quot;id&quot;:&quot;36be201d-b5d5-48fb-ba82-fdd953d6b42c&quot;,&quot;type&quot;:&quot;FIGURE_OBJECT&quot;,&quot;relativeTransform&quot;:{&quot;translate&quot;:{&quot;x&quot;:469.90612657566083,&quot;y&quot;:169.89514523923145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136, 93, 159, 1)&quot;,&quot;fontWeight&quot;:&quot;normal&quot;,&quot;fontStyle&quot;:&quot;normal&quot;,&quot;decoration&quot;:&quot;none&quot;,&quot;script&quot;:&quot;none&quot;},&quot;range&quot;:[0,3]}],&quot;text&quot;:&quot;GzmB&quot;,&quot;baseStyle&quot;:{&quot;fontFamily&quot;:&quot;Roboto&quot;,&quot;fontSize&quot;:10.166753645650708,&quot;color&quot;:&quot;rgba(136, 93, 159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0.500260936952124,&quot;y&quot;:12.477379474207687},&quot;targetSize&quot;:{&quot;x&quot;:30.500260936952124,&quot;y&quot;:12.477379474207687},&quot;verticalAlign&quot;:&quot;TOP&quot;},&quot;parent&quot;:{&quot;type&quot;:&quot;CHILD&quot;,&quot;parentId&quot;:&quot;33da049f-3882-499c-a8b9-53536cd2c694&quot;,&quot;order&quot;:&quot;999999999999972&quot;}},&quot;e44cd8bc-54ac-46d1-beca-7c9a0d73bdf5&quot;:{&quot;type&quot;:&quot;FIGURE_OBJECT&quot;,&quot;id&quot;:&quot;e44cd8bc-54ac-46d1-beca-7c9a0d73bdf5&quot;,&quot;parent&quot;:{&quot;type&quot;:&quot;CHILD&quot;,&quot;parentId&quot;:&quot;33da049f-3882-499c-a8b9-53536cd2c694&quot;,&quot;order&quot;:&quot;999999999999922&quot;},&quot;relativeTransform&quot;:{&quot;translate&quot;:{&quot;x&quot;:306.41294376187176,&quot;y&quot;:199.1610698585684},&quot;rotate&quot;:0,&quot;skewX&quot;:0,&quot;scale&quot;:{&quot;x&quot;:1,&quot;y&quot;:1}}},&quot;9b8e25b1-5aaa-4869-903f-e1f17bd30364&quot;:{&quot;type&quot;:&quot;FIGURE_OBJECT&quot;,&quot;id&quot;:&quot;9b8e25b1-5aaa-4869-903f-e1f17bd30364&quot;,&quot;name&quot;:&quot;Sphere&quot;,&quot;relativeTransform&quot;:{&quot;translate&quot;:{&quot;x&quot;:163.62292242060929,&quot;y&quot;:85.01384915514842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8&quot;}},&quot;b3f04d4e-ee3b-4a38-aeb9-39a0526c53f9&quot;:{&quot;type&quot;:&quot;FIGURE_OBJECT&quot;,&quot;id&quot;:&quot;b3f04d4e-ee3b-4a38-aeb9-39a0526c53f9&quot;,&quot;name&quot;:&quot;Sphere&quot;,&quot;relativeTransform&quot;:{&quot;translate&quot;:{&quot;x&quot;:117.19886634610442,&quot;y&quot;:82.1513168095293},&quot;rotate&quot;:3.3791373788789003,&quot;skewX&quot;:1.8444520038018278e-16,&quot;scale&quot;:{&quot;x&quot;:-0.027106688423271266,&quot;y&quot;:0.02710668842327130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7&quot;}},&quot;8d7cbd36-a995-43f4-a633-a77404160df3&quot;:{&quot;type&quot;:&quot;FIGURE_OBJECT&quot;,&quot;id&quot;:&quot;8d7cbd36-a995-43f4-a633-a77404160df3&quot;,&quot;name&quot;:&quot;Sphere&quot;,&quot;relativeTransform&quot;:{&quot;translate&quot;:{&quot;x&quot;:180.1043815226204,&quot;y&quot;:97.64562398379718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6&quot;}},&quot;23c5ed73-317d-4fcd-9c66-1b0fb66d3a1c&quot;:{&quot;type&quot;:&quot;FIGURE_OBJECT&quot;,&quot;id&quot;:&quot;23c5ed73-317d-4fcd-9c66-1b0fb66d3a1c&quot;,&quot;name&quot;:&quot;Sphere&quot;,&quot;relativeTransform&quot;:{&quot;translate&quot;:{&quot;x&quot;:132.32971164622737,&quot;y&quot;:90.1788385112105},&quot;rotate&quot;:3.3791373788789003,&quot;skewX&quot;:0,&quot;scale&quot;:{&quot;x&quot;:-0.02751740542743292,&quot;y&quot;:0.02897094653918018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5&quot;}},&quot;486c3f4e-6107-4f46-8f4b-a1052aa5628e&quot;:{&quot;type&quot;:&quot;FIGURE_OBJECT&quot;,&quot;id&quot;:&quot;486c3f4e-6107-4f46-8f4b-a1052aa5628e&quot;,&quot;name&quot;:&quot;Sphere&quot;,&quot;relativeTransform&quot;:{&quot;translate&quot;:{&quot;x&quot;:144.85686089066547,&quot;y&quot;:83.31001202733067},&quot;rotate&quot;:3.3791373788789003,&quot;skewX&quot;:-4.176972262229446e-17,&quot;scale&quot;:{&quot;x&quot;:-0.02547383581085195,&quot;y&quot;:0.025473835810851955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3&quot;}},&quot;b446967d-3490-4754-91d5-61c3b267cbd7&quot;:{&quot;type&quot;:&quot;FIGURE_OBJECT&quot;,&quot;id&quot;:&quot;b446967d-3490-4754-91d5-61c3b267cbd7&quot;,&quot;name&quot;:&quot;Sphere&quot;,&quot;relativeTransform&quot;:{&quot;translate&quot;:{&quot;x&quot;:198.07248572627526,&quot;y&quot;:90.67145467787212},&quot;rotate&quot;:3.3791373788789003,&quot;skewX&quot;:-5.800845256637433e-17,&quot;scale&quot;:{&quot;x&quot;:-0.02161620750588143,&quot;y&quot;:0.021616207505881432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2&quot;}},&quot;83c0b678-60d3-41c3-8492-15d9a945e816&quot;:{&quot;type&quot;:&quot;FIGURE_OBJECT&quot;,&quot;id&quot;:&quot;83c0b678-60d3-41c3-8492-15d9a945e816&quot;,&quot;name&quot;:&quot;Sphere&quot;,&quot;relativeTransform&quot;:{&quot;translate&quot;:{&quot;x&quot;:210.75235096069332,&quot;y&quot;:94.67167648816073},&quot;rotate&quot;:3.3791373788789003,&quot;skewX&quot;:1.5821298344918559e-16,&quot;scale&quot;:{&quot;x&quot;:-0.02926773290206585,&quot;y&quot;:0.029267732902065878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1&quot;}},&quot;31293b9c-f1a7-40d8-b0aa-bc64986daf02&quot;:{&quot;type&quot;:&quot;FIGURE_OBJECT&quot;,&quot;id&quot;:&quot;31293b9c-f1a7-40d8-b0aa-bc64986daf02&quot;,&quot;name&quot;:&quot;Sphere&quot;,&quot;relativeTransform&quot;:{&quot;translate&quot;:{&quot;x&quot;:158.75487385187844,&quot;y&quot;:96.85567985209074},&quot;rotate&quot;:3.3791373788789003,&quot;skewX&quot;:-2.6721323238462895e-17,&quot;scale&quot;:{&quot;x&quot;:-0.02252066253145723,&quot;y&quot;:0.022520662531457188}},&quot;opacity&quot;:0.75,&quot;image&quot;:{&quot;url&quot;:&quot;https://icons.biorender.com/biorender/5b8847989629ce1400901caa/20200825150931/image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05&quot;}},&quot;b03f14f8-bee1-4eeb-b28d-28b6503a37df&quot;:{&quot;type&quot;:&quot;FIGURE_OBJECT&quot;,&quot;id&quot;:&quot;b03f14f8-bee1-4eeb-b28d-28b6503a37df&quot;,&quot;parent&quot;:{&quot;type&quot;:&quot;CHILD&quot;,&quot;parentId&quot;:&quot;33da049f-3882-499c-a8b9-53536cd2c694&quot;,&quot;order&quot;:&quot;99999999999992&quot;},&quot;relativeTransform&quot;:{&quot;translate&quot;:{&quot;x&quot;:306.41294376187176,&quot;y&quot;:199.1610698585684},&quot;rotate&quot;:0,&quot;skewX&quot;:0,&quot;scale&quot;:{&quot;x&quot;:1,&quot;y&quot;:1}}},&quot;4d0f16cf-c357-400b-8ee8-bdd8ab62e31e&quot;:{&quot;type&quot;:&quot;FIGURE_OBJECT&quot;,&quot;id&quot;:&quot;4d0f16cf-c357-400b-8ee8-bdd8ab62e31e&quot;,&quot;name&quot;:&quot;Sphere&quot;,&quot;relativeTransform&quot;:{&quot;translate&quot;:{&quot;x&quot;:183.66541674698487,&quot;y&quot;:82.93228674870913},&quot;rotate&quot;:3.3791373788789003,&quot;skewX&quot;:0,&quot;scale&quot;:{&quot;x&quot;:-0.029644276676495183,&quot;y&quot;:0.029644276676495173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8&quot;}},&quot;fee7f48a-4d89-454c-8201-0208649fd3cf&quot;:{&quot;type&quot;:&quot;FIGURE_OBJECT&quot;,&quot;id&quot;:&quot;fee7f48a-4d89-454c-8201-0208649fd3cf&quot;,&quot;name&quot;:&quot;Sphere&quot;,&quot;relativeTransform&quot;:{&quot;translate&quot;:{&quot;x&quot;:193.75435608502795,&quot;y&quot;:68.7839203237347},&quot;rotate&quot;:3.3791373788789003,&quot;skewX&quot;:-3.987119696904128e-17,&quot;scale&quot;:{&quot;x&quot;:-0.026073270123862426,&quot;y&quot;:0.026073270123862416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7&quot;}},&quot;fb34fafc-3e72-4ef4-8ff0-38e257e6eacf&quot;:{&quot;type&quot;:&quot;FIGURE_OBJECT&quot;,&quot;id&quot;:&quot;fb34fafc-3e72-4ef4-8ff0-38e257e6eacf&quot;,&quot;name&quot;:&quot;Sphere&quot;,&quot;relativeTransform&quot;:{&quot;translate&quot;:{&quot;x&quot;:108.84284280266236,&quot;y&quot;:67.0791503053093},&quot;rotate&quot;:3.3791373788789003,&quot;skewX&quot;:-1.0688529295385158e-16,&quot;scale&quot;:{&quot;x&quot;:-0.02252066253145723,&quot;y&quot;:0.022520662531457233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6&quot;}},&quot;cb70acff-936c-4664-b101-7fa22aadadec&quot;:{&quot;type&quot;:&quot;FIGURE_OBJECT&quot;,&quot;id&quot;:&quot;cb70acff-936c-4664-b101-7fa22aadadec&quot;,&quot;name&quot;:&quot;Sphere&quot;,&quot;relativeTransform&quot;:{&quot;translate&quot;:{&quot;x&quot;:122.39870220590085,&quot;y&quot;:71.9385238708478},&quot;rotate&quot;:3.3791373788789003,&quot;skewX&quot;:-2.6721323238462895e-17,&quot;scale&quot;:{&quot;x&quot;:-0.02252066253145723,&quot;y&quot;:0.022520662531457212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5&quot;}},&quot;8fd95a99-0631-49cd-9622-239bfbf1a996&quot;:{&quot;type&quot;:&quot;FIGURE_OBJECT&quot;,&quot;id&quot;:&quot;8fd95a99-0631-49cd-9622-239bfbf1a996&quot;,&quot;name&quot;:&quot;Sphere&quot;,&quot;relativeTransform&quot;:{&quot;translate&quot;:{&quot;x&quot;:144.65968992174777,&quot;y&quot;:98.89962695171896},&quot;rotate&quot;:3.3791373788789003,&quot;skewX&quot;:0,&quot;scale&quot;:{&quot;x&quot;:-0.027646090219500822,&quot;y&quot;:0.0276460902195008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3&quot;}},&quot;36a56ee7-e4a0-4c12-b533-56f8ae7a7238&quot;:{&quot;type&quot;:&quot;FIGURE_OBJECT&quot;,&quot;id&quot;:&quot;36a56ee7-e4a0-4c12-b533-56f8ae7a7238&quot;,&quot;name&quot;:&quot;Sphere&quot;,&quot;relativeTransform&quot;:{&quot;translate&quot;:{&quot;x&quot;:168.49080112370717,&quot;y&quot;:103.44171151498766},&quot;rotate&quot;:3.3791373788789003,&quot;skewX&quot;:-8.016396971538869e-17,&quot;scale&quot;:{&quot;x&quot;:-0.02252066253145723,&quot;y&quot;:0.02252066253145722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2&quot;}},&quot;18fe18a8-4775-4705-a187-5bbb2ccb7a06&quot;:{&quot;type&quot;:&quot;FIGURE_OBJECT&quot;,&quot;id&quot;:&quot;18fe18a8-4775-4705-a187-5bbb2ccb7a06&quot;,&quot;name&quot;:&quot;Sphere&quot;,&quot;relativeTransform&quot;:{&quot;translate&quot;:{&quot;x&quot;:135.4407667377129,&quot;y&quot;:76.08085370055072},&quot;rotate&quot;:3.3791373788789003,&quot;skewX&quot;:-3.014047716577197e-16,&quot;scale&quot;:{&quot;x&quot;:-0.023228742749907095,&quot;y&quot;:0.023228742749907126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1&quot;}},&quot;fd48b899-7cc9-4e61-953e-cd9dd0d71664&quot;:{&quot;type&quot;:&quot;FIGURE_OBJECT&quot;,&quot;id&quot;:&quot;fd48b899-7cc9-4e61-953e-cd9dd0d71664&quot;,&quot;parent&quot;:{&quot;type&quot;:&quot;CHILD&quot;,&quot;parentId&quot;:&quot;33da049f-3882-499c-a8b9-53536cd2c694&quot;,&quot;order&quot;:&quot;999999999999912&quot;},&quot;relativeTransform&quot;:{&quot;translate&quot;:{&quot;x&quot;:306.41294376187176,&quot;y&quot;:199.1610698585684},&quot;rotate&quot;:0,&quot;skewX&quot;:0,&quot;scale&quot;:{&quot;x&quot;:1,&quot;y&quot;:1}}},&quot;a8cb3d5a-1329-47b7-a8b5-f434405f2d6b&quot;:{&quot;type&quot;:&quot;FIGURE_OBJECT&quot;,&quot;id&quot;:&quot;a8cb3d5a-1329-47b7-a8b5-f434405f2d6b&quot;,&quot;name&quot;:&quot;Sphere&quot;,&quot;relativeTransform&quot;:{&quot;translate&quot;:{&quot;x&quot;:157.481242863133,&quot;y&quot;:-50.78971093728193},&quot;rotate&quot;:-0.23754472528910814,&quot;skewX&quot;:0,&quot;scale&quot;:{&quot;x&quot;:0.027646090219500825,&quot;y&quot;:0.027646090219500822}},&quot;opacity&quot;:1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8&quot;}},&quot;11e24900-4407-457b-b6d5-ad088104c349&quot;:{&quot;type&quot;:&quot;FIGURE_OBJECT&quot;,&quot;id&quot;:&quot;11e24900-4407-457b-b6d5-ad088104c349&quot;,&quot;name&quot;:&quot;Sphere&quot;,&quot;relativeTransform&quot;:{&quot;translate&quot;:{&quot;x&quot;:197.83314914531815,&quot;y&quot;:-41.93056087984699},&quot;rotate&quot;:-0.23754472528910783,&quot;skewX&quot;:-7.974239393808257e-17,&quot;scale&quot;:{&quot;x&quot;:0.026073270123862423,&quot;y&quot;:0.02607327012386243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7&quot;}},&quot;063a09ce-037d-4263-a50e-39f850eb06f0&quot;:{&quot;type&quot;:&quot;FIGURE_OBJECT&quot;,&quot;id&quot;:&quot;063a09ce-037d-4263-a50e-39f850eb06f0&quot;,&quot;name&quot;:&quot;Sphere&quot;,&quot;relativeTransform&quot;:{&quot;translate&quot;:{&quot;x&quot;:127.93033943656945,&quot;y&quot;:-53.17868021216357},&quot;rotate&quot;:-0.2375447252891078,&quot;skewX&quot;:0,&quot;scale&quot;:{&quot;x&quot;:0.026519393870735684,&quot;y&quot;:0.026519393870735677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6&quot;}},&quot;1bcfff69-4508-4a2f-8a0c-c1060c738ac4&quot;:{&quot;type&quot;:&quot;FIGURE_OBJECT&quot;,&quot;id&quot;:&quot;1bcfff69-4508-4a2f-8a0c-c1060c738ac4&quot;,&quot;name&quot;:&quot;Sphere&quot;,&quot;relativeTransform&quot;:{&quot;translate&quot;:{&quot;x&quot;:105.84417815980774,&quot;y&quot;:-35.71279895878394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5&quot;}},&quot;c1e04b33-510f-4f40-a035-d550681d921c&quot;:{&quot;type&quot;:&quot;FIGURE_OBJECT&quot;,&quot;id&quot;:&quot;c1e04b33-510f-4f40-a035-d550681d921c&quot;,&quot;name&quot;:&quot;Sphere&quot;,&quot;relativeTransform&quot;:{&quot;translate&quot;:{&quot;x&quot;:128.29240871051078,&quot;y&quot;:-42.25197473794076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3&quot;}},&quot;fc54f0e2-3a79-4002-8cfe-823065d345a0&quot;:{&quot;type&quot;:&quot;FIGURE_OBJECT&quot;,&quot;id&quot;:&quot;fc54f0e2-3a79-4002-8cfe-823065d345a0&quot;,&quot;name&quot;:&quot;Sphere&quot;,&quot;relativeTransform&quot;:{&quot;translate&quot;:{&quot;x&quot;:214.35650040074242,&quot;y&quot;:-52.88087329875401},&quot;rotate&quot;:-0.23754472528910814,&quot;skewX&quot;:0,&quot;scale&quot;:{&quot;x&quot;:0.027646090219500825,&quot;y&quot;:0.027646090219500822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2&quot;}},&quot;e8f41649-d9a3-4857-ba5a-63ad271cf378&quot;:{&quot;type&quot;:&quot;FIGURE_OBJECT&quot;,&quot;id&quot;:&quot;e8f41649-d9a3-4857-ba5a-63ad271cf378&quot;,&quot;name&quot;:&quot;Sphere&quot;,&quot;relativeTransform&quot;:{&quot;translate&quot;:{&quot;x&quot;:168.80548963085752,&quot;y&quot;:-70.97358038618782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1&quot;}},&quot;6bb1650e-22f0-4e66-92cb-a66e66b1b7cb&quot;:{&quot;type&quot;:&quot;FIGURE_OBJECT&quot;,&quot;id&quot;:&quot;6bb1650e-22f0-4e66-92cb-a66e66b1b7cb&quot;,&quot;parent&quot;:{&quot;type&quot;:&quot;CHILD&quot;,&quot;parentId&quot;:&quot;33da049f-3882-499c-a8b9-53536cd2c694&quot;,&quot;order&quot;:&quot;999999999999915&quot;},&quot;relativeTransform&quot;:{&quot;translate&quot;:{&quot;x&quot;:306.41294376187176,&quot;y&quot;:199.1610698585684},&quot;rotate&quot;:0,&quot;skewX&quot;:0,&quot;scale&quot;:{&quot;x&quot;:1,&quot;y&quot;:1}}},&quot;db9c6217-86de-423f-bf6e-da993108f4ef&quot;:{&quot;type&quot;:&quot;FIGURE_OBJECT&quot;,&quot;id&quot;:&quot;db9c6217-86de-423f-bf6e-da993108f4ef&quot;,&quot;name&quot;:&quot;Sphere&quot;,&quot;relativeTransform&quot;:{&quot;translate&quot;:{&quot;x&quot;:142.02921005378371,&quot;y&quot;:-49.355999812864134},&quot;rotate&quot;:-0.23754472528910786,&quot;skewX&quot;:1.1601690513274865e-16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8&quot;}},&quot;ac30cf51-7a66-4f68-b688-11fd03c50900&quot;:{&quot;type&quot;:&quot;FIGURE_OBJECT&quot;,&quot;id&quot;:&quot;ac30cf51-7a66-4f68-b688-11fd03c50900&quot;,&quot;name&quot;:&quot;Sphere&quot;,&quot;relativeTransform&quot;:{&quot;translate&quot;:{&quot;x&quot;:114.72763621189453,&quot;y&quot;:-48.48447710152391},&quot;rotate&quot;:-0.23754472528910783,&quot;skewX&quot;:2.776282162256265e-17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7&quot;}},&quot;9ebf5199-f3f8-4b54-9ddf-baeb7179020f&quot;:{&quot;type&quot;:&quot;FIGURE_OBJECT&quot;,&quot;id&quot;:&quot;9ebf5199-f3f8-4b54-9ddf-baeb7179020f&quot;,&quot;name&quot;:&quot;Sphere&quot;,&quot;relativeTransform&quot;:{&quot;translate&quot;:{&quot;x&quot;:183.519568446281,&quot;y&quot;:-66.1057056070755},&quot;rotate&quot;:-0.23754472528910783,&quot;skewX&quot;:1.6657692973537594e-16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6&quot;}},&quot;ec1be151-1d55-46ce-86d5-6d51340ce8f3&quot;:{&quot;type&quot;:&quot;FIGURE_OBJECT&quot;,&quot;id&quot;:&quot;ec1be151-1d55-46ce-86d5-6d51340ce8f3&quot;,&quot;name&quot;:&quot;Sphere&quot;,&quot;relativeTransform&quot;:{&quot;translate&quot;:{&quot;x&quot;:141.1574117836194,&quot;y&quot;:-66.10574207217857},&quot;rotate&quot;:-0.23754472528910783,&quot;skewX&quot;:2.4986539460306388e-16,&quot;scale&quot;:{&quot;x&quot;:0.031245921659250546,&quot;y&quot;:0.031245921659250584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55&quot;}},&quot;2df10997-ecf6-4505-82e7-9bf11be9f50d&quot;:{&quot;type&quot;:&quot;FIGURE_OBJECT&quot;,&quot;id&quot;:&quot;2df10997-ecf6-4505-82e7-9bf11be9f50d&quot;,&quot;name&quot;:&quot;Sphere&quot;,&quot;relativeTransform&quot;:{&quot;translate&quot;:{&quot;x&quot;:157.6780480603039,&quot;y&quot;:-65.58350456420926},&quot;rotate&quot;:-0.23754472528910783,&quot;skewX&quot;:0,&quot;scale&quot;:{&quot;x&quot;:0.025473835810851955,&quot;y&quot;:0.0254738358108519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5&quot;}},&quot;14983a2c-44ef-4763-adc0-8f0394c7d771&quot;:{&quot;type&quot;:&quot;FIGURE_OBJECT&quot;,&quot;id&quot;:&quot;14983a2c-44ef-4763-adc0-8f0394c7d771&quot;,&quot;name&quot;:&quot;Sphere&quot;,&quot;relativeTransform&quot;:{&quot;translate&quot;:{&quot;x&quot;:178.00656239160386,&quot;y&quot;:-49.17719055934721},&quot;rotate&quot;:-0.23754472528910792,&quot;skewX&quot;:-3.084384882740924e-17,&quot;scale&quot;:{&quot;x&quot;:0.029644276676495177,&quot;y&quot;:0.029644276676495173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3&quot;}},&quot;466a9cc0-9b05-417f-9410-ed88d685f127&quot;:{&quot;type&quot;:&quot;FIGURE_OBJECT&quot;,&quot;id&quot;:&quot;466a9cc0-9b05-417f-9410-ed88d685f127&quot;,&quot;name&quot;:&quot;Sphere&quot;,&quot;relativeTransform&quot;:{&quot;translate&quot;:{&quot;x&quot;:198.23707330016984,&quot;y&quot;:-57.53695538939444},&quot;rotate&quot;:-0.23754472528910786,&quot;skewX&quot;:2.900422628318716e-17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2&quot;}},&quot;dab25116-7fa0-40f3-8935-966787493b7c&quot;:{&quot;type&quot;:&quot;FIGURE_OBJECT&quot;,&quot;id&quot;:&quot;dab25116-7fa0-40f3-8935-966787493b7c&quot;,&quot;name&quot;:&quot;Sphere&quot;,&quot;relativeTransform&quot;:{&quot;translate&quot;:{&quot;x&quot;:188.9075382282111,&quot;y&quot;:-40.401705084962906},&quot;rotate&quot;:-0.23754472528910786,&quot;skewX&quot;:9.492779006951139e-17,&quot;scale&quot;:{&quot;x&quot;:0.029267732902065843,&quot;y&quot;:0.02926773290206587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1&quot;}},&quot;26d54f69-40d2-4927-8bee-a124067840d5&quot;:{&quot;type&quot;:&quot;FIGURE_OBJECT&quot;,&quot;id&quot;:&quot;26d54f69-40d2-4927-8bee-a124067840d5&quot;,&quot;name&quot;:&quot;Sphere&quot;,&quot;relativeTransform&quot;:{&quot;translate&quot;:{&quot;x&quot;:202.29747568122391,&quot;y&quot;:-66.83164295551195},&quot;rotate&quot;:-0.2375447252891081,&quot;skewX&quot;:-2.511706430480995e-16,&quot;scale&quot;:{&quot;x&quot;:0.023228742749907105,&quot;y&quot;:0.02322874274990714}},&quot;opacity&quot;:0.75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05&quot;}},&quot;13cacdd4-f5d9-4e55-a508-a040c6f8b7ee&quot;:{&quot;id&quot;:&quot;13cacdd4-f5d9-4e55-a508-a040c6f8b7ee&quot;,&quot;type&quot;:&quot;FIGURE_OBJECT&quot;,&quot;relativeTransform&quot;:{&quot;translate&quot;:{&quot;x&quot;:574.792735258508,&quot;y&quot;:134.24972036202075},&quot;rotate&quot;:0,&quot;skewX&quot;:0,&quot;scale&quot;:{&quot;x&quot;:1,&quot;y&quot;:1}},&quot;text&quot;:{&quot;textData&quot;:{&quot;lineSpacing&quot;:&quot;half&quot;,&quot;alignment&quot;:&quot;justify-left&quot;,&quot;lines&quot;:[{&quot;runs&quot;:[{&quot;style&quot;:{&quot;fontFamily&quot;:&quot;Roboto&quot;,&quot;fontSize&quot;:11.333333333333332,&quot;color&quot;:&quot;rgba(226,131,131,1)&quot;,&quot;fontWeight&quot;:&quot;bold&quot;,&quot;fontStyle&quot;:&quot;normal&quot;,&quot;decoration&quot;:&quot;none&quot;,&quot;script&quot;:&quot;none&quot;},&quot;range&quot;:[0,9]}],&quot;text&quot;:&quot;Tumor site&quot;,&quot;baseStyle&quot;:{&quot;fontFamily&quot;:&quot;Roboto&quot;,&quot;fontSize&quot;:11.333333333333332,&quot;color&quot;:&quot;rgba(226,131,131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55.71570495978386,&quot;y&quot;:26.06896551724138},&quot;targetSize&quot;:{&quot;x&quot;:55.71570495978386,&quot;y&quot;:26.06896551724138},&quot;verticalAlign&quot;:&quot;TOP&quot;},&quot;parent&quot;:{&quot;type&quot;:&quot;CHILD&quot;,&quot;parentId&quot;:&quot;33da049f-3882-499c-a8b9-53536cd2c694&quot;,&quot;order&quot;:&quot;999999999999967&quot;}},&quot;acb0528e-bec6-4757-9e62-a09aebd726f1&quot;:{&quot;id&quot;:&quot;acb0528e-bec6-4757-9e62-a09aebd726f1&quot;,&quot;type&quot;:&quot;FIGURE_OBJECT&quot;,&quot;relativeTransform&quot;:{&quot;translate&quot;:{&quot;x&quot;:93.34363526942435,&quot;y&quot;:134.62690178258603},&quot;rotate&quot;:0,&quot;skewX&quot;:0,&quot;scale&quot;:{&quot;x&quot;:1,&quot;y&quot;:1}},&quot;text&quot;:{&quot;textData&quot;:{&quot;lineSpacing&quot;:&quot;half&quot;,&quot;alignment&quot;:&quot;left&quot;,&quot;lines&quot;:[{&quot;runs&quot;:[{&quot;style&quot;:{&quot;fontFamily&quot;:&quot;Roboto&quot;,&quot;fontSize&quot;:11.333333333333332,&quot;color&quot;:&quot;rgba(112, 72, 135, 1)&quot;,&quot;fontWeight&quot;:&quot;bold&quot;,&quot;fontStyle&quot;:&quot;normal&quot;,&quot;decoration&quot;:&quot;none&quot;,&quot;script&quot;:&quot;none&quot;},&quot;range&quot;:[0,14]}],&quot;text&quot;:&quot;Germinal centre&quot;,&quot;baseStyle&quot;:{&quot;fontFamily&quot;:&quot;Roboto&quot;,&quot;fontSize&quot;:11.333333333333332,&quot;color&quot;:&quot;rgba(112, 72, 135, 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87.02449436849753,&quot;y&quot;:26.06896551724138},&quot;targetSize&quot;:{&quot;x&quot;:87.02449436849753,&quot;y&quot;:26.06896551724138},&quot;verticalAlign&quot;:&quot;TOP&quot;},&quot;parent&quot;:{&quot;type&quot;:&quot;CHILD&quot;,&quot;parentId&quot;:&quot;33da049f-3882-499c-a8b9-53536cd2c694&quot;,&quot;order&quot;:&quot;999999999999965&quot;}},&quot;e01a2f27-6221-47b2-8da8-47e8d5ebf056&quot;:{&quot;id&quot;:&quot;e01a2f27-6221-47b2-8da8-47e8d5ebf056&quot;,&quot;type&quot;:&quot;FIGURE_OBJECT&quot;,&quot;relativeTransform&quot;:{&quot;translate&quot;:{&quot;x&quot;:557.8858541578029,&quot;y&quot;:304.8273951043865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140, 67, 64, 1)&quot;,&quot;fontWeight&quot;:&quot;bold&quot;,&quot;fontStyle&quot;:&quot;normal&quot;,&quot;decoration&quot;:&quot;none&quot;,&quot;script&quot;:&quot;none&quot;},&quot;range&quot;:[0,16]}],&quot;text&quot;:&quot;Cancer cell death&quot;,&quot;baseStyle&quot;:{&quot;fontFamily&quot;:&quot;Roboto&quot;,&quot;fontSize&quot;:10.166753645650708,&quot;color&quot;:&quot;rgba(140, 67, 64, 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58.134924896696724,&quot;y&quot;:23.233741089903972},&quot;targetSize&quot;:{&quot;x&quot;:58.134924896696724,&quot;y&quot;:23.233741089903972},&quot;verticalAlign&quot;:&quot;TOP&quot;},&quot;parent&quot;:{&quot;type&quot;:&quot;CHILD&quot;,&quot;parentId&quot;:&quot;33da049f-3882-499c-a8b9-53536cd2c694&quot;,&quot;order&quot;:&quot;999999999999962&quot;}},&quot;5919839d-4f95-455f-9729-35376220b1fc&quot;:{&quot;id&quot;:&quot;5919839d-4f95-455f-9729-35376220b1fc&quot;,&quot;type&quot;:&quot;FIGURE_OBJECT&quot;,&quot;relativeTransform&quot;:{&quot;translate&quot;:{&quot;x&quot;:397.28920835964726,&quot;y&quot;:305.7997187197258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,&quot;range&quot;:[0,16]}],&quot;text&quot;:&quot;T cell (effector)&quot;,&quot;base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47.737108668190324,&quot;y&quot;:23.233741089903972},&quot;targetSize&quot;:{&quot;x&quot;:47.737108668190324,&quot;y&quot;:23.233741089903972},&quot;verticalAlign&quot;:&quot;TOP&quot;},&quot;parent&quot;:{&quot;type&quot;:&quot;CHILD&quot;,&quot;parentId&quot;:&quot;33da049f-3882-499c-a8b9-53536cd2c694&quot;,&quot;order&quot;:&quot;99999999999996&quot;}},&quot;509ac7d0-6c29-457a-b401-2f6d94280c6b&quot;:{&quot;id&quot;:&quot;509ac7d0-6c29-457a-b401-2f6d94280c6b&quot;,&quot;type&quot;:&quot;FIGURE_OBJECT&quot;,&quot;relativeTransform&quot;:{&quot;translate&quot;:{&quot;x&quot;:218.9813121763784,&quot;y&quot;:304.8273951043865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,&quot;range&quot;:[0,13]}],&quot;text&quot;:&quot;T cell (naïve)&quot;,&quot;base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38.03248018825101,&quot;y&quot;:23.233741089903972},&quot;targetSize&quot;:{&quot;x&quot;:38.03248018825101,&quot;y&quot;:23.233741089903972},&quot;verticalAlign&quot;:&quot;TOP&quot;},&quot;parent&quot;:{&quot;type&quot;:&quot;CHILD&quot;,&quot;parentId&quot;:&quot;33da049f-3882-499c-a8b9-53536cd2c694&quot;,&quot;order&quot;:&quot;999999999999957&quot;}},&quot;ce52ca55-a13f-445c-bc85-894cbfadd593&quot;:{&quot;id&quot;:&quot;ce52ca55-a13f-445c-bc85-894cbfadd593&quot;,&quot;type&quot;:&quot;FIGURE_OBJECT&quot;,&quot;relativeTransform&quot;:{&quot;translate&quot;:{&quot;x&quot;:84.23921482570482,&quot;y&quot;:304.82742914809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,&quot;range&quot;:[0,13]}],&quot;text&quot;:&quot;Dendritic cell&quot;,&quot;baseStyle&quot;:{&quot;fontFamily&quot;:&quot;Roboto&quot;,&quot;fontSize&quot;:10.166753645650708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70.10816756697888,&quot;y&quot;:12.477379474207687},&quot;targetSize&quot;:{&quot;x&quot;:70.10816756697888,&quot;y&quot;:12.477379474207687},&quot;verticalAlign&quot;:&quot;TOP&quot;},&quot;parent&quot;:{&quot;type&quot;:&quot;CHILD&quot;,&quot;parentId&quot;:&quot;33da049f-3882-499c-a8b9-53536cd2c694&quot;,&quot;order&quot;:&quot;999999999999952&quot;}},&quot;4a7cf226-94dc-4cac-b4b3-dc8c9d6bf135&quot;:{&quot;id&quot;:&quot;4a7cf226-94dc-4cac-b4b3-dc8c9d6bf135&quot;,&quot;type&quot;:&quot;FIGURE_OBJECT&quot;,&quot;relativeTransform&quot;:{&quot;translate&quot;:{&quot;x&quot;:168.42155175921388,&quot;y&quot;:186.04077248138282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3.123157989540257,&quot;y&quot;:12.477379474207687},&quot;targetSize&quot;:{&quot;x&quot;:23.123157989540257,&quot;y&quot;:12.477379474207687},&quot;verticalAlign&quot;:&quot;TOP&quot;},&quot;parent&quot;:{&quot;type&quot;:&quot;CHILD&quot;,&quot;parentId&quot;:&quot;33da049f-3882-499c-a8b9-53536cd2c694&quot;,&quot;order&quot;:&quot;99999999999994&quot;}},&quot;257f9d3e-326f-453c-b45a-08108016a4dc&quot;:{&quot;id&quot;:&quot;257f9d3e-326f-453c-b45a-08108016a4dc&quot;,&quot;type&quot;:&quot;FIGURE_OBJECT&quot;,&quot;relativeTransform&quot;:{&quot;translate&quot;:{&quot;x&quot;:139.18889808534678,&quot;y&quot;:186.0406620812406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,&quot;range&quot;:[0,4]}],&quot;text&quot;:&quot;MHC I&quot;,&quot;base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2.477379474207687},&quot;targetSize&quot;:{&quot;x&quot;:31.065081504359974,&quot;y&quot;:12.477379474207687},&quot;verticalAlign&quot;:&quot;TOP&quot;},&quot;parent&quot;:{&quot;type&quot;:&quot;CHILD&quot;,&quot;parentId&quot;:&quot;33da049f-3882-499c-a8b9-53536cd2c694&quot;,&quot;order&quot;:&quot;999999999999955&quot;}},&quot;ae7140fd-1f12-4236-80ab-fa5f250a4d85&quot;:{&quot;id&quot;:&quot;ae7140fd-1f12-4236-80ab-fa5f250a4d85&quot;,&quot;type&quot;:&quot;FIGURE_OBJECT&quot;,&quot;relativeTransform&quot;:{&quot;translate&quot;:{&quot;x&quot;:169.3380360166664,&quot;y&quot;:246.18296458946185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,&quot;range&quot;:[0,3]}],&quot;text&quot;:&quot;CD28&quot;,&quot;baseStyle&quot;:{&quot;fontFamily&quot;:&quot;Roboto&quot;,&quot;fontSize&quot;:10.166753645650708,&quot;color&quot;:&quot;rgba(12,133,145,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3.748285058027987},&quot;targetSize&quot;:{&quot;x&quot;:31.065081504359974,&quot;y&quot;:13.748285058027987},&quot;verticalAlign&quot;:&quot;TOP&quot;},&quot;parent&quot;:{&quot;type&quot;:&quot;CHILD&quot;,&quot;parentId&quot;:&quot;33da049f-3882-499c-a8b9-53536cd2c694&quot;,&quot;order&quot;:&quot;999999999999935&quot;}},&quot;bb190361-3bc6-4a72-8d1a-df003daee0ef&quot;:{&quot;id&quot;:&quot;bb190361-3bc6-4a72-8d1a-df003daee0ef&quot;,&quot;type&quot;:&quot;FIGURE_OBJECT&quot;,&quot;relativeTransform&quot;:{&quot;translate&quot;:{&quot;x&quot;:140.45408160324908,&quot;y&quot;:250.79758087169176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,&quot;range&quot;:[0,4]}],&quot;text&quot;:&quot;CD80/&quot;,&quot;base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},{&quot;runs&quot;:[{&quot;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,&quot;range&quot;:[0,1]}],&quot;text&quot;:&quot;86&quot;,&quot;baseStyle&quot;:{&quot;fontFamily&quot;:&quot;Roboto&quot;,&quot;fontSize&quot;:10.166753645650708,&quot;color&quot;:&quot;rgba(76, 50, 100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8.891848739105047,&quot;y&quot;:24.954758948415375},&quot;targetSize&quot;:{&quot;x&quot;:28.891848739105047,&quot;y&quot;:24.954758948415375},&quot;verticalAlign&quot;:&quot;TOP&quot;},&quot;parent&quot;:{&quot;type&quot;:&quot;CHILD&quot;,&quot;parentId&quot;:&quot;33da049f-3882-499c-a8b9-53536cd2c694&quot;,&quot;order&quot;:&quot;99999999999995&quot;}},&quot;c9feb755-971a-4bb3-afea-b2f60b364e8f&quot;:{&quot;id&quot;:&quot;c9feb755-971a-4bb3-afea-b2f60b364e8f&quot;,&quot;type&quot;:&quot;FIGURE_OBJECT&quot;,&quot;relativeTransform&quot;:{&quot;translate&quot;:{&quot;x&quot;:470.1889446458492,&quot;y&quot;:261.79403091480003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3, 124, 178, 1)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166753645650708,&quot;color&quot;:&quot;rgba(3, 124, 178, 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2.643744533863789},&quot;targetSize&quot;:{&quot;x&quot;:31.065081504359974,&quot;y&quot;:12.643744533863789},&quot;verticalAlign&quot;:&quot;TOP&quot;},&quot;parent&quot;:{&quot;type&quot;:&quot;CHILD&quot;,&quot;parentId&quot;:&quot;33da049f-3882-499c-a8b9-53536cd2c694&quot;,&quot;order&quot;:&quot;999999999999927&quot;}},&quot;a75090d2-c5e9-4cee-86c1-3687a84cb722&quot;:{&quot;id&quot;:&quot;a75090d2-c5e9-4cee-86c1-3687a84cb722&quot;,&quot;type&quot;:&quot;FIGURE_OBJECT&quot;,&quot;relativeTransform&quot;:{&quot;translate&quot;:{&quot;x&quot;:470.18872584994887,&quot;y&quot;:158.86850978134987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rgba(189,109,33,1)&quot;,&quot;fontWeight&quot;:&quot;normal&quot;,&quot;fontStyle&quot;:&quot;normal&quot;,&quot;decoration&quot;:&quot;none&quot;,&quot;script&quot;:&quot;none&quot;},&quot;range&quot;:[0,2]}],&quot;text&quot;:&quot;PFN&quot;,&quot;baseStyle&quot;:{&quot;fontFamily&quot;:&quot;Roboto&quot;,&quot;fontSize&quot;:10.166753645650708,&quot;color&quot;:&quot;rgba(189,109,33,1)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1.065081504359974,&quot;y&quot;:12.477379474207687},&quot;targetSize&quot;:{&quot;x&quot;:31.065081504359974,&quot;y&quot;:12.477379474207687},&quot;verticalAlign&quot;:&quot;TOP&quot;},&quot;parent&quot;:{&quot;type&quot;:&quot;CHILD&quot;,&quot;parentId&quot;:&quot;33da049f-3882-499c-a8b9-53536cd2c694&quot;,&quot;order&quot;:&quot;999999999999925&quot;}},&quot;0b1017f5-256e-4979-9f84-026a208664e1&quot;:{&quot;type&quot;:&quot;FIGURE_OBJECT&quot;,&quot;id&quot;:&quot;0b1017f5-256e-4979-9f84-026a208664e1&quot;,&quot;relativeTransform&quot;:{&quot;translate&quot;:{&quot;x&quot;:470.28365800403884,&quot;y&quot;:280.17366721131464},&quot;rotate&quot;:-1.5707963267948974,&quot;skewX&quot;:0,&quot;scale&quot;:{&quot;x&quot;:1,&quot;y&quot;:1}},&quot;opacity&quot;:1,&quot;path&quot;:{&quot;type&quot;:&quot;POLY_LINE&quot;,&quot;points&quot;:[{&quot;x&quot;:9.64061036005359,&quot;y&quot;:-52.082389758941254},{&quot;x&quot;:-9.64061036005359,&quot;y&quot;:-0.946952541071656},{&quot;x&quot;: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024F6600&quot;,&quot;1&quot;:&quot;#024F66ff&quot;,&quot;0.45&quot;:&quot;#024F66ff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17&quot;}},&quot;ed2a770a-a222-46e0-a22f-3ea7fa8b7c76&quot;:{&quot;type&quot;:&quot;FIGURE_OBJECT&quot;,&quot;id&quot;:&quot;ed2a770a-a222-46e0-a22f-3ea7fa8b7c76&quot;,&quot;relativeTransform&quot;:{&quot;translate&quot;:{&quot;x&quot;:470.2831958788731,&quot;y&quot;:151.54153778844423},&quot;rotate&quot;:-1.570796326794897,&quot;skewX&quot;:0,&quot;scale&quot;:{&quot;x&quot;:1,&quot;y&quot;:1}},&quot;opacity&quot;:1,&quot;path&quot;:{&quot;type&quot;:&quot;POLY_LINE&quot;,&quot;points&quot;:[{&quot;x&quot;:-9.64061036005359,&quot;y&quot;:-52.082389758941254},{&quot;x&quot;:9.64061036005359,&quot;y&quot;:-0.946952541071656},{&quot;x&quot;:-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5B1D1D00&quot;,&quot;1&quot;:&quot;#5B1D1D&quot;,&quot;0.45&quot;:&quot;#5B1D1D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1&quot;}},&quot;c0f81a72-454f-46ad-9c7b-b7435a434f5d&quot;:{&quot;id&quot;:&quot;c0f81a72-454f-46ad-9c7b-b7435a434f5d&quot;,&quot;type&quot;:&quot;FIGURE_OBJECT&quot;,&quot;relativeTransform&quot;:{&quot;translate&quot;:{&quot;x&quot;:305.1124891002133,&quot;y&quot;:190.86436196484004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,&quot;range&quot;:[0,10]}],&quot;text&quot;:&quot;Activation,&quot;,&quot;base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,&quot;range&quot;:[0,13]}],&quot;text&quot;:&quot;proliferation,&quot;,&quot;base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,&quot;range&quot;:[0,8]}],&quot;text&quot;:&quot;migration&quot;,&quot;baseStyle&quot;:{&quot;fontFamily&quot;:&quot;Roboto&quot;,&quot;fontSize&quot;:10.166753645650708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9.15202180786284,&quot;y&quot;:37.43213842262306},&quot;targetSize&quot;:{&quot;x&quot;:59.15202180786284,&quot;y&quot;:37.43213842262306},&quot;verticalAlign&quot;:&quot;TOP&quot;},&quot;parent&quot;:{&quot;type&quot;:&quot;CHILD&quot;,&quot;parentId&quot;:&quot;33da049f-3882-499c-a8b9-53536cd2c694&quot;,&quot;order&quot;:&quot;99999999999997&quot;}},&quot;174283a7-1f67-477c-b5a8-cd00dd8d9f1d&quot;:{&quot;type&quot;:&quot;FIGURE_OBJECT&quot;,&quot;id&quot;:&quot;174283a7-1f67-477c-b5a8-cd00dd8d9f1d&quot;,&quot;relativeTransform&quot;:{&quot;translate&quot;:{&quot;x&quot;:305.11272046119825,&quot;y&quot;:214.86460138347854},&quot;rotate&quot;:0,&quot;skewX&quot;:0,&quot;scale&quot;:{&quot;x&quot;:1,&quot;y&quot;:1}},&quot;opacity&quot;:1,&quot;path&quot;:{&quot;type&quot;:&quot;POLY_LINE&quot;,&quot;points&quot;:[{&quot;x&quot;:-41.59126491402562,&quot;y&quot;:0},{&quot;x&quot;:41.59126491402562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3863754971341875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07&quot;}},&quot;72360e2d-bcb2-4029-be11-1d2eaadffdef&quot;:{&quot;relativeTransform&quot;:{&quot;translate&quot;:{&quot;x&quot;:172.7335784661178,&quot;y&quot;:284.9845347821474},&quot;rotate&quot;:-1.570796326794897,&quot;skewX&quot;:0,&quot;scale&quot;:{&quot;x&quot;:1,&quot;y&quot;:1}},&quot;type&quot;:&quot;FIGURE_OBJECT&quot;,&quot;id&quot;:&quot;72360e2d-bcb2-4029-be11-1d2eaadffdef&quot;,&quot;name&quot;:&quot;CD28-CD80 complex&quot;,&quot;opacity&quot;:1,&quot;source&quot;:{&quot;id&quot;:&quot;5e5452cb83e60d0088781f01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99985&quot;}},&quot;df64555b-b479-408b-88ae-961988202dc3&quot;:{&quot;type&quot;:&quot;FIGURE_OBJECT&quot;,&quot;id&quot;:&quot;df64555b-b479-408b-88ae-961988202dc3&quot;,&quot;name&quot;:&quot;CD80 (dimer)&quot;,&quot;relativeTransform&quot;:{&quot;translate&quot;:{&quot;x&quot;:58.59711826268714,&quot;y&quot;:-34.71573472812122},&quot;rotate&quot;:3.141592653589793},&quot;opacity&quot;:1,&quot;source&quot;:{&quot;id&quot;:&quot;5e5451fc83e60d0088781e0e&quot;,&quot;type&quot;:&quot;ASSETS&quot;},&quot;pathStyles&quot;:[{&quot;type&quot;:&quot;FILL&quot;,&quot;fillStyle&quot;:&quot;rgb(0,0,0)&quot;}],&quot;isLocked&quot;:false,&quot;parent&quot;:{&quot;type&quot;:&quot;CHILD&quot;,&quot;parentId&quot;:&quot;72360e2d-bcb2-4029-be11-1d2eaadffdef&quot;,&quot;order&quot;:&quot;5&quot;}},&quot;13b719f7-6fcc-4d18-871d-c8e02f1fd8c2&quot;:{&quot;type&quot;:&quot;FIGURE_OBJECT&quot;,&quot;id&quot;:&quot;13b719f7-6fcc-4d18-871d-c8e02f1fd8c2&quot;,&quot;name&quot;:&quot;CD80 (extracellular domain)&quot;,&quot;relativeTransform&quot;:{&quot;translate&quot;:{&quot;x&quot;:2.6229517548970973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7&quot;}},&quot;3f01d1ca-eb0d-4032-b1d9-e2327c455f0d&quot;:{&quot;type&quot;:&quot;FIGURE_OBJECT&quot;,&quot;id&quot;:&quot;3f01d1ca-eb0d-4032-b1d9-e2327c455f0d&quot;,&quot;name&quot;:&quot;CD80 (extracellular domain)&quot;,&quot;relativeTransform&quot;:{&quot;translate&quot;:{&quot;x&quot;:2.6229517548970973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6&quot;}},&quot;cfb9ec45-cd4b-4458-adc7-3fe3067fdf6c&quot;:{&quot;type&quot;:&quot;FIGURE_OBJECT&quot;,&quot;id&quot;:&quot;cfb9ec45-cd4b-4458-adc7-3fe3067fdf6c&quot;,&quot;relativeTransform&quot;:{&quot;translate&quot;:{&quot;x&quot;:2.622951754897099,&quot;y&quot;:9.326052483402835},&quot;rotate&quot;:0},&quot;opacity&quot;:1,&quot;path&quot;:{&quot;type&quot;:&quot;POLY_LINE&quot;,&quot;points&quot;:[{&quot;x&quot;:0,&quot;y&quot;:-9.634442616763534},{&quot;x&quot;:0,&quot;y&quot;:15.215556440545855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df64555b-b479-408b-88ae-961988202dc3&quot;,&quot;order&quot;:&quot;5&quot;}},&quot;422fa248-23fd-4c21-b5a7-ba54cdb3d5f5&quot;:{&quot;type&quot;:&quot;FIGURE_OBJECT&quot;,&quot;id&quot;:&quot;422fa248-23fd-4c21-b5a7-ba54cdb3d5f5&quot;,&quot;name&quot;:&quot;CD80 (extracellular domain)&quot;,&quot;relativeTransform&quot;:{&quot;translate&quot;:{&quot;x&quot;:-2.622951754897101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3&quot;}},&quot;afc717d3-7131-4319-b187-b4eff6d59947&quot;:{&quot;type&quot;:&quot;FIGURE_OBJECT&quot;,&quot;id&quot;:&quot;afc717d3-7131-4319-b187-b4eff6d59947&quot;,&quot;name&quot;:&quot;CD80 (extracellular domain)&quot;,&quot;relativeTransform&quot;:{&quot;translate&quot;:{&quot;x&quot;:-2.622951754897101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2&quot;}},&quot;38199626-245c-4239-a73e-92641ce1f565&quot;:{&quot;type&quot;:&quot;FIGURE_OBJECT&quot;,&quot;id&quot;:&quot;38199626-245c-4239-a73e-92641ce1f565&quot;,&quot;relativeTransform&quot;:{&quot;translate&quot;:{&quot;x&quot;:-2.622951754897099,&quot;y&quot;:9.326052483402835},&quot;rotate&quot;:0},&quot;opacity&quot;:1,&quot;path&quot;:{&quot;type&quot;:&quot;POLY_LINE&quot;,&quot;points&quot;:[{&quot;x&quot;:0,&quot;y&quot;:-9.634442616763534},{&quot;x&quot;:0,&quot;y&quot;:15.249798148696303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df64555b-b479-408b-88ae-961988202dc3&quot;,&quot;order&quot;:&quot;1&quot;}},&quot;1fce631f-596f-4da1-9684-f1a419273d53&quot;:{&quot;type&quot;:&quot;FIGURE_OBJECT&quot;,&quot;id&quot;:&quot;1fce631f-596f-4da1-9684-f1a419273d53&quot;,&quot;name&quot;:&quot;CD28 (relaxed)&quot;,&quot;relativeTransform&quot;:{&quot;translate&quot;:{&quot;x&quot;:58.59711826268714,&quot;y&quot;:-1.5612756330361168},&quot;rotate&quot;:0,&quot;skewX&quot;:0,&quot;scale&quot;:{&quot;x&quot;:0.23644396829000297,&quot;y&quot;:0.23644396829000297}},&quot;opacity&quot;:1,&quot;image&quot;:{&quot;url&quot;:&quot;https://icons.biorender.com/biorender/5db0c4a6ebe9af00044f1322/cd28-relaxed.png&quot;,&quot;size&quot;:{&quot;x&quot;:64,&quot;y&quot;:123},&quot;isPremium&quot;:false,&quot;isPacked&quot;:true},&quot;source&quot;:{&quot;id&quot;:&quot;5db0c41febe9af00044f1313&quot;,&quot;type&quot;:&quot;ASSETS&quot;},&quot;pathStyles&quot;:[{&quot;type&quot;:&quot;FILL&quot;,&quot;fillStyle&quot;:&quot;rgb(0,0,0)&quot;}],&quot;isLocked&quot;:false,&quot;parent&quot;:{&quot;type&quot;:&quot;CHILD&quot;,&quot;parentId&quot;:&quot;72360e2d-bcb2-4029-be11-1d2eaadffdef&quot;,&quot;order&quot;:&quot;2&quot;}},&quot;e3d7738e-b43f-41ff-b1b7-6b882eef29d6&quot;:{&quot;relativeTransform&quot;:{&quot;translate&quot;:{&quot;x&quot;:149.00380593883662,&quot;y&quot;:198.57356643470797},&quot;rotate&quot;:-1.5707963267948966,&quot;skewX&quot;:0,&quot;scale&quot;:{&quot;x&quot;:1,&quot;y&quot;:1}},&quot;type&quot;:&quot;FIGURE_OBJECT&quot;,&quot;id&quot;:&quot;e3d7738e-b43f-41ff-b1b7-6b882eef29d6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9998&quot;}},&quot;f7dc9aec-0f74-4582-ad91-f2f54c3f110a&quot;:{&quot;type&quot;:&quot;FIGURE_OBJECT&quot;,&quot;id&quot;:&quot;f7dc9aec-0f74-4582-ad91-f2f54c3f110a&quot;,&quot;relativeTransform&quot;:{&quot;translate&quot;:{&quot;x&quot;:-7.675446232047792,&quot;y&quot;:-6.4530402610453255},&quot;rotate&quot;:0},&quot;opacity&quot;:1,&quot;path&quot;:{&quot;type&quot;:&quot;ELLIPSE&quot;,&quot;size&quot;:{&quot;x&quot;:4.308146694472732,&quot;y&quot;:4.317508403119232}},&quot;pathStyles&quot;:[{&quot;type&quot;:&quot;FILL&quot;,&quot;fillStyle&quot;:&quot;rgba(49,126,194,1)&quot;},{&quot;type&quot;:&quot;STROKE&quot;,&quot;strokeStyle&quot;:&quot;rgba(49,126,194,1)&quot;,&quot;lineWidth&quot;:0.4138745086014382,&quot;lineJoin&quot;:&quot;round&quot;}],&quot;isLocked&quot;:false,&quot;parent&quot;:{&quot;type&quot;:&quot;CHILD&quot;,&quot;parentId&quot;:&quot;e3d7738e-b43f-41ff-b1b7-6b882eef29d6&quot;,&quot;order&quot;:&quot;5&quot;}},&quot;f9d10fe0-1382-4a6d-a32c-a6ecb09163ff&quot;:{&quot;type&quot;:&quot;FIGURE_OBJECT&quot;,&quot;id&quot;:&quot;f9d10fe0-1382-4a6d-a32c-a6ecb09163ff&quot;,&quot;name&quot;:&quot;T cell receptor (TCR)&quot;,&quot;relativeTransform&quot;:{&quot;translate&quot;:{&quot;x&quot;:-7.656678409126607,&quot;y&quot;:16.57182407405877},&quot;rotate&quot;:0,&quot;skewX&quot;:0,&quot;scale&quot;:{&quot;x&quot;:0.17636697809720375,&quot;y&quot;:0.17636697809720375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e3d7738e-b43f-41ff-b1b7-6b882eef29d6&quot;,&quot;order&quot;:&quot;2&quot;}},&quot;e33f0ab8-6d50-4f30-9a18-3046e9d70c21&quot;:{&quot;type&quot;:&quot;FIGURE_OBJECT&quot;,&quot;id&quot;:&quot;e33f0ab8-6d50-4f30-9a18-3046e9d70c21&quot;,&quot;name&quot;:&quot;MHC class I&quot;,&quot;relativeTransform&quot;:{&quot;translate&quot;:{&quot;x&quot;:-7.65667840912661,&quot;y&quot;:-20.390374227744765},&quot;rotate&quot;:3.141592653589793,&quot;skewX&quot;:0,&quot;scale&quot;:{&quot;x&quot;:0.18046853572737132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e3d7738e-b43f-41ff-b1b7-6b882eef29d6&quot;,&quot;order&quot;:&quot;1&quot;}},&quot;4a8653b2-029a-49da-b418-bcdc85deb422&quot;:{&quot;relativeTransform&quot;:{&quot;translate&quot;:{&quot;x&quot;:466.7446925394203,&quot;y&quot;:223.51407507170217},&quot;rotate&quot;:1.5707963267948966,&quot;skewX&quot;:0,&quot;scale&quot;:{&quot;x&quot;:1,&quot;y&quot;:1}},&quot;type&quot;:&quot;FIGURE_OBJECT&quot;,&quot;id&quot;:&quot;4a8653b2-029a-49da-b418-bcdc85deb422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99905&quot;}},&quot;75529ff8-8b19-4bc8-abb1-6d7d81736662&quot;:{&quot;type&quot;:&quot;FIGURE_OBJECT&quot;,&quot;id&quot;:&quot;75529ff8-8b19-4bc8-abb1-6d7d81736662&quot;,&quot;relativeTransform&quot;:{&quot;translate&quot;:{&quot;x&quot;:-7.6754462320477925,&quot;y&quot;:-6.453040261045326},&quot;rotate&quot;:0},&quot;opacity&quot;:1,&quot;path&quot;:{&quot;type&quot;:&quot;ELLIPSE&quot;,&quot;size&quot;:{&quot;x&quot;:4.3081466944727325,&quot;y&quot;:4.317508403119233}},&quot;pathStyles&quot;:[{&quot;type&quot;:&quot;FILL&quot;,&quot;fillStyle&quot;:&quot;rgba(189,28,99,1)&quot;},{&quot;type&quot;:&quot;STROKE&quot;,&quot;strokeStyle&quot;:&quot;rgba(49,126,194,1)&quot;,&quot;lineWidth&quot;:0.41387450860143826,&quot;lineJoin&quot;:&quot;round&quot;}],&quot;isLocked&quot;:false,&quot;parent&quot;:{&quot;type&quot;:&quot;CHILD&quot;,&quot;parentId&quot;:&quot;4a8653b2-029a-49da-b418-bcdc85deb422&quot;,&quot;order&quot;:&quot;5&quot;}},&quot;26cd6e68-2a71-4660-b41d-4d93d3123615&quot;:{&quot;type&quot;:&quot;FIGURE_OBJECT&quot;,&quot;id&quot;:&quot;26cd6e68-2a71-4660-b41d-4d93d3123615&quot;,&quot;name&quot;:&quot;T cell receptor (TCR)&quot;,&quot;relativeTransform&quot;:{&quot;translate&quot;:{&quot;x&quot;:-7.656678409126608,&quot;y&quot;:16.571824074058775},&quot;rotate&quot;:0,&quot;skewX&quot;:0,&quot;scale&quot;:{&quot;x&quot;:0.17636697809720378,&quot;y&quot;:0.1763669780972037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4a8653b2-029a-49da-b418-bcdc85deb422&quot;,&quot;order&quot;:&quot;2&quot;}},&quot;c37add99-0524-4503-a0f4-69f77f068bd1&quot;:{&quot;type&quot;:&quot;FIGURE_OBJECT&quot;,&quot;id&quot;:&quot;c37add99-0524-4503-a0f4-69f77f068bd1&quot;,&quot;name&quot;:&quot;MHC class I&quot;,&quot;relativeTransform&quot;:{&quot;translate&quot;:{&quot;x&quot;:-7.656678409126611,&quot;y&quot;:-20.39037422774477},&quot;rotate&quot;:3.141592653589793,&quot;skewX&quot;:0,&quot;scale&quot;:{&quot;x&quot;:0.18046853572737134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4a8653b2-029a-49da-b418-bcdc85deb422&quot;,&quot;order&quot;:&quot;1&quot;}},&quot;fbe73655-e8c5-4ad7-9f70-0fd6499d982d&quot;:{&quot;type&quot;:&quot;FIGURE_OBJECT&quot;,&quot;id&quot;:&quot;fbe73655-e8c5-4ad7-9f70-0fd6499d982d&quot;,&quot;relativeTransform&quot;:{&quot;translate&quot;:{&quot;x&quot;:104.85898091982132,&quot;y&quot;:-300.8053937290163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&quot;},&quot;connectorInfo&quot;:{&quot;type&quot;:&quot;LINE&quot;,&quot;offset&quot;:{&quot;x&quot;:0,&quot;y&quot;:0},&quot;bending&quot;:0.1,&quot;customized&quot;:false}},&quot;c6d1bfe5-9e0b-4861-a18a-1caa48d7a610&quot;:{&quot;type&quot;:&quot;FIGURE_OBJECT&quot;,&quot;id&quot;:&quot;c6d1bfe5-9e0b-4861-a18a-1caa48d7a610&quot;,&quot;relativeTransform&quot;:{&quot;translate&quot;:{&quot;x&quot;:103.41592531640096,&quot;y&quot;:-536.1998340025517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8&quot;},&quot;connectorInfo&quot;:{&quot;type&quot;:&quot;LINE&quot;,&quot;offset&quot;:{&quot;x&quot;:0,&quot;y&quot;:0},&quot;bending&quot;:0.1,&quot;customized&quot;:false}},&quot;99f44ba4-28d5-4e9a-91d5-bb625231c0d0&quot;:{&quot;id&quot;:&quot;99f44ba4-28d5-4e9a-91d5-bb625231c0d0&quot;,&quot;type&quot;:&quot;FIGURE_OBJECT&quot;,&quot;relativeTransform&quot;:{&quot;translate&quot;:{&quot;x&quot;:305.8906783270702,&quot;y&quot;:-134.2379459499594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1]}],&quot;text&quot;:&quot;Better TCR stimulation&quot;}],&quot;_lastCaretLocation&quot;:{&quot;lineIndex&quot;:0,&quot;runIndex&quot;:-1,&quot;charIndex&quot;:-1,&quot;endOfLine&quot;:true}},&quot;format&quot;:&quot;BETTER_TEXT&quot;,&quot;size&quot;:{&quot;x&quot;:201.9467037956665,&quot;y&quot;:22.963185553318542},&quot;targetSize&quot;:{&quot;x&quot;:201.9467037956665,&quot;y&quot;:22.963185553318542}},&quot;parent&quot;:{&quot;type&quot;:&quot;CHILD&quot;,&quot;parentId&quot;:&quot;33da049f-3882-499c-a8b9-53536cd2c694&quot;,&quot;order&quot;:&quot;9999999999995&quot;}},&quot;c2b18837-48ce-4197-a0ae-7bd867ce53c8&quot;:{&quot;type&quot;:&quot;FIGURE_OBJECT&quot;,&quot;id&quot;:&quot;c2b18837-48ce-4197-a0ae-7bd867ce53c8&quot;,&quot;name&quot;:&quot;Sphere&quot;,&quot;relativeTransform&quot;:{&quot;translate&quot;:{&quot;x&quot;:477.35754655172434,&quot;y&quot;:-42.81911247766106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4&quot;}},&quot;2636fadd-c105-4d2e-9afa-d82312d7bcbe&quot;:{&quot;type&quot;:&quot;FIGURE_OBJECT&quot;,&quot;id&quot;:&quot;2636fadd-c105-4d2e-9afa-d82312d7bcbe&quot;,&quot;name&quot;:&quot;Sphere&quot;,&quot;relativeTransform&quot;:{&quot;translate&quot;:{&quot;x&quot;:492.5294983248872,&quot;y&quot;:-41.3641643427131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45&quot;}},&quot;dfca02d9-e9fc-4d52-b71b-a0b482fa5e93&quot;:{&quot;type&quot;:&quot;FIGURE_OBJECT&quot;,&quot;id&quot;:&quot;dfca02d9-e9fc-4d52-b71b-a0b482fa5e93&quot;,&quot;name&quot;:&quot;Sphere&quot;,&quot;relativeTransform&quot;:{&quot;translate&quot;:{&quot;x&quot;:515.9881899686341,&quot;y&quot;:-37.8654176981015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5&quot;}},&quot;62d54643-9f98-453b-8178-f6e8be96e078&quot;:{&quot;type&quot;:&quot;FIGURE_OBJECT&quot;,&quot;id&quot;:&quot;62d54643-9f98-453b-8178-f6e8be96e078&quot;,&quot;name&quot;:&quot;Sphere&quot;,&quot;relativeTransform&quot;:{&quot;translate&quot;:{&quot;x&quot;:506.96002167830466,&quot;y&quot;:-11.80433270971770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7&quot;}},&quot;fcbacd87-8f72-49d5-baa1-65c8f06ee007&quot;:{&quot;type&quot;:&quot;FIGURE_OBJECT&quot;,&quot;id&quot;:&quot;fcbacd87-8f72-49d5-baa1-65c8f06ee007&quot;,&quot;name&quot;:&quot;Sphere&quot;,&quot;relativeTransform&quot;:{&quot;translate&quot;:{&quot;x&quot;:488.7471712549933,&quot;y&quot;:-6.85042982992332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65&quot;}},&quot;713b5af0-7c6e-4d08-944d-78807cb39e5c&quot;:{&quot;type&quot;:&quot;FIGURE_OBJECT&quot;,&quot;id&quot;:&quot;713b5af0-7c6e-4d08-944d-78807cb39e5c&quot;,&quot;name&quot;:&quot;Sphere&quot;,&quot;relativeTransform&quot;:{&quot;translate&quot;:{&quot;x&quot;:475.7253501218903,&quot;y&quot;:-13.35007444388691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6&quot;}},&quot;09a9c4a8-022b-4d95-99db-26d1472085de&quot;:{&quot;type&quot;:&quot;FIGURE_OBJECT&quot;,&quot;id&quot;:&quot;09a9c4a8-022b-4d95-99db-26d1472085de&quot;,&quot;name&quot;:&quot;Sphere&quot;,&quot;relativeTransform&quot;:{&quot;translate&quot;:{&quot;x&quot;:511.51439837742487,&quot;y&quot;:-2.9397064661615175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3&quot;}},&quot;87006feb-ea09-44f5-8a18-db58149cd069&quot;:{&quot;type&quot;:&quot;FIGURE_OBJECT&quot;,&quot;id&quot;:&quot;87006feb-ea09-44f5-8a18-db58149cd069&quot;,&quot;name&quot;:&quot;Sphere&quot;,&quot;relativeTransform&quot;:{&quot;translate&quot;:{&quot;x&quot;:477.2396648248408,&quot;y&quot;:-21.987547590762297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25&quot;}},&quot;a3e5e849-2c02-4080-94c3-ca1a365569a5&quot;:{&quot;type&quot;:&quot;FIGURE_OBJECT&quot;,&quot;id&quot;:&quot;a3e5e849-2c02-4080-94c3-ca1a365569a5&quot;,&quot;name&quot;:&quot;Sphere&quot;,&quot;relativeTransform&quot;:{&quot;translate&quot;:{&quot;x&quot;:488.2669676434142,&quot;y&quot;:-18.79719808337808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2&quot;}},&quot;24f14090-0fb5-4710-abd1-8d0c07f36845&quot;:{&quot;type&quot;:&quot;FIGURE_OBJECT&quot;,&quot;id&quot;:&quot;24f14090-0fb5-4710-abd1-8d0c07f36845&quot;,&quot;name&quot;:&quot;Sphere&quot;,&quot;relativeTransform&quot;:{&quot;translate&quot;:{&quot;x&quot;:517.1730062034642,&quot;y&quot;:-17.794506724138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1&quot;}},&quot;245b14c3-e7d4-458d-9cb3-e6abfdc59583&quot;:{&quot;type&quot;:&quot;FIGURE_OBJECT&quot;,&quot;id&quot;:&quot;245b14c3-e7d4-458d-9cb3-e6abfdc59583&quot;,&quot;name&quot;:&quot;Sphere&quot;,&quot;relativeTransform&quot;:{&quot;translate&quot;:{&quot;x&quot;:500.67402232025165,&quot;y&quot;:-21.07405361195595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05&quot;}},&quot;a0d12023-4dd2-4953-97bc-bb646e25288f&quot;:{&quot;type&quot;:&quot;FIGURE_OBJECT&quot;,&quot;id&quot;:&quot;a0d12023-4dd2-4953-97bc-bb646e25288f&quot;,&quot;name&quot;:&quot;Sphere&quot;,&quot;relativeTransform&quot;:{&quot;translate&quot;:{&quot;x&quot;:504.7549180193705,&quot;y&quot;:-34.943819245817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&quot;}},&quot;112976df-bbb0-4168-b11f-6c9d01186eca&quot;:{&quot;type&quot;:&quot;FIGURE_OBJECT&quot;,&quot;id&quot;:&quot;112976df-bbb0-4168-b11f-6c9d01186eca&quot;,&quot;name&quot;:&quot;Sphere&quot;,&quot;relativeTransform&quot;:{&quot;translate&quot;:{&quot;x&quot;:509.7715799282496,&quot;y&quot;:-47.45079842043287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8&quot;}},&quot;512d4b01-e0bc-4d2f-a8f9-60a796e3650c&quot;:{&quot;type&quot;:&quot;FIGURE_OBJECT&quot;,&quot;id&quot;:&quot;512d4b01-e0bc-4d2f-a8f9-60a796e3650c&quot;,&quot;name&quot;:&quot;Sphere&quot;,&quot;relativeTransform&quot;:{&quot;translate&quot;:{&quot;x&quot;:487.3134078639373,&quot;y&quot;:-31.7424323980815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75&quot;}},&quot;48fa1a55-bc28-4d4d-b902-f785136cf9b0&quot;:{&quot;type&quot;:&quot;FIGURE_OBJECT&quot;,&quot;id&quot;:&quot;48fa1a55-bc28-4d4d-b902-f785136cf9b0&quot;,&quot;relativeTransform&quot;:{&quot;translate&quot;:{&quot;x&quot;:464.53265775122645,&quot;y&quot;:-59.5471050905659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17]}],&quot;text&quot;:&quot;Stronger signaling&quot;}],&quot;verticalAlign&quot;:&quot;TOP&quot;,&quot;_lastCaretLocation&quot;:{&quot;lineIndex&quot;:0,&quot;runIndex&quot;:-1,&quot;charIndex&quot;:-1,&quot;endOfLine&quot;:true}},&quot;size&quot;:{&quot;x&quot;:107.86499258174294,&quot;y&quot;:19.88328607985437},&quot;targetSize&quot;:{&quot;x&quot;:107.86499258174294,&quot;y&quot;:19.88328607985437},&quot;format&quot;:&quot;BETTER_TEXT&quot;,&quot;verticalAlign&quot;:&quot;TOP&quot;},&quot;isLocked&quot;:false,&quot;parent&quot;:{&quot;type&quot;:&quot;CHILD&quot;,&quot;parentId&quot;:&quot;33da049f-3882-499c-a8b9-53536cd2c694&quot;,&quot;order&quot;:&quot;99999999987&quot;}},&quot;9bba2c79-a8ec-42ff-94b9-6685e3d2e211&quot;:{&quot;type&quot;:&quot;FIGURE_OBJECT&quot;,&quot;id&quot;:&quot;9bba2c79-a8ec-42ff-94b9-6685e3d2e211&quot;,&quot;name&quot;:&quot;Sphere&quot;,&quot;relativeTransform&quot;:{&quot;translate&quot;:{&quot;x&quot;:421.63982364916257,&quot;y&quot;:-41.7504575918873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2&quot;}},&quot;af0245fd-982a-4672-a507-5948c09e082f&quot;:{&quot;type&quot;:&quot;FIGURE_OBJECT&quot;,&quot;id&quot;:&quot;af0245fd-982a-4672-a507-5948c09e082f&quot;,&quot;name&quot;:&quot;Sphere&quot;,&quot;relativeTransform&quot;:{&quot;translate&quot;:{&quot;x&quot;:436.8117754223254,&quot;y&quot;:-40.29550945693938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25&quot;}},&quot;6a916061-bf6e-4418-ac4e-5d601e9c41f6&quot;:{&quot;type&quot;:&quot;FIGURE_OBJECT&quot;,&quot;id&quot;:&quot;6a916061-bf6e-4418-ac4e-5d601e9c41f6&quot;,&quot;name&quot;:&quot;Sphere&quot;,&quot;relativeTransform&quot;:{&quot;translate&quot;:{&quot;x&quot;:460.2704670660726,&quot;y&quot;:-36.79676281232775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3&quot;}},&quot;37319835-c4ab-4316-9106-e07e948408ba&quot;:{&quot;type&quot;:&quot;FIGURE_OBJECT&quot;,&quot;id&quot;:&quot;37319835-c4ab-4316-9106-e07e948408ba&quot;,&quot;relativeTransform&quot;:{&quot;translate&quot;:{&quot;x&quot;:490.9874317304657,&quot;y&quot;:-26.334997986240744},&quot;rotate&quot;:-1.5707963267948968,&quot;skewX&quot;:0,&quot;scale&quot;:{&quot;x&quot;:1,&quot;y&quot;:1}},&quot;opacity&quot;:1,&quot;path&quot;:{&quot;type&quot;:&quot;POLY_LINE&quot;,&quot;points&quot;:[{&quot;x&quot;:7.802938098399085e-16,&quot;y&quot;:-86.20223689939964},{&quot;x&quot;:-4.0003845940013096e-16,&quot;y&quot;:44.19387878157846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77&quot;}},&quot;dece3ed8-36f6-4733-86b3-d7b5a3afc5c3&quot;:{&quot;type&quot;:&quot;FIGURE_OBJECT&quot;,&quot;id&quot;:&quot;dece3ed8-36f6-4733-86b3-d7b5a3afc5c3&quot;,&quot;name&quot;:&quot;Sphere&quot;,&quot;relativeTransform&quot;:{&quot;translate&quot;:{&quot;x&quot;:451.24229877574294,&quot;y&quot;:-10.73567782394394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6&quot;}},&quot;f7f42faf-df2f-4c5b-84bf-0500e75c8460&quot;:{&quot;type&quot;:&quot;FIGURE_OBJECT&quot;,&quot;id&quot;:&quot;f7f42faf-df2f-4c5b-84bf-0500e75c8460&quot;,&quot;name&quot;:&quot;Sphere&quot;,&quot;relativeTransform&quot;:{&quot;translate&quot;:{&quot;x&quot;:433.02944835243153,&quot;y&quot;:-5.78177494414956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55&quot;}},&quot;06b04f7a-913b-41f6-93ab-c01679d516c1&quot;:{&quot;type&quot;:&quot;FIGURE_OBJECT&quot;,&quot;id&quot;:&quot;06b04f7a-913b-41f6-93ab-c01679d516c1&quot;,&quot;name&quot;:&quot;Sphere&quot;,&quot;relativeTransform&quot;:{&quot;translate&quot;:{&quot;x&quot;:420.00762721932847,&quot;y&quot;:-12.281419558113157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5&quot;}},&quot;6af01633-62c3-4eab-9225-69ec3efc8d1b&quot;:{&quot;type&quot;:&quot;FIGURE_OBJECT&quot;,&quot;id&quot;:&quot;6af01633-62c3-4eab-9225-69ec3efc8d1b&quot;,&quot;name&quot;:&quot;Sphere&quot;,&quot;relativeTransform&quot;:{&quot;translate&quot;:{&quot;x&quot;:455.79667547486315,&quot;y&quot;:-1.871051580387757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1&quot;}},&quot;fc69c392-8d3d-4483-a74d-705532e13b1b&quot;:{&quot;type&quot;:&quot;FIGURE_OBJECT&quot;,&quot;id&quot;:&quot;fc69c392-8d3d-4483-a74d-705532e13b1b&quot;,&quot;name&quot;:&quot;Sphere&quot;,&quot;relativeTransform&quot;:{&quot;translate&quot;:{&quot;x&quot;:421.521941922279,&quot;y&quot;:-20.918892704988536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05&quot;}},&quot;1f54ec78-dbe9-419e-951c-494f8579dc08&quot;:{&quot;type&quot;:&quot;FIGURE_OBJECT&quot;,&quot;id&quot;:&quot;1f54ec78-dbe9-419e-951c-494f8579dc08&quot;,&quot;name&quot;:&quot;Sphere&quot;,&quot;relativeTransform&quot;:{&quot;translate&quot;:{&quot;x&quot;:432.5492447408524,&quot;y&quot;:-17.72854319760432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&quot;}},&quot;b78241ad-b718-4496-9eec-cb2f3e6a20d0&quot;:{&quot;type&quot;:&quot;FIGURE_OBJECT&quot;,&quot;id&quot;:&quot;b78241ad-b718-4496-9eec-cb2f3e6a20d0&quot;,&quot;name&quot;:&quot;Sphere&quot;,&quot;relativeTransform&quot;:{&quot;translate&quot;:{&quot;x&quot;:461.4552833009029,&quot;y&quot;:-16.72585183836469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9&quot;}},&quot;0a315387-9d08-427d-8e37-94d7be734730&quot;:{&quot;type&quot;:&quot;FIGURE_OBJECT&quot;,&quot;id&quot;:&quot;0a315387-9d08-427d-8e37-94d7be734730&quot;,&quot;name&quot;:&quot;Sphere&quot;,&quot;relativeTransform&quot;:{&quot;translate&quot;:{&quot;x&quot;:444.9562994176898,&quot;y&quot;:-20.00539872618219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85&quot;}},&quot;8c70e4f8-37b1-4cbe-b5d6-5ef642a82c59&quot;:{&quot;type&quot;:&quot;FIGURE_OBJECT&quot;,&quot;id&quot;:&quot;8c70e4f8-37b1-4cbe-b5d6-5ef642a82c59&quot;,&quot;name&quot;:&quot;Sphere&quot;,&quot;relativeTransform&quot;:{&quot;translate&quot;:{&quot;x&quot;:449.0371951168088,&quot;y&quot;:-33.8751643600437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8&quot;}},&quot;776654e7-081a-4e90-9a42-b3cf18dab620&quot;:{&quot;type&quot;:&quot;FIGURE_OBJECT&quot;,&quot;id&quot;:&quot;776654e7-081a-4e90-9a42-b3cf18dab620&quot;,&quot;name&quot;:&quot;Sphere&quot;,&quot;relativeTransform&quot;:{&quot;translate&quot;:{&quot;x&quot;:454.0538570256879,&quot;y&quot;:-46.3821435346591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75&quot;}},&quot;6d849426-4aa2-44cc-b344-9c05b1fde476&quot;:{&quot;type&quot;:&quot;FIGURE_OBJECT&quot;,&quot;id&quot;:&quot;6d849426-4aa2-44cc-b344-9c05b1fde476&quot;,&quot;name&quot;:&quot;Sphere&quot;,&quot;relativeTransform&quot;:{&quot;translate&quot;:{&quot;x&quot;:431.5956849613755,&quot;y&quot;:-30.67377751230776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72&quot;}},&quot;370de61a-e99d-4622-94a5-8b542dd20aed&quot;:{&quot;type&quot;:&quot;FIGURE_OBJECT&quot;,&quot;id&quot;:&quot;370de61a-e99d-4622-94a5-8b542dd20aed&quot;,&quot;parent&quot;:{&quot;type&quot;:&quot;CHILD&quot;,&quot;parentId&quot;:&quot;33da049f-3882-499c-a8b9-53536cd2c694&quot;,&quot;order&quot;:&quot;999991&quot;},&quot;relativeTransform&quot;:{&quot;translate&quot;:{&quot;x&quot;:30.90908958410546,&quot;y&quot;:-16.52872653229423},&quot;rotate&quot;:0,&quot;skewX&quot;:0,&quot;scale&quot;:{&quot;x&quot;:1,&quot;y&quot;:1}}},&quot;620d2641-620e-40cf-893d-5e386e478391&quot;:{&quot;type&quot;:&quot;FIGURE_OBJECT&quot;,&quot;id&quot;:&quot;620d2641-620e-40cf-893d-5e386e478391&quot;,&quot;parent&quot;:{&quot;type&quot;:&quot;CHILD&quot;,&quot;parentId&quot;:&quot;370de61a-e99d-4622-94a5-8b542dd20aed&quot;,&quot;order&quot;:&quot;2&quot;},&quot;relativeTransform&quot;:{&quot;translate&quot;:{&quot;x&quot;:-381.86809580630495,&quot;y&quot;:-19.707322019089162},&quot;rotate&quot;:0.7080143767760356,&quot;skewX&quot;:0,&quot;scale&quot;:{&quot;x&quot;:1,&quot;y&quot;:1}}},&quot;be10d8b1-1093-4447-b63a-229f83bfb79a&quot;:{&quot;type&quot;:&quot;FIGURE_OBJECT&quot;,&quot;id&quot;:&quot;be10d8b1-1093-4447-b63a-229f83bfb79a&quot;,&quot;relativeTransform&quot;:{&quot;translate&quot;:{&quot;x&quot;:-152.85912836996658,&quot;y&quot;:-102.48815010344225},&quot;rotate&quot;:3.0491499750940494,&quot;skewX&quot;:9.171427900886994e-17},&quot;opacity&quot;:1,&quot;path&quot;:{&quot;type&quot;:&quot;ELLIPSE&quot;,&quot;size&quot;:{&quot;x&quot;:-5.563197606252675,&quot;y&quot;:5.575286571375308}},&quot;pathStyles&quot;:[{&quot;type&quot;:&quot;FILL&quot;,&quot;fillStyle&quot;:&quot;rgb(170, 50, 60)&quot;},{&quot;type&quot;:&quot;STROKE&quot;,&quot;strokeStyle&quot;:&quot;rgba(91,29,29,1)&quot;,&quot;lineWidth&quot;:0.49333420215822593,&quot;lineJoin&quot;:&quot;round&quot;}],&quot;isLocked&quot;:false,&quot;parent&quot;:{&quot;type&quot;:&quot;CHILD&quot;,&quot;parentId&quot;:&quot;620d2641-620e-40cf-893d-5e386e478391&quot;,&quot;order&quot;:&quot;5&quot;}},&quot;42038292-7ae4-4efe-a425-4548767442bd&quot;:{&quot;type&quot;:&quot;FIGURE_OBJECT&quot;,&quot;id&quot;:&quot;42038292-7ae4-4efe-a425-4548767442bd&quot;,&quot;name&quot;:&quot;MHC class I&quot;,&quot;relativeTransform&quot;:{&quot;translate&quot;:{&quot;x&quot;:-151.17362223158977,&quot;y&quot;:-84.75814291332884},&quot;rotate&quot;:6.190742628683843,&quot;skewX&quot;:-1.117962673703478e-16,&quot;scale&quot;:{&quot;x&quot;:-0.23304269728106666,&quot;y&quot;:0.2330426972810668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620d2641-620e-40cf-893d-5e386e478391&quot;,&quot;order&quot;:&quot;2&quot;}},&quot;854ee636-9027-4e88-b93b-dc47a3b95077&quot;:{&quot;type&quot;:&quot;FIGURE_OBJECT&quot;,&quot;id&quot;:&quot;854ee636-9027-4e88-b93b-dc47a3b95077&quot;,&quot;relativeTransform&quot;:{&quot;translate&quot;:{&quot;x&quot;:-317.32467250284566,&quot;y&quot;:-256.2316248721844},&quot;rotate&quot;:0.1855069305576136,&quot;skewX&quot;:2.498001805406602e-16,&quot;scale&quot;:{&quot;x&quot;:1,&quot;y&quot;:1.0000000000000002}},&quot;opacity&quot;:1,&quot;path&quot;:{&quot;type&quot;:&quot;POLY_LINE&quot;,&quot;points&quot;:[{&quot;x&quot;:-135.4875378107911,&quot;y&quot;:126.3722909870913},{&quot;x&quot;:-128.5220896834946,&quot;y&quot;:118.35281009790727},{&quot;x&quot;:-118.08721895524982,&quot;y&quot;:116.36710764515507}],&quot;closed&quot;:false},&quot;pathStyles&quot;:[{&quot;type&quot;:&quot;FILL&quot;,&quot;fillStyle&quot;:&quot;rgba(0,0,0,0)&quot;},{&quot;type&quot;:&quot;STROKE&quot;,&quot;strokeStyle&quot;:&quot;rgba(107, 21, 25, 1)&quot;,&quot;lineWidth&quot;:0.962598624493951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70de61a-e99d-4622-94a5-8b542dd20aed&quot;,&quot;order&quot;:&quot;7&quot;}},&quot;d5681d03-1083-410a-a555-64d263877766&quot;:{&quot;type&quot;:&quot;FIGURE_OBJECT&quot;,&quot;id&quot;:&quot;d5681d03-1083-410a-a555-64d263877766&quot;,&quot;parent&quot;:{&quot;type&quot;:&quot;CHILD&quot;,&quot;parentId&quot;:&quot;370de61a-e99d-4622-94a5-8b542dd20aed&quot;,&quot;order&quot;:&quot;5&quot;},&quot;relativeTransform&quot;:{&quot;translate&quot;:{&quot;x&quot;:-336.4331020321522,&quot;y&quot;:-318.9316745295706},&quot;rotate&quot;:0,&quot;skewX&quot;:0,&quot;scale&quot;:{&quot;x&quot;:1,&quot;y&quot;:1}}},&quot;4482a7e9-0aec-4735-9a39-b80345d7531c&quot;:{&quot;id&quot;:&quot;4482a7e9-0aec-4735-9a39-b80345d7531c&quot;,&quot;name&quot;:&quot;Polypeptide (soluble)&quot;,&quot;type&quot;:&quot;FIGURE_OBJECT&quot;,&quot;relativeTransform&quot;:{&quot;translate&quot;:{&quot;x&quot;:-143.36803092485962,&quot;y&quot;:165.1127805137926},&quot;rotate&quot;:0,&quot;skewX&quot;:0,&quot;scale&quot;:{&quot;x&quot;:0.2850868045530517,&quot;y&quot;:0.2850868045530517}},&quot;image&quot;:{&quot;url&quot;:&quot;https://icons.biorender.com/biorender/5f60d1616e7ca6002795e42d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d5681d03-1083-410a-a555-64d263877766&quot;,&quot;order&quot;:&quot;5&quot;},&quot;styles&quot;:{&quot;editable&quot;:[{&quot;styleName&quot;:&quot;GLOW&quot;,&quot;index&quot;:0,&quot;value&quot;:7}]}},&quot;14900a1d-85da-40e3-8f4a-1307c746184d&quot;:{&quot;type&quot;:&quot;FIGURE_OBJECT&quot;,&quot;id&quot;:&quot;14900a1d-85da-40e3-8f4a-1307c746184d&quot;,&quot;parent&quot;:{&quot;type&quot;:&quot;CROP&quot;,&quot;parentId&quot;:&quot;4482a7e9-0aec-4735-9a39-b80345d7531c&quot;,&quot;order&quot;:&quot;5&quot;},&quot;relativeTransform&quot;:{&quot;translate&quot;:{&quot;x&quot;:2.5416795539184704,&quot;y&quot;:-27.95847509310329},&quot;rotate&quot;:0,&quot;skewX&quot;:0,&quot;scale&quot;:{&quot;x&quot;:15.941493977492314,&quot;y&quot;:15.041524906896711}},&quot;path&quot;:{&quot;type&quot;:&quot;RECT&quot;,&quot;size&quot;:{&quot;x&quot;:2,&quot;y&quot;:2}},&quot;pathStyles&quot;:[{&quot;type&quot;:&quot;FILL&quot;,&quot;fillStyle&quot;:&quot;#fff&quot;}],&quot;isFrozen&quot;:true},&quot;94530c37-eff8-4f1f-8f80-8912b746aab9&quot;:{&quot;id&quot;:&quot;94530c37-eff8-4f1f-8f80-8912b746aab9&quot;,&quot;name&quot;:&quot;Polypeptide (soluble)&quot;,&quot;type&quot;:&quot;FIGURE_OBJECT&quot;,&quot;relativeTransform&quot;:{&quot;translate&quot;:{&quot;x&quot;:-143.40139147681677,&quot;y&quot;:165.11266457790396},&quot;rotate&quot;:0,&quot;skewX&quot;:0,&quot;scale&quot;:{&quot;x&quot;:0.2850868045530517,&quot;y&quot;:0.2850868045530517}},&quot;image&quot;:{&quot;url&quot;:&quot;https://icons.biorender.com/biorender/5f60d1616e7ca6002795e424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d5681d03-1083-410a-a555-64d263877766&quot;,&quot;order&quot;:&quot;2&quot;}},&quot;310b3a39-5371-47e3-b161-0ea8ee7ff431&quot;:{&quot;type&quot;:&quot;FIGURE_OBJECT&quot;,&quot;id&quot;:&quot;310b3a39-5371-47e3-b161-0ea8ee7ff431&quot;,&quot;relativeTransform&quot;:{&quot;translate&quot;:{&quot;x&quot;:-142.88376500815622,&quot;y&quot;:159.44220706107689},&quot;rotate&quot;:0},&quot;opacity&quot;:1,&quot;path&quot;:{&quot;type&quot;:&quot;ELLIPSE&quot;,&quot;size&quot;:{&quot;x&quot;:19.979145983920954,&quot;y&quot;:20.386883657062203}},&quot;isLocked&quot;:false,&quot;pathStyles&quot;:[{&quot;type&quot;:&quot;FILL&quot;,&quot;fillStyle&quot;:{&quot;type&quot;:&quot;radial&quot;,&quot;colorStops&quot;:{&quot;0.172&quot;:&quot;rgba(162, 40, 40, 0.35)&quot;,&quot;0.699&quot;:&quot;rgba(162, 40, 40, 0)&quot;}}},{&quot;type&quot;:&quot;STROKE&quot;,&quot;strokeStyle&quot;:&quot;rgba(0,0,0,0)&quot;,&quot;lineWidth&quot;:0,&quot;lineJoin&quot;:&quot;round&quot;}],&quot;parent&quot;:{&quot;type&quot;:&quot;CHILD&quot;,&quot;parentId&quot;:&quot;d5681d03-1083-410a-a555-64d263877766&quot;,&quot;order&quot;:&quot;7&quot;}},&quot;6fccfa51-9020-43b1-b7b8-7c8606d9e916&quot;:{&quot;type&quot;:&quot;FIGURE_OBJECT&quot;,&quot;id&quot;:&quot;6fccfa51-9020-43b1-b7b8-7c8606d9e916&quot;,&quot;relativeTransform&quot;:{&quot;translate&quot;:{&quot;x&quot;:-501.8612399705841,&quot;y&quot;:-380.6480724508609},&quot;rotate&quot;:-0.8805773050122738,&quot;skewX&quot;:-2.775557561562893e-16,&quot;scale&quot;:{&quot;x&quot;:0.9999999999999997,&quot;y&quot;:1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(107, 21, 25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70de61a-e99d-4622-94a5-8b542dd20aed&quot;,&quot;order&quot;:&quot;6&quot;}},&quot;63aad771-109a-459e-8f32-da17dfd3d6c3&quot;:{&quot;type&quot;:&quot;FIGURE_OBJECT&quot;,&quot;id&quot;:&quot;63aad771-109a-459e-8f32-da17dfd3d6c3&quot;,&quot;parent&quot;:{&quot;type&quot;:&quot;CHILD&quot;,&quot;parentId&quot;:&quot;370de61a-e99d-4622-94a5-8b542dd20aed&quot;,&quot;order&quot;:&quot;1&quot;},&quot;relativeTransform&quot;:{&quot;translate&quot;:{&quot;x&quot;:32.14946020281877,&quot;y&quot;:71.36762368411043},&quot;rotate&quot;:0,&quot;skewX&quot;:0,&quot;scale&quot;:{&quot;x&quot;:1,&quot;y&quot;:1}}},&quot;61661fd0-05f0-4799-9c3c-8aee7036f665&quot;:{&quot;type&quot;:&quot;FIGURE_OBJECT&quot;,&quot;id&quot;:&quot;61661fd0-05f0-4799-9c3c-8aee7036f665&quot;,&quot;parent&quot;:{&quot;type&quot;:&quot;CHILD&quot;,&quot;parentId&quot;:&quot;63aad771-109a-459e-8f32-da17dfd3d6c3&quot;,&quot;order&quot;:&quot;5&quot;},&quot;relativeTransform&quot;:{&quot;translate&quot;:{&quot;x&quot;:-495.38402143735925,&quot;y&quot;:-162.48299195646837},&quot;rotate&quot;:0}},&quot;8c939c87-179d-4a2e-b3c2-6fa76faf2e14&quot;:{&quot;type&quot;:&quot;FIGURE_OBJECT&quot;,&quot;id&quot;:&quot;8c939c87-179d-4a2e-b3c2-6fa76faf2e14&quot;,&quot;parent&quot;:{&quot;type&quot;:&quot;CROP&quot;,&quot;parentId&quot;:&quot;61661fd0-05f0-4799-9c3c-8aee7036f665&quot;,&quot;order&quot;:&quot;5&quot;},&quot;relativeTransform&quot;:{&quot;translate&quot;:{&quot;x&quot;:-25.234114684848073,&quot;y&quot;:-11.885054735217484},&quot;rotate&quot;:0,&quot;skewX&quot;:0,&quot;scale&quot;:{&quot;x&quot;:32.478198560452036,&quot;y&quot;:19.338683829141353}},&quot;path&quot;:{&quot;type&quot;:&quot;RECT&quot;,&quot;size&quot;:{&quot;x&quot;:2,&quot;y&quot;:2}},&quot;pathStyles&quot;:[{&quot;type&quot;:&quot;FILL&quot;,&quot;fillStyle&quot;:&quot;#fff&quot;}],&quot;isFrozen&quot;:true},&quot;9ce7f122-dac9-4b1e-a6f5-cb0d592825e4&quot;:{&quot;type&quot;:&quot;FIGURE_OBJECT&quot;,&quot;id&quot;:&quot;9ce7f122-dac9-4b1e-a6f5-cb0d592825e4&quot;,&quot;relativeTransform&quot;:{&quot;translate&quot;:{&quot;x&quot;:-24.458877521654717,&quot;y&quot;:-16.6969341712724},&quot;rotate&quot;:-2.7101412947109007,&quot;skewX&quot;:3.357316391060984e-16},&quot;opacity&quot;:1,&quot;path&quot;:{&quot;type&quot;:&quot;RECT&quot;,&quot;size&quot;:{&quot;x&quot;:-7.533966537199702,&quot;y&quot;:2.0362070103346412},&quot;cornerRounding&quot;:{&quot;type&quot;:&quot;ARC_LENGTH&quot;,&quot;global&quot;:3.1984666551100784}},&quot;pathStyles&quot;:[{&quot;type&quot;:&quot;FILL&quot;,&quot;fillStyle&quot;:&quot;#DA291C&quot;},{&quot;type&quot;:&quot;STROKE&quot;,&quot;strokeStyle&quot;:&quot;#DA291C&quot;,&quot;lineWidth&quot;:0.814482845560591,&quot;lineJoin&quot;:&quot;round&quot;}],&quot;isLocked&quot;:false,&quot;parent&quot;:{&quot;type&quot;:&quot;CHILD&quot;,&quot;parentId&quot;:&quot;61661fd0-05f0-4799-9c3c-8aee7036f665&quot;,&quot;order&quot;:&quot;5&quot;}},&quot;881d5712-b22c-437b-8a80-dac6816a5092&quot;:{&quot;id&quot;:&quot;881d5712-b22c-437b-8a80-dac6816a5092&quot;,&quot;name&quot;:&quot;DNA mutation (symbol) &quot;,&quot;displayName&quot;:&quot;&quot;,&quot;type&quot;:&quot;FIGURE_OBJECT&quot;,&quot;relativeTransform&quot;:{&quot;translate&quot;:{&quot;x&quot;:-24.886976383655853,&quot;y&quot;:-11.885054735217484},&quot;rotate&quot;:0,&quot;skewX&quot;:0,&quot;scale&quot;:{&quot;x&quot;:0.7438943251440696,&quot;y&quot;:0.74389432514407}},&quot;image&quot;:{&quot;url&quot;:&quot;https://icons.cdn.biorender.com/biorender/6329d2fa8dc9890028b7aaf9/20220920145122/image/6329d2fa8dc9890028b7aaf9.png&quot;,&quot;isPremium&quot;:false,&quot;isOrgIcon&quot;:false,&quot;size&quot;:{&quot;x&quot;:150,&quot;y&quot;:50.89820359281437}},&quot;source&quot;:{&quot;id&quot;:&quot;6329d2fa8dc9890028b7aaf9&quot;,&quot;version&quot;:&quot;20220920145122&quot;,&quot;type&quot;:&quot;ASSETS&quot;},&quot;isPremium&quot;:false,&quot;parent&quot;:{&quot;type&quot;:&quot;CHILD&quot;,&quot;parentId&quot;:&quot;61661fd0-05f0-4799-9c3c-8aee7036f665&quot;,&quot;order&quot;:&quot;2&quot;}},&quot;8ec87ff0-de9f-4ff1-b76a-779edfc65c4f&quot;:{&quot;relativeTransform&quot;:{&quot;translate&quot;:{&quot;x&quot;:-583.9864970682712,&quot;y&quot;:-45.34285603587814},&quot;rotate&quot;:0},&quot;type&quot;:&quot;FIGURE_OBJECT&quot;,&quot;id&quot;:&quot;8ec87ff0-de9f-4ff1-b76a-779edfc65c4f&quot;,&quot;parent&quot;:{&quot;type&quot;:&quot;CHILD&quot;,&quot;parentId&quot;:&quot;63aad771-109a-459e-8f32-da17dfd3d6c3&quot;,&quot;order&quot;:&quot;2&quot;},&quot;name&quot;:&quot;Cancer cell (editable)&quot;,&quot;displayName&quot;:&quot;Cancer cell (editable)&quot;,&quot;source&quot;:{&quot;id&quot;:&quot;668d61842f2228e490797376&quot;,&quot;type&quot;:&quot;ASSETS&quot;},&quot;isPremium&quot;:true},&quot;48fcf0ef-1b11-437d-a288-c14acf482446&quot;:{&quot;type&quot;:&quot;FIGURE_OBJECT&quot;,&quot;id&quot;:&quot;48fcf0ef-1b11-437d-a288-c14acf482446&quot;,&quot;parent&quot;:{&quot;type&quot;:&quot;CHILD&quot;,&quot;parentId&quot;:&quot;8ec87ff0-de9f-4ff1-b76a-779edfc65c4f&quot;,&quot;order&quot;:&quot;7&quot;},&quot;relativeTransform&quot;:{&quot;translate&quot;:{&quot;x&quot;:567.3189974918902,&quot;y&quot;:-224.7415334297671},&quot;rotate&quot;:0}},&quot;fd77ddb1-bb5e-4cf1-bd26-f58f5f2d1bcb&quot;:{&quot;type&quot;:&quot;FIGURE_OBJECT&quot;,&quot;id&quot;:&quot;fd77ddb1-bb5e-4cf1-bd26-f58f5f2d1bcb&quot;,&quot;relativeTransform&quot;:{&quot;translate&quot;:{&quot;x&quot;:-478.4295679584958,&quot;y&quot;:63.255612412395294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9&quot;}},&quot;d8d4a8ed-05da-497f-b340-873d83985eb0&quot;:{&quot;type&quot;:&quot;FIGURE_OBJECT&quot;,&quot;id&quot;:&quot;d8d4a8ed-05da-497f-b340-873d83985eb0&quot;,&quot;relativeTransform&quot;:{&quot;translate&quot;:{&quot;x&quot;:-487.4471695469574,&quot;y&quot;:34.342032716058085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85&quot;}},&quot;7a6200c4-489f-4f45-9680-3fabc361fa2c&quot;:{&quot;type&quot;:&quot;FIGURE_OBJECT&quot;,&quot;id&quot;:&quot;7a6200c4-489f-4f45-9680-3fabc361fa2c&quot;,&quot;relativeTransform&quot;:{&quot;translate&quot;:{&quot;x&quot;:-465.8335530412797,&quot;y&quot;:46.93804763327429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8&quot;}},&quot;3de25e27-750e-4a36-b61d-4adfa69fba75&quot;:{&quot;type&quot;:&quot;FIGURE_OBJECT&quot;,&quot;id&quot;:&quot;3de25e27-750e-4a36-b61d-4adfa69fba75&quot;,&quot;relativeTransform&quot;:{&quot;translate&quot;:{&quot;x&quot;:-439.2101578753453,&quot;y&quot;:94.6025131722856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75&quot;}},&quot;3920d878-3de1-444b-bad8-f729f6cfc0db&quot;:{&quot;type&quot;:&quot;FIGURE_OBJECT&quot;,&quot;id&quot;:&quot;3920d878-3de1-444b-bad8-f729f6cfc0db&quot;,&quot;relativeTransform&quot;:{&quot;translate&quot;:{&quot;x&quot;:-462.3267079791001,&quot;y&quot;:104.19266089334793},&quot;rotate&quot;:0},&quot;opacity&quot;:1,&quot;path&quot;:{&quot;type&quot;:&quot;ELLIPSE&quot;,&quot;size&quot;:{&quot;x&quot;:2.1470479972528382,&quot;y&quot;:2.194283053192336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72&quot;}},&quot;10979899-9212-4db8-952b-bd15ed3cad0f&quot;:{&quot;type&quot;:&quot;FIGURE_OBJECT&quot;,&quot;id&quot;:&quot;10979899-9212-4db8-952b-bd15ed3cad0f&quot;,&quot;relativeTransform&quot;:{&quot;translate&quot;:{&quot;x&quot;:-447.01109893203034,&quot;y&quot;:87.13579592050625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7&quot;}},&quot;87076cfa-6e68-416c-9c9b-cbb57a692b04&quot;:{&quot;type&quot;:&quot;FIGURE_OBJECT&quot;,&quot;id&quot;:&quot;87076cfa-6e68-416c-9c9b-cbb57a692b04&quot;,&quot;relativeTransform&quot;:{&quot;translate&quot;:{&quot;x&quot;:-452.8796967911878,&quot;y&quot;:49.20461463570746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65&quot;}},&quot;ab58d260-1d5c-4146-a056-ef9b99d71161&quot;:{&quot;type&quot;:&quot;FIGURE_OBJECT&quot;,&quot;id&quot;:&quot;ab58d260-1d5c-4146-a056-ef9b99d71161&quot;,&quot;relativeTransform&quot;:{&quot;translate&quot;:{&quot;x&quot;:-454.5257669224149,&quot;y&quot;:69.88784367590905},&quot;rotate&quot;:0},&quot;opacity&quot;:1,&quot;path&quot;:{&quot;type&quot;:&quot;ELLIPSE&quot;,&quot;size&quot;:{&quot;x&quot;:3.1490037293041544,&quot;y&quot;:3.435276795604430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62&quot;}},&quot;70f416d9-e649-478c-b258-9f328a37d811&quot;:{&quot;type&quot;:&quot;FIGURE_OBJECT&quot;,&quot;id&quot;:&quot;70f416d9-e649-478c-b258-9f328a37d811&quot;,&quot;relativeTransform&quot;:{&quot;translate&quot;:{&quot;x&quot;:-481.2207303549243,&quot;y&quot;:48.7036367696818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6&quot;}},&quot;605f5080-ba01-4a75-b341-b91b91a07079&quot;:{&quot;type&quot;:&quot;FIGURE_OBJECT&quot;,&quot;id&quot;:&quot;605f5080-ba01-4a75-b341-b91b91a07079&quot;,&quot;relativeTransform&quot;:{&quot;translate&quot;:{&quot;x&quot;:-482.07954955382525,&quot;y&quot;:49.4193194354327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7&quot;}},&quot;8d134792-1adf-4fd8-af8b-acff5cb4c6a7&quot;:{&quot;type&quot;:&quot;FIGURE_OBJECT&quot;,&quot;id&quot;:&quot;8d134792-1adf-4fd8-af8b-acff5cb4c6a7&quot;,&quot;relativeTransform&quot;:{&quot;translate&quot;:{&quot;x&quot;:-498.826523932397,&quot;y&quot;:62.0153343526489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5&quot;}},&quot;a40fc71c-eaa2-4219-81d4-db35d2a9ca09&quot;:{&quot;type&quot;:&quot;FIGURE_OBJECT&quot;,&quot;id&quot;:&quot;a40fc71c-eaa2-4219-81d4-db35d2a9ca09&quot;,&quot;relativeTransform&quot;:{&quot;translate&quot;:{&quot;x&quot;:-446.1522797331292,&quot;y&quot;:104.813157764554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2&quot;}},&quot;f45b3833-8487-4569-937c-9b8d95440006&quot;:{&quot;type&quot;:&quot;FIGURE_OBJECT&quot;,&quot;id&quot;:&quot;f45b3833-8487-4569-937c-9b8d95440006&quot;,&quot;relativeTransform&quot;:{&quot;translate&quot;:{&quot;x&quot;:-462.9708223782759,&quot;y&quot;:123.99345320667867},&quot;rotate&quot;:0},&quot;opacity&quot;:1,&quot;path&quot;:{&quot;type&quot;:&quot;ELLIPSE&quot;,&quot;size&quot;:{&quot;x&quot;:2.8627306630037923,&quot;y&quot;:2.86273066300369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&quot;}},&quot;ed35269c-32c6-4db7-af05-bbec450e4422&quot;:{&quot;type&quot;:&quot;FIGURE_OBJECT&quot;,&quot;id&quot;:&quot;ed35269c-32c6-4db7-af05-bbec450e4422&quot;,&quot;relativeTransform&quot;:{&quot;translate&quot;:{&quot;x&quot;:-533.5371332213167,&quot;y&quot;:117.7670140146456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4&quot;}},&quot;64e3ef4a-704a-4c28-b728-2ef0f586cbc8&quot;:{&quot;type&quot;:&quot;FIGURE_OBJECT&quot;,&quot;id&quot;:&quot;64e3ef4a-704a-4c28-b728-2ef0f586cbc8&quot;,&quot;relativeTransform&quot;:{&quot;translate&quot;:{&quot;x&quot;:-508.917649519485,&quot;y&quot;:134.22771532691675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35&quot;}},&quot;b521edbb-2f2a-48f9-a63e-68455d1f09ac&quot;:{&quot;type&quot;:&quot;FIGURE_OBJECT&quot;,&quot;id&quot;:&quot;b521edbb-2f2a-48f9-a63e-68455d1f09ac&quot;,&quot;relativeTransform&quot;:{&quot;translate&quot;:{&quot;x&quot;:-461.3963205136238,&quot;y&quot;:89.78382178378453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3&quot;}},&quot;b0e317b6-6784-4abf-affe-54520c68a900&quot;:{&quot;type&quot;:&quot;FIGURE_OBJECT&quot;,&quot;id&quot;:&quot;b0e317b6-6784-4abf-affe-54520c68a900&quot;,&quot;relativeTransform&quot;:{&quot;translate&quot;:{&quot;x&quot;:-538.2606388152727,&quot;y&quot;:78.1897625986196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25&quot;}},&quot;04ab99d5-e652-4c8b-8052-74755a5d468f&quot;:{&quot;type&quot;:&quot;FIGURE_OBJECT&quot;,&quot;id&quot;:&quot;04ab99d5-e652-4c8b-8052-74755a5d468f&quot;,&quot;relativeTransform&quot;:{&quot;translate&quot;:{&quot;x&quot;:-509.6333321852359,&quot;y&quot;:53.14086929733738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22&quot;}},&quot;ab5b933e-4df1-43ef-957f-2b0bcfb78931&quot;:{&quot;type&quot;:&quot;FIGURE_OBJECT&quot;,&quot;id&quot;:&quot;ab5b933e-4df1-43ef-957f-2b0bcfb78931&quot;,&quot;relativeTransform&quot;:{&quot;translate&quot;:{&quot;x&quot;:-524.5195316328551,&quot;y&quot;:64.66336021592718},&quot;rotate&quot;:0},&quot;opacity&quot;:1,&quot;path&quot;:{&quot;type&quot;:&quot;ELLIPSE&quot;,&quot;size&quot;:{&quot;x&quot;:2.862730663003678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2&quot;}},&quot;0683a9b2-c4bb-43c0-bc28-f159d4324085&quot;:{&quot;type&quot;:&quot;FIGURE_OBJECT&quot;,&quot;id&quot;:&quot;0683a9b2-c4bb-43c0-bc28-f159d4324085&quot;,&quot;relativeTransform&quot;:{&quot;translate&quot;:{&quot;x&quot;:-473.27665276508907,&quot;y&quot;:77.1505913679492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15&quot;}},&quot;c7222676-ccc9-4de6-8746-f3055a0f1be3&quot;:{&quot;type&quot;:&quot;FIGURE_OBJECT&quot;,&quot;id&quot;:&quot;c7222676-ccc9-4de6-8746-f3055a0f1be3&quot;,&quot;relativeTransform&quot;:{&quot;translate&quot;:{&quot;x&quot;:-472.13156049988766,&quot;y&quot;:112.3621785228945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12&quot;}},&quot;8aa8c7c3-31a8-4822-913e-32377b59699b&quot;:{&quot;type&quot;:&quot;FIGURE_OBJECT&quot;,&quot;id&quot;:&quot;8aa8c7c3-31a8-4822-913e-32377b59699b&quot;,&quot;relativeTransform&quot;:{&quot;translate&quot;:{&quot;x&quot;:-477.42761222644447,&quot;y&quot;:137.91204969020242},&quot;rotate&quot;:0},&quot;opacity&quot;:1,&quot;path&quot;:{&quot;type&quot;:&quot;ELLIPSE&quot;,&quot;size&quot;:{&quot;x&quot;:3.435276795604459,&quot;y&quot;:3.721549861904761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1&quot;}},&quot;6e4a9297-f4a0-4cf1-baf2-3d7d6cb7c80f&quot;:{&quot;type&quot;:&quot;FIGURE_OBJECT&quot;,&quot;id&quot;:&quot;6e4a9297-f4a0-4cf1-baf2-3d7d6cb7c80f&quot;,&quot;relativeTransform&quot;:{&quot;translate&quot;:{&quot;x&quot;:-492.5285164737891,&quot;y&quot;:128.89444810174086},&quot;rotate&quot;:0},&quot;opacity&quot;:1,&quot;path&quot;:{&quot;type&quot;:&quot;ELLIPSE&quot;,&quot;size&quot;:{&quot;x&quot;:2.433321063553118,&quot;y&quot;:2.576457596703286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07&quot;}},&quot;60f7959e-be18-44d7-880a-4f797ec8f1a7&quot;:{&quot;type&quot;:&quot;FIGURE_OBJECT&quot;,&quot;id&quot;:&quot;60f7959e-be18-44d7-880a-4f797ec8f1a7&quot;,&quot;relativeTransform&quot;:{&quot;translate&quot;:{&quot;x&quot;:-539.4772993470494,&quot;y&quot;:107.8533777286637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05&quot;}},&quot;cdc4ea7d-cba1-4577-957c-26f961843814&quot;:{&quot;type&quot;:&quot;FIGURE_OBJECT&quot;,&quot;id&quot;:&quot;cdc4ea7d-cba1-4577-957c-26f961843814&quot;,&quot;relativeTransform&quot;:{&quot;translate&quot;:{&quot;x&quot;:-526.0224652309321,&quot;y&quot;:49.1673991370882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02&quot;}},&quot;d87f73db-546b-40b1-aaeb-94c92856e275&quot;:{&quot;type&quot;:&quot;FIGURE_OBJECT&quot;,&quot;id&quot;:&quot;d87f73db-546b-40b1-aaeb-94c92856e275&quot;,&quot;path&quot;:{&quot;type&quot;:&quot;POLY_LINE&quot;,&quot;points&quot;:[{&quot;x&quot;:-591.1817933765112,&quot;y&quot;:98.27817626414988},{&quot;x&quot;:-581.0569742033118,&quot;y&quot;:95.46079777724256},{&quot;x&quot;:-572.0706272114766,&quot;y&quot;:97.48480759765923},{&quot;x&quot;:-559.4412135397448,&quot;y&quot;:97.48480759765923},{&quot;x&quot;:-551.9094606303065,&quot;y&quot;:105.9122081352062},{&quot;x&quot;:-543.4922596950395,&quot;y&quot;:113.5630045001355},{&quot;x&quot;:-540.3085425743172,&quot;y&quot;:132.01516760872653},{&quot;x&quot;:-544.124834777192,&quot;y&quot;:141.94385084639887},{&quot;x&quot;:-546.0289514439967,&quot;y&quot;:160.18668287924152},{&quot;x&quot;:-552.3962403519921,&quot;y&quot;:166.21552766514276},{&quot;x&quot;:-564.0977732632971,&quot;y&quot;:169.62820026551796},{&quot;x&quot;:-571.6308121453961,&quot;y&quot;:174.5221992051557},{&quot;x&quot;:-583.318215414528,&quot;y&quot;:168.76504369492244},{&quot;x&quot;:-597.2324156646665,&quot;y&quot;:168.76504369492244},{&quot;x&quot;:-602.9462678460135,&quot;y&quot;:159.7052312204747},{&quot;x&quot;:-602.9462678460135,&quot;y&quot;:148.81716569444987},{&quot;x&quot;:-607.0942632132164,&quot;y&quot;:136.5932004175265},{&quot;x&quot;:-604.6721835926801,&quot;y&quot;:124.77207152710216},{&quot;x&quot;:-602.2477766735744,&quot;y&quot;:109.81964741372089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07, 213, 232, 1)&quot;},{&quot;type&quot;:&quot;STROKE&quot;,&quot;strokeStyle&quot;:&quot;rgba(50, 64, 104, 1)&quot;,&quot;lineWidth&quot;:1.431365331501841,&quot;lineJoin&quot;:&quot;round&quot;}],&quot;relativeTransform&quot;:{&quot;translate&quot;:{&quot;x&quot;:-69.18930685895822,&quot;y&quot;:-699.7923280042775},&quot;rotate&quot;:-1.5707963267948966},&quot;parent&quot;:{&quot;type&quot;:&quot;CHILD&quot;,&quot;parentId&quot;:&quot;8ec87ff0-de9f-4ff1-b76a-779edfc65c4f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3a43f951-535d-412c-8596-fb59e84b27fe&quot;:{&quot;type&quot;:&quot;FIGURE_OBJECT&quot;,&quot;id&quot;:&quot;3a43f951-535d-412c-8596-fb59e84b27fe&quot;,&quot;path&quot;:{&quot;type&quot;:&quot;POLY_LINE&quot;,&quot;points&quot;:[{&quot;x&quot;:-550.2627758495408,&quot;y&quot;:68.69980675591235},{&quot;x&quot;:-560.5156870847468,&quot;y&quot;:60.94372580610498},{&quot;x&quot;:-558.7149863616839,&quot;y&quot;:55.767514049621305},{&quot;x&quot;:-546.3298143219092,&quot;y&quot;:55.767514049621305},{&quot;x&quot;:-542.5563090061021,&quot;y&quot;:44.15706626038664},{&quot;x&quot;:-535.4097761992786,&quot;y&quot;:37.191751245454306},{&quot;x&quot;:-531.2627880923313,&quot;y&quot;:27.67338506559547},{&quot;x&quot;:-519.093796026492,&quot;y&quot;:27.67338506559547},{&quot;x&quot;:-514.4719723632312,&quot;y&quot;:18.037915882148873},{&quot;x&quot;:-504.60958109948945,&quot;y&quot;:26.05356173855919},{&quot;x&quot;:-496.9536185832583,&quot;y&quot;:24.585692745872606},{&quot;x&quot;:-491.45728463251385,&quot;y&quot;:14.973047544052898},{&quot;x&quot;:-486.4536725542996,&quot;y&quot;:14.973047544052898},{&quot;x&quot;:-476.71329824149194,&quot;y&quot;:26.342174076069515},{&quot;x&quot;:-471.33430568548175,&quot;y&quot;:23.9298121188126},{&quot;x&quot;:-466.75391102953796,&quot;y&quot;:30.232717755092633},{&quot;x&quot;:-453.5173111043803,&quot;y&quot;:36.62892448387953},{&quot;x&quot;:-445.36680255853526,&quot;y&quot;:44.1536774581596},{&quot;x&quot;:-433.57476658256354,&quot;y&quot;:46.48862926023056},{&quot;x&quot;:-435.9758615069089,&quot;y&quot;:53.30517175948223},{&quot;x&quot;:-435.9758615069089,&quot;y&quot;:60.121003252238175},{&quot;x&quot;:-429.9986052357677,&quot;y&quot;:67.4226705332259},{&quot;x&quot;:-437.1843073616176,&quot;y&quot;:74.80763064487006},{&quot;x&quot;:-427.54215039309025,&quot;y&quot;:83.38534963256974},{&quot;x&quot;:-432.51100430116526,&quot;y&quot;:92.01864011733608},{&quot;x&quot;:-430.7160419508544,&quot;y&quot;:98.532518257543},{&quot;x&quot;:-428.3470330639088,&quot;y&quot;:103.79193581254643},{&quot;x&quot;:-433.5378388786039,&quot;y&quot;:107.41445718595139},{&quot;x&quot;:-440.32809349543794,&quot;y&quot;:124.38989999334025},{&quot;x&quot;:-453.2713961976513,&quot;y&quot;:130.11607387487066},{&quot;x&quot;:-456.7280185071233,&quot;y&quot;:137.5338005952234},{&quot;x&quot;:-459.84741990645784,&quot;y&quot;:140.09736254447142},{&quot;x&quot;:-463.91793521958823,&quot;y&quot;:140.09736254447142},{&quot;x&quot;:-473.40437791436005,&quot;y&quot;:141.50440783721976},{&quot;x&quot;:-483.0797239058139,&quot;y&quot;:141.50440783721976},{&quot;x&quot;:-488.63683296985346,&quot;y&quot;:143.71427341323832},{&quot;x&quot;:-494.2724170060256,&quot;y&quot;:145.18041604118935},{&quot;x&quot;:-506.92761502362805,&quot;y&quot;:143.0959631249049},{&quot;x&quot;:-515.5082812171491,&quot;y&quot;:146.8648640313994},{&quot;x&quot;:-520.9076380325183,&quot;y&quot;:136.58839835320168},{&quot;x&quot;:-530.7013227001984,&quot;y&quot;:138.79934511592663},{&quot;x&quot;:-533.7742177994177,&quot;y&quot;:128.79327715816936},{&quot;x&quot;:-541.2057058483329,&quot;y&quot;:123.39178063425652},{&quot;x&quot;:-551.7904796248738,&quot;y&quot;:119.50506707321716},{&quot;x&quot;:-551.7904796248738,&quot;y&quot;:112.45549573699418},{&quot;x&quot;:-554.8322314080061,&quot;y&quot;:107.8305774076661},{&quot;x&quot;:-550.2419951286807,&quot;y&quot;:101.92642250310408},{&quot;x&quot;:-553.8888670636456,&quot;y&quot;:88.299256815638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29, 235, 251, 1)&quot;},{&quot;type&quot;:&quot;STROKE&quot;,&quot;strokeStyle&quot;:&quot;rgba(79, 96, 156, 1)&quot;,&quot;lineWidth&quot;:2.147047997252762,&quot;lineJoin&quot;:&quot;round&quot;}],&quot;relativeTransform&quot;:{&quot;translate&quot;:{&quot;x&quot;:567.1758609587399,&quot;y&quot;:-219.48436581372724},&quot;rotate&quot;:0},&quot;parent&quot;:{&quot;type&quot;:&quot;CHILD&quot;,&quot;parentId&quot;:&quot;8ec87ff0-de9f-4ff1-b76a-779edfc65c4f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a827630f-6d00-41c1-8104-bc43ecb1e9ce&quot;:{&quot;type&quot;:&quot;FIGURE_OBJECT&quot;,&quot;id&quot;:&quot;a827630f-6d00-41c1-8104-bc43ecb1e9ce&quot;,&quot;relativeTransform&quot;:{&quot;translate&quot;:{&quot;x&quot;:314.37399352461364,&quot;y&quot;:193.7609454418224},&quot;rotate&quot;:2.1251042527002957,&quot;skewX&quot;:-4.996003610813208e-16,&quot;scale&quot;:{&quot;x&quot;:0.9999999999999996,&quot;y&quot;:1.0000000000000013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3da049f-3882-499c-a8b9-53536cd2c694&quot;,&quot;order&quot;:&quot;999999999702&quot;}},&quot;4dca68ca-1cbd-4640-8020-3f59fc8d64ee&quot;:{&quot;type&quot;:&quot;FIGURE_OBJECT&quot;,&quot;id&quot;:&quot;4dca68ca-1cbd-4640-8020-3f59fc8d64ee&quot;,&quot;relativeTransform&quot;:{&quot;translate&quot;:{&quot;x&quot;:272.2830541139425,&quot;y&quot;:-82.60731684368503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666666666666666,&quot;color&quot;:&quot;rgba(49,126,194,1)&quot;,&quot;fontWeight&quot;:&quot;bold&quot;,&quot;fontStyle&quot;:&quot;normal&quot;,&quot;decoration&quot;:&quot;none&quot;,&quot;script&quot;:&quot;none&quot;},&quot;range&quot;:[0,17]}],&quot;text&quot;:&quot;Synthetic mimotope&quot;}],&quot;verticalAlign&quot;:&quot;TOP&quot;,&quot;_lastCaretLocation&quot;:{&quot;lineIndex&quot;:0,&quot;runIndex&quot;:-1,&quot;charIndex&quot;:-1,&quot;endOfLine&quot;:true}},&quot;size&quot;:{&quot;x&quot;:48.54768371582031,&quot;y&quot;:26},&quot;targetSize&quot;:{&quot;x&quot;:29.829925537109375,&quot;y&quot;:16.933014753113497},&quot;format&quot;:&quot;BETTER_TEXT&quot;,&quot;verticalAlign&quot;:&quot;TOP&quot;},&quot;isLocked&quot;:false,&quot;parent&quot;:{&quot;type&quot;:&quot;CHILD&quot;,&quot;parentId&quot;:&quot;33da049f-3882-499c-a8b9-53536cd2c694&quot;,&quot;order&quot;:&quot;999999999765&quot;}},&quot;b1495aeb-06c5-46c6-96b2-ebd5270857b2&quot;:{&quot;type&quot;:&quot;FIGURE_OBJECT&quot;,&quot;id&quot;:&quot;b1495aeb-06c5-46c6-96b2-ebd5270857b2&quot;,&quot;parent&quot;:{&quot;type&quot;:&quot;CHILD&quot;,&quot;parentId&quot;:&quot;33da049f-3882-499c-a8b9-53536cd2c694&quot;,&quot;order&quot;:&quot;999999999762&quot;},&quot;relativeTransform&quot;:{&quot;translate&quot;:{&quot;x&quot;:263.46856395417956,&quot;y&quot;:-30.534019859831673},&quot;rotate&quot;:0,&quot;skewX&quot;:0,&quot;scale&quot;:{&quot;x&quot;:1,&quot;y&quot;:1}}},&quot;608ef096-facd-47c5-b252-2725a6819100&quot;:{&quot;type&quot;:&quot;FIGURE_OBJECT&quot;,&quot;id&quot;:&quot;608ef096-facd-47c5-b252-2725a6819100&quot;,&quot;parent&quot;:{&quot;type&quot;:&quot;CHILD&quot;,&quot;parentId&quot;:&quot;b1495aeb-06c5-46c6-96b2-ebd5270857b2&quot;,&quot;order&quot;:&quot;5&quot;},&quot;relativeTransform&quot;:{&quot;translate&quot;:{&quot;x&quot;:0,&quot;y&quot;:0},&quot;rotate&quot;:0}},&quot;1fd0cbd2-f429-4af0-b2bd-4d5cf7df7f5f&quot;:{&quot;type&quot;:&quot;FIGURE_OBJECT&quot;,&quot;id&quot;:&quot;1fd0cbd2-f429-4af0-b2bd-4d5cf7df7f5f&quot;,&quot;relativeTransform&quot;:{&quot;translate&quot;:{&quot;x&quot;:18.02359440521595,&quot;y&quot;:-12.029260945454247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32, 28, 70, 1)&quot;,&quot;lineWidth&quot;:1.2289979697374458,&quot;lineJoin&quot;:&quot;round&quot;}],&quot;isLocked&quot;:false,&quot;parent&quot;:{&quot;type&quot;:&quot;CHILD&quot;,&quot;parentId&quot;:&quot;608ef096-facd-47c5-b252-2725a6819100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0e25f77-2506-4966-bf53-3821caa19047&quot;:{&quot;type&quot;:&quot;FIGURE_OBJECT&quot;,&quot;id&quot;:&quot;30e25f77-2506-4966-bf53-3821caa19047&quot;,&quot;relativeTransform&quot;:{&quot;translate&quot;:{&quot;x&quot;:-15.255087680985357,&quot;y&quot;:-12.029260945454247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9, 82, 113, 1)&quot;},{&quot;type&quot;:&quot;STROKE&quot;,&quot;strokeStyle&quot;:&quot;rgba(132, 28, 70, 1)&quot;,&quot;lineWidth&quot;:0.40966598991248193,&quot;lineJoin&quot;:&quot;round&quot;}],&quot;isLocked&quot;:false,&quot;parent&quot;:{&quot;type&quot;:&quot;CHILD&quot;,&quot;parentId&quot;:&quot;608ef096-facd-47c5-b252-2725a6819100&quot;,&quot;order&quot;:&quot;5&quot;}},&quot;f33e0e83-0904-46f8-8820-50739ce9c7f8&quot;:{&quot;type&quot;:&quot;FIGURE_OBJECT&quot;,&quot;id&quot;:&quot;f33e0e83-0904-46f8-8820-50739ce9c7f8&quot;,&quot;parent&quot;:{&quot;type&quot;:&quot;CHILD&quot;,&quot;parentId&quot;:&quot;b1495aeb-06c5-46c6-96b2-ebd5270857b2&quot;,&quot;order&quot;:&quot;2&quot;},&quot;relativeTransform&quot;:{&quot;translate&quot;:{&quot;x&quot;:0,&quot;y&quot;:0},&quot;rotate&quot;:0}},&quot;d018607f-d907-49fc-9531-f08af2f5f164&quot;:{&quot;type&quot;:&quot;FIGURE_OBJECT&quot;,&quot;id&quot;:&quot;d018607f-d907-49fc-9531-f08af2f5f164&quot;,&quot;relativeTransform&quot;:{&quot;translate&quot;:{&quot;x&quot;:17.94572260813848,&quot;y&quot;:-20.386447594603286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22, 23, 23, 1)&quot;,&quot;lineWidth&quot;:1.2289979697374458,&quot;lineJoin&quot;:&quot;round&quot;}],&quot;isLocked&quot;:false,&quot;parent&quot;:{&quot;type&quot;:&quot;CHILD&quot;,&quot;parentId&quot;:&quot;f33e0e83-0904-46f8-8820-50739ce9c7f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bc28fccb-cb1f-4dfc-a7ad-a1dbcb97b66c&quot;:{&quot;type&quot;:&quot;FIGURE_OBJECT&quot;,&quot;id&quot;:&quot;bc28fccb-cb1f-4dfc-a7ad-a1dbcb97b66c&quot;,&quot;relativeTransform&quot;:{&quot;translate&quot;:{&quot;x&quot;:-15.255087772145869,&quot;y&quot;:-20.386447594603286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1, 79, 79, 1)&quot;},{&quot;type&quot;:&quot;STROKE&quot;,&quot;strokeStyle&quot;:&quot;rgba(122, 23, 23, 1)&quot;,&quot;lineWidth&quot;:0.40966598991248193,&quot;lineJoin&quot;:&quot;round&quot;}],&quot;isLocked&quot;:false,&quot;parent&quot;:{&quot;type&quot;:&quot;CHILD&quot;,&quot;parentId&quot;:&quot;f33e0e83-0904-46f8-8820-50739ce9c7f8&quot;,&quot;order&quot;:&quot;5&quot;}},&quot;2739fbdb-bfaf-478b-b147-5ff65941956c&quot;:{&quot;type&quot;:&quot;FIGURE_OBJECT&quot;,&quot;id&quot;:&quot;2739fbdb-bfaf-478b-b147-5ff65941956c&quot;,&quot;relativeTransform&quot;:{&quot;translate&quot;:{&quot;x&quot;:259.88021933699827,&quot;y&quot;:-31.27588719660575},&quot;rotate&quot;:0,&quot;skewX&quot;:0,&quot;scale&quot;:{&quot;x&quot;:1,&quot;y&quot;:1}},&quot;opacity&quot;:1,&quot;path&quot;:{&quot;type&quot;:&quot;ELLIPSE&quot;,&quot;size&quot;:{&quot;x&quot;:4.730580467033069,&quot;y&quot;:4.915991878949783}},&quot;isLocked&quot;:false,&quot;pathStyles&quot;:[{&quot;type&quot;:&quot;FILL&quot;,&quot;fillStyle&quot;:&quot;rgba(49,126,194,1)&quot;},{&quot;type&quot;:&quot;STROKE&quot;,&quot;strokeStyle&quot;:&quot;rgba(23,23,23,1)&quot;,&quot;lineWidth&quot;:0.8193319798249639,&quot;lineJoin&quot;:&quot;round&quot;}],&quot;parent&quot;:{&quot;type&quot;:&quot;CHILD&quot;,&quot;parentId&quot;:&quot;33da049f-3882-499c-a8b9-53536cd2c694&quot;,&quot;order&quot;:&quot;99999999976&quot;}},&quot;490326ad-9ce3-418c-b9c4-1ba4de3d38a7&quot;:{&quot;relativeTransform&quot;:{&quot;translate&quot;:{&quot;x&quot;:397.50676281154097,&quot;y&quot;:60.934160889069034},&quot;rotate&quot;:1.5707963267948966,&quot;skewX&quot;:0,&quot;scale&quot;:{&quot;x&quot;:1,&quot;y&quot;:1}},&quot;type&quot;:&quot;FIGURE_OBJECT&quot;,&quot;id&quot;:&quot;490326ad-9ce3-418c-b9c4-1ba4de3d38a7&quot;,&quot;parent&quot;:{&quot;type&quot;:&quot;CHILD&quot;,&quot;parentId&quot;:&quot;33da049f-3882-499c-a8b9-53536cd2c694&quot;,&quot;order&quot;:&quot;999999999715&quot;},&quot;name&quot;:&quot;CD86 (dimer, editable) &quot;,&quot;displayName&quot;:&quot;CD86 (dimer, editable) &quot;,&quot;source&quot;:{&quot;id&quot;:&quot;678565d75f1e9115893188ec&quot;,&quot;type&quot;:&quot;ASSETS&quot;},&quot;isPremium&quot;:true},&quot;12d79d72-ec40-44e9-95d8-74b4afa87438&quot;:{&quot;type&quot;:&quot;FIGURE_OBJECT&quot;,&quot;id&quot;:&quot;12d79d72-ec40-44e9-95d8-74b4afa87438&quot;,&quot;parent&quot;:{&quot;type&quot;:&quot;CHILD&quot;,&quot;parentId&quot;:&quot;490326ad-9ce3-418c-b9c4-1ba4de3d38a7&quot;,&quot;order&quot;:&quot;5&quot;},&quot;relativeTransform&quot;:{&quot;translate&quot;:{&quot;x&quot;:253.43719782603824,&quot;y&quot;:92.68213542057826},&quot;rotate&quot;:0}},&quot;3a48739f-1476-4061-a9d0-8ed6636f46e4&quot;:{&quot;type&quot;:&quot;FIGURE_OBJECT&quot;,&quot;id&quot;:&quot;3a48739f-1476-4061-a9d0-8ed6636f46e4&quot;,&quot;parent&quot;:{&quot;type&quot;:&quot;CHILD&quot;,&quot;parentId&quot;:&quot;12d79d72-ec40-44e9-95d8-74b4afa87438&quot;,&quot;order&quot;:&quot;7&quot;},&quot;relativeTransform&quot;:{&quot;translate&quot;:{&quot;x&quot;:0,&quot;y&quot;:0},&quot;rotate&quot;:0}},&quot;55de2b4e-12e9-463c-96c0-a47e693469d0&quot;:{&quot;type&quot;:&quot;FIGURE_OBJECT&quot;,&quot;id&quot;:&quot;55de2b4e-12e9-463c-96c0-a47e693469d0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3a48739f-1476-4061-a9d0-8ed6636f46e4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6101ad3e-7f42-4fc2-8ac7-ea0ef7e3f301&quot;:{&quot;type&quot;:&quot;FIGURE_OBJECT&quot;,&quot;id&quot;:&quot;6101ad3e-7f42-4fc2-8ac7-ea0ef7e3f301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3a48739f-1476-4061-a9d0-8ed6636f46e4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c264488f-f3cf-4565-b79a-e09b0776ff04&quot;:{&quot;type&quot;:&quot;FIGURE_OBJECT&quot;,&quot;id&quot;:&quot;c264488f-f3cf-4565-b79a-e09b0776ff04&quot;,&quot;relativeTransform&quot;:{&quot;translate&quot;:{&quot;x&quot;:-314.20117627994614,&quot;y&quot;:69.58988688998076},&quot;rotate&quot;:3.141592653589793},&quot;opacity&quot;:1,&quot;path&quot;:{&quot;type&quot;:&quot;POLY_LINE&quot;,&quot;points&quot;:[{&quot;x&quot;:0,&quot;y&quot;:-12.79392239662247},{&quot;x&quot;:0,&quot;y&quot;:12.79392239662247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12d79d72-ec40-44e9-95d8-74b4afa87438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163c9075-147f-4ba2-9c34-dc089247741f&quot;:{&quot;type&quot;:&quot;FIGURE_OBJECT&quot;,&quot;id&quot;:&quot;163c9075-147f-4ba2-9c34-dc089247741f&quot;,&quot;parent&quot;:{&quot;type&quot;:&quot;CHILD&quot;,&quot;parentId&quot;:&quot;490326ad-9ce3-418c-b9c4-1ba4de3d38a7&quot;,&quot;order&quot;:&quot;2&quot;},&quot;relativeTransform&quot;:{&quot;translate&quot;:{&quot;x&quot;:246.25602897914652,&quot;y&quot;:92.68213542057826},&quot;rotate&quot;:0}},&quot;a5f09a78-766e-4976-9519-64b6dc3cf535&quot;:{&quot;type&quot;:&quot;FIGURE_OBJECT&quot;,&quot;id&quot;:&quot;a5f09a78-766e-4976-9519-64b6dc3cf535&quot;,&quot;parent&quot;:{&quot;type&quot;:&quot;CHILD&quot;,&quot;parentId&quot;:&quot;163c9075-147f-4ba2-9c34-dc089247741f&quot;,&quot;order&quot;:&quot;7&quot;},&quot;relativeTransform&quot;:{&quot;translate&quot;:{&quot;x&quot;:0,&quot;y&quot;:0},&quot;rotate&quot;:0}},&quot;c0939049-14e4-426f-bd31-4ef6d619b20c&quot;:{&quot;type&quot;:&quot;FIGURE_OBJECT&quot;,&quot;id&quot;:&quot;c0939049-14e4-426f-bd31-4ef6d619b20c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a5f09a78-766e-4976-9519-64b6dc3cf535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41ef7ba7-d235-4b59-b9d4-8fcd9ab80d6f&quot;:{&quot;type&quot;:&quot;FIGURE_OBJECT&quot;,&quot;id&quot;:&quot;41ef7ba7-d235-4b59-b9d4-8fcd9ab80d6f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a5f09a78-766e-4976-9519-64b6dc3cf535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9ab854db-570b-40a9-80c8-c4285960c090&quot;:{&quot;type&quot;:&quot;FIGURE_OBJECT&quot;,&quot;id&quot;:&quot;9ab854db-570b-40a9-80c8-c4285960c090&quot;,&quot;relativeTransform&quot;:{&quot;translate&quot;:{&quot;x&quot;:-314.20117627994614,&quot;y&quot;:69.65009878312854},&quot;rotate&quot;:3.141592653589793},&quot;opacity&quot;:1,&quot;path&quot;:{&quot;type&quot;:&quot;POLY_LINE&quot;,&quot;points&quot;:[{&quot;x&quot;:0,&quot;y&quot;:-12.854134289770233},{&quot;x&quot;:0,&quot;y&quot;:12.854134289770233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163c9075-147f-4ba2-9c34-dc089247741f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3107a25-716e-4d51-ac29-f1eaa173ad0b&quot;:{&quot;relativeTransform&quot;:{&quot;translate&quot;:{&quot;x&quot;:271.17623216834164,&quot;y&quot;:-65.21514579026935},&quot;rotate&quot;:1.5707963267948966,&quot;skewX&quot;:0,&quot;scale&quot;:{&quot;x&quot;:1,&quot;y&quot;:1}},&quot;type&quot;:&quot;FIGURE_OBJECT&quot;,&quot;id&quot;:&quot;93107a25-716e-4d51-ac29-f1eaa173ad0b&quot;,&quot;parent&quot;:{&quot;type&quot;:&quot;CHILD&quot;,&quot;parentId&quot;:&quot;33da049f-3882-499c-a8b9-53536cd2c694&quot;,&quot;order&quot;:&quot;999999999755&quot;},&quot;name&quot;:&quot;MHC class I (editable)&quot;,&quot;displayName&quot;:&quot;MHC class I (editable)&quot;,&quot;source&quot;:{&quot;id&quot;:&quot;67856b660efb4e725db041ed&quot;,&quot;type&quot;:&quot;ASSETS&quot;},&quot;isPremium&quot;:true},&quot;18c0a045-2cb2-43c8-8f58-aa61e2da5c99&quot;:{&quot;type&quot;:&quot;FIGURE_OBJECT&quot;,&quot;id&quot;:&quot;18c0a045-2cb2-43c8-8f58-aa61e2da5c99&quot;,&quot;parent&quot;:{&quot;type&quot;:&quot;CHILD&quot;,&quot;parentId&quot;:&quot;93107a25-716e-4d51-ac29-f1eaa173ad0b&quot;,&quot;order&quot;:&quot;5&quot;},&quot;relativeTransform&quot;:{&quot;translate&quot;:{&quot;x&quot;:0,&quot;y&quot;:0},&quot;rotate&quot;:0}},&quot;906fa601-8d39-40b8-b593-497c0ac76e02&quot;:{&quot;type&quot;:&quot;FIGURE_OBJECT&quot;,&quot;id&quot;:&quot;906fa601-8d39-40b8-b593-497c0ac76e02&quot;,&quot;relativeTransform&quot;:{&quot;translate&quot;:{&quot;x&quot;:28.73082622318417,&quot;y&quot;:14.06163424416489},&quot;rotate&quot;:-6.938893903907228e-18},&quot;opacity&quot;:1,&quot;path&quot;:{&quot;type&quot;:&quot;POLY_LINE&quot;,&quot;points&quot;:[{&quot;x&quot;:4.882362118450136,&quot;y&quot;:14.983773388486963},{&quot;x&quot;:4.8823621184501365,&quot;y&quot;:1.4062980282338577},{&quot;x&quot;:3.043051742386749,&quot;y&quot;:0.898255576669622},{&quot;x&quot;:1.6168580403627828,&quot;y&quot;:-0.987825482759411},{&quot;x&quot;:1.7881021688368754,&quot;y&quot;:-5.476905811849453},{&quot;x&quot;:-1.199683231356409,&quot;y&quot;:-5.352596835406145},{&quot;x&quot;:-1.199683231356403,&quot;y&quot;:6.611373263062762},{&quot;x&quot;:-1.199683231356403,&quot;y&quot;:15.747435257761252},{&quot;x&quot;:-0.3144724228740185,&quot;y&quot;:16.05924913454966},{&quot;x&quot;:2.2571608060654813,&quot;y&quot;:16.05924913454966},{&quot;x&quot;:4.920273973458186,&quot;y&quot;:16.020140265176636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18c0a045-2cb2-43c8-8f58-aa61e2da5c99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9e054938-4962-45fd-abc7-ffde1c8686d9&quot;:{&quot;type&quot;:&quot;FIGURE_OBJECT&quot;,&quot;id&quot;:&quot;9e054938-4962-45fd-abc7-ffde1c8686d9&quot;,&quot;relativeTransform&quot;:{&quot;translate&quot;:{&quot;x&quot;:39.627431281119414,&quot;y&quot;:14.168358973088326},&quot;rotate&quot;:0},&quot;opacity&quot;:1,&quot;path&quot;:{&quot;type&quot;:&quot;POLY_LINE&quot;,&quot;points&quot;:[{&quot;x&quot;:-4.88236211845015,&quot;y&quot;:4.48340500652485},{&quot;x&quot;:-4.8823621184501365,&quot;y&quot;:1.4062980282338577},{&quot;x&quot;:-3.043051742386749,&quot;y&quot;:0.898255576669622},{&quot;x&quot;:-1.6168580403627828,&quot;y&quot;:-0.987825482759411},{&quot;x&quot;:-1.7881021688368754,&quot;y&quot;:-5.476905811849453},{&quot;x&quot;:1.0928073813759864,&quot;y&quot;:-5.476905811849453},{&quot;x&quot;:1.0928073813759864,&quot;y&quot;:1.8751931187511848},{&quot;x&quot;:1.0928073813759864,&quot;y&quot;:6.4100365871100715},{&quot;x&quot;:0.5201780450176148,&quot;y&quot;:6.954034593547557},{&quot;x&quot;:-1.963444207968624,&quot;y&quot;:6.954034593547557},{&quot;x&quot;:-4.9569885482202825,&quot;y&quot;:6.954034593547557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18c0a045-2cb2-43c8-8f58-aa61e2da5c99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afbc69f4-a652-47ba-89b5-69b3a82a3491&quot;:{&quot;type&quot;:&quot;FIGURE_OBJECT&quot;,&quot;id&quot;:&quot;afbc69f4-a652-47ba-89b5-69b3a82a3491&quot;,&quot;relativeTransform&quot;:{&quot;translate&quot;:{&quot;x&quot;:37.691444488007505,&quot;y&quot;:26.248971367766345},&quot;rotate&quot;:-2.775557561562892e-16,&quot;skewX&quot;:1.1102230246251565e-16},&quot;opacity&quot;:1,&quot;path&quot;:{&quot;type&quot;:&quot;RECT&quot;,&quot;size&quot;:{&quot;x&quot;:6.042151580899484,&quot;y&quot;:7.776968010288445},&quot;cornerRounding&quot;:{&quot;type&quot;:&quot;ARC_LENGTH&quot;,&quot;global&quot;:1.0595203113295335},&quot;selectedObjectIds&quot;:[&quot;62022a53-9641-4e2b-87cc-c664408c2993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18c0a045-2cb2-43c8-8f58-aa61e2da5c99&quot;,&quot;order&quot;:&quot;5&quot;}},&quot;725f14b6-a4fd-4e5f-87d8-7835dc7ffe61&quot;:{&quot;type&quot;:&quot;FIGURE_OBJECT&quot;,&quot;id&quot;:&quot;725f14b6-a4fd-4e5f-87d8-7835dc7ffe61&quot;,&quot;relativeTransform&quot;:{&quot;translate&quot;:{&quot;x&quot;:30.57405533210088,&quot;y&quot;:38.745575635814},&quot;rotate&quot;:0},&quot;opacity&quot;:1,&quot;path&quot;:{&quot;type&quot;:&quot;POLY_LINE&quot;,&quot;points&quot;:[{&quot;x&quot;:0,&quot;y&quot;:-12.58014759171294},{&quot;x&quot;:0,&quot;y&quot;:9.015504154535604}],&quot;closed&quot;:false},&quot;pathStyles&quot;:[{&quot;type&quot;:&quot;FILL&quot;,&quot;fillStyle&quot;:&quot;rgba(0,0,0,0)&quot;},{&quot;type&quot;:&quot;STROKE&quot;,&quot;strokeStyle&quot;:&quot;rgba(57, 30, 64, 1)&quot;,&quot;lineWidth&quot;:1.2575695805557754,&quot;lineJoin&quot;:&quot;round&quot;}],&quot;isLocked&quot;:false,&quot;parent&quot;:{&quot;type&quot;:&quot;CHILD&quot;,&quot;parentId&quot;:&quot;93107a25-716e-4d51-ac29-f1eaa173ad0b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314e07d-91e5-4055-919c-24286ad90a05&quot;:{&quot;relativeTransform&quot;:{&quot;translate&quot;:{&quot;x&quot;:162.7918376472403,&quot;y&quot;:166.33994929578125},&quot;rotate&quot;:-1.5707963267948966,&quot;skewX&quot;:0,&quot;scale&quot;:{&quot;x&quot;:1,&quot;y&quot;:1}},&quot;type&quot;:&quot;FIGURE_OBJECT&quot;,&quot;id&quot;:&quot;4314e07d-91e5-4055-919c-24286ad90a05&quot;,&quot;parent&quot;:{&quot;type&quot;:&quot;CHILD&quot;,&quot;parentId&quot;:&quot;33da049f-3882-499c-a8b9-53536cd2c694&quot;,&quot;order&quot;:&quot;999999999752&quot;},&quot;name&quot;:&quot;CD28 (relaxed, editable)&quot;,&quot;displayName&quot;:&quot;CD28 (relaxed, editable)&quot;,&quot;source&quot;:{&quot;id&quot;:&quot;6785667d9d463cd270edb5ac&quot;,&quot;type&quot;:&quot;ASSETS&quot;},&quot;isPremium&quot;:true},&quot;a97071e2-2d04-4ff5-a99c-f09209eaac92&quot;:{&quot;type&quot;:&quot;FIGURE_OBJECT&quot;,&quot;id&quot;:&quot;a97071e2-2d04-4ff5-a99c-f09209eaac92&quot;,&quot;parent&quot;:{&quot;type&quot;:&quot;CHILD&quot;,&quot;parentId&quot;:&quot;4314e07d-91e5-4055-919c-24286ad90a05&quot;,&quot;order&quot;:&quot;2&quot;},&quot;relativeTransform&quot;:{&quot;translate&quot;:{&quot;x&quot;:282.6093049035799,&quot;y&quot;:161.6656304291086},&quot;rotate&quot;:0}},&quot;1e2afbd9-4aa9-4bcc-82a6-fd497b910108&quot;:{&quot;type&quot;:&quot;FIGURE_OBJECT&quot;,&quot;id&quot;:&quot;1e2afbd9-4aa9-4bcc-82a6-fd497b910108&quot;,&quot;relativeTransform&quot;:{&quot;translate&quot;:{&quot;x&quot;:-106.9148934040773,&quot;y&quot;:-30.353398274782972},&quot;rotate&quot;:1.5707963267948966},&quot;opacity&quot;:1,&quot;path&quot;:{&quot;type&quot;:&quot;POLY_LINE&quot;,&quot;points&quot;:[{&quot;x&quot;:0,&quot;y&quot;:2.7489169546482617},{&quot;x&quot;:5.3290957738057766e-17,&quot;y&quot;:9.19190548761096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a97071e2-2d04-4ff5-a99c-f09209eaac92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f93e008-1f45-47b1-a8af-86503a6b0361&quot;:{&quot;type&quot;:&quot;FIGURE_OBJECT&quot;,&quot;id&quot;:&quot;4f93e008-1f45-47b1-a8af-86503a6b0361&quot;,&quot;relativeTransform&quot;:{&quot;translate&quot;:{&quot;x&quot;:-109.38635751700996,&quot;y&quot;:-20.633730002733305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a97071e2-2d04-4ff5-a99c-f09209eaac92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81f9cdc-f08d-4298-ac3c-1c51d00dabfc&quot;:{&quot;type&quot;:&quot;FIGURE_OBJECT&quot;,&quot;id&quot;:&quot;281f9cdc-f08d-4298-ac3c-1c51d00dabfc&quot;,&quot;relativeTransform&quot;:{&quot;translate&quot;:{&quot;x&quot;:-116.10729241296409,&quot;y&quot;:-20.63373000273332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a97071e2-2d04-4ff5-a99c-f09209eaac92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c4913ad-01b6-42dc-b65f-d10fa049f59a&quot;:{&quot;type&quot;:&quot;FIGURE_OBJECT&quot;,&quot;id&quot;:&quot;5c4913ad-01b6-42dc-b65f-d10fa049f59a&quot;,&quot;parent&quot;:{&quot;type&quot;:&quot;CHILD&quot;,&quot;parentId&quot;:&quot;4314e07d-91e5-4055-919c-24286ad90a05&quot;,&quot;order&quot;:&quot;5&quot;},&quot;relativeTransform&quot;:{&quot;translate&quot;:{&quot;x&quot;:282.6093049035799,&quot;y&quot;:161.6656304291086},&quot;rotate&quot;:0}},&quot;82859f8a-f4c9-482f-af89-9804835d6ded&quot;:{&quot;type&quot;:&quot;FIGURE_OBJECT&quot;,&quot;id&quot;:&quot;82859f8a-f4c9-482f-af89-9804835d6ded&quot;,&quot;relativeTransform&quot;:{&quot;translate&quot;:{&quot;x&quot;:-121.6207813646426,&quot;y&quot;:-45.54949456175899},&quot;rotate&quot;:-0.2587658661520138},&quot;opacity&quot;:1,&quot;path&quot;:{&quot;type&quot;:&quot;POLY_LINE&quot;,&quot;points&quot;:[{&quot;x&quot;:5.600105816222395,&quot;y&quot;:11.829623631194034},{&quot;x&quot;:5.600105816222422,&quot;y&quot;:0.026111514007899992},{&quot;x&quot;:5.600105816222426,&quot;y&quot;:2.3065828949754428},{&quot;x&quot;:5.600105816222426,&quot;y&quot;:-0.8019793899876512},{&quot;x&quot;:4.76865027211055,&quot;y&quot;:-1.9563239869970892},{&quot;x&quot;:3.7785120167798216,&quot;y&quot;:-2.500914167526654},{&quot;x&quot;:2.1183956639299013,&quot;y&quot;:-2.98339078043814},{&quot;x&quot;:0.4197416116528999,&quot;y&quot;:-2.489337450935088},{&quot;x&quot;:-0.6554888593855851,&quot;y&quot;:-1.5928016909829772},{&quot;x&quot;:-1.1629303822824026,&quot;y&quot;:-0.4459183769637176},{&quot;x&quot;:-1.162930382282414,&quot;y&quot;:11.886894280195795},{&quot;x&quot;:0.2565250015374202,&quot;y&quot;:12.982836420621139},{&quot;x&quot;:4.035053906208344,&quot;y&quot;:12.919403063337946}],&quot;closed&quot;:true,&quot;cornerRounding&quot;:{&quot;type&quot;:&quot;ARC_LENGTH&quot;,&quot;global&quot;:1.924740574164921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6,&quot;lineJoin&quot;:&quot;round&quot;}],&quot;isLocked&quot;:false,&quot;parent&quot;:{&quot;type&quot;:&quot;CHILD&quot;,&quot;parentId&quot;:&quot;5c4913ad-01b6-42dc-b65f-d10fa049f59a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c831a3ec-0698-4a51-9848-148bb357755f&quot;:{&quot;type&quot;:&quot;FIGURE_OBJECT&quot;,&quot;id&quot;:&quot;c831a3ec-0698-4a51-9848-148bb357755f&quot;,&quot;relativeTransform&quot;:{&quot;translate&quot;:{&quot;x&quot;:-103.9938230012894,&quot;y&quot;:-45.39920486845889},&quot;rotate&quot;:0.25876586615201375},&quot;opacity&quot;:1,&quot;path&quot;:{&quot;type&quot;:&quot;POLY_LINE&quot;,&quot;points&quot;:[{&quot;x&quot;:-5.600105816222394,&quot;y&quot;:11.829623631194034},{&quot;x&quot;:-5.600105816222421,&quot;y&quot;:0.026111514007899985},{&quot;x&quot;:-5.600105816222425,&quot;y&quot;:2.3065828949754428},{&quot;x&quot;:-5.600105816222425,&quot;y&quot;:-0.8019793899876512},{&quot;x&quot;:-4.768650272110549,&quot;y&quot;:-1.9563239869970892},{&quot;x&quot;:-3.778512016779821,&quot;y&quot;:-2.5009141675266537},{&quot;x&quot;:-2.118395663929901,&quot;y&quot;:-2.98339078043814},{&quot;x&quot;:-0.41974161165289986,&quot;y&quot;:-2.4893374509350874},{&quot;x&quot;:0.655488859385585,&quot;y&quot;:-1.5928016909829772},{&quot;x&quot;:1.1629303822824026,&quot;y&quot;:-0.44591837696371744},{&quot;x&quot;:1.1629303822824137,&quot;y&quot;:11.88689428019579},{&quot;x&quot;:-0.25652500153742014,&quot;y&quot;:12.982836420621139},{&quot;x&quot;:-4.0350539062083435,&quot;y&quot;:12.919403063337942}],&quot;closed&quot;:true,&quot;cornerRounding&quot;:{&quot;type&quot;:&quot;ARC_LENGTH&quot;,&quot;global&quot;:1.9247405741649208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57,&quot;lineJoin&quot;:&quot;round&quot;}],&quot;isLocked&quot;:false,&quot;parent&quot;:{&quot;type&quot;:&quot;CHILD&quot;,&quot;parentId&quot;:&quot;5c4913ad-01b6-42dc-b65f-d10fa049f59a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60634ff4-24fe-42aa-b7db-7dda82deafa3&quot;:{&quot;relativeTransform&quot;:{&quot;translate&quot;:{&quot;x&quot;:195.831345890767,&quot;y&quot;:15.285925538573451},&quot;rotate&quot;:-1.570796326794897,&quot;skewX&quot;:0,&quot;scale&quot;:{&quot;x&quot;:1,&quot;y&quot;:1}},&quot;type&quot;:&quot;FIGURE_OBJECT&quot;,&quot;id&quot;:&quot;60634ff4-24fe-42aa-b7db-7dda82deafa3&quot;,&quot;parent&quot;:{&quot;type&quot;:&quot;CHILD&quot;,&quot;parentId&quot;:&quot;33da049f-3882-499c-a8b9-53536cd2c694&quot;,&quot;order&quot;:&quot;999999999712&quot;},&quot;name&quot;:&quot;T cell receptor (TCR, editable)&quot;,&quot;displayName&quot;:&quot;T cell receptor (TCR, editable)&quot;,&quot;source&quot;:{&quot;id&quot;:&quot;678564c616ae62dcc3c388dd&quot;,&quot;type&quot;:&quot;ASSETS&quot;},&quot;isPremium&quot;:true},&quot;7bc06130-a389-4fe1-a759-62c489ddbec3&quot;:{&quot;type&quot;:&quot;FIGURE_OBJECT&quot;,&quot;id&quot;:&quot;7bc06130-a389-4fe1-a759-62c489ddbec3&quot;,&quot;parent&quot;:{&quot;type&quot;:&quot;CHILD&quot;,&quot;parentId&quot;:&quot;60634ff4-24fe-42aa-b7db-7dda82deafa3&quot;,&quot;order&quot;:&quot;2&quot;},&quot;relativeTransform&quot;:{&quot;translate&quot;:{&quot;x&quot;:246.56531316119748,&quot;y&quot;:124.7975588398555},&quot;rotate&quot;:0}},&quot;c730c71a-428f-4003-aaab-c4dae4da1d5c&quot;:{&quot;type&quot;:&quot;FIGURE_OBJECT&quot;,&quot;id&quot;:&quot;c730c71a-428f-4003-aaab-c4dae4da1d5c&quot;,&quot;relativeTransform&quot;:{&quot;translate&quot;:{&quot;x&quot;:-194.04057101344017,&quot;y&quot;:-27.66280525357906},&quot;rotate&quot;:1.5707963267948966},&quot;opacity&quot;:1,&quot;path&quot;:{&quot;type&quot;:&quot;POLY_LINE&quot;,&quot;points&quot;:[{&quot;x&quot;:0,&quot;y&quot;:3.185461019296168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7bc06130-a389-4fe1-a759-62c489ddbec3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6b3a44f-3fc6-4516-baf5-1613e2b13085&quot;:{&quot;type&quot;:&quot;FIGURE_OBJECT&quot;,&quot;id&quot;:&quot;a6b3a44f-3fc6-4516-baf5-1613e2b13085&quot;,&quot;relativeTransform&quot;:{&quot;translate&quot;:{&quot;x&quot;:-196.5593750603453,&quot;y&quot;:-17.919678603489075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7bc06130-a389-4fe1-a759-62c489ddbec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c188711-b934-4da8-b995-34816d310db0&quot;:{&quot;type&quot;:&quot;FIGURE_OBJECT&quot;,&quot;id&quot;:&quot;2c188711-b934-4da8-b995-34816d310db0&quot;,&quot;relativeTransform&quot;:{&quot;translate&quot;:{&quot;x&quot;:-203.41113012615472,&quot;y&quot;:-17.919678603489082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7bc06130-a389-4fe1-a759-62c489ddbec3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0bed5bb-7d50-49d4-9606-8b1aa214b6fc&quot;:{&quot;type&quot;:&quot;FIGURE_OBJECT&quot;,&quot;id&quot;:&quot;80bed5bb-7d50-49d4-9606-8b1aa214b6fc&quot;,&quot;parent&quot;:{&quot;type&quot;:&quot;CHILD&quot;,&quot;parentId&quot;:&quot;60634ff4-24fe-42aa-b7db-7dda82deafa3&quot;,&quot;order&quot;:&quot;5&quot;},&quot;relativeTransform&quot;:{&quot;translate&quot;:{&quot;x&quot;:246.56531316119748,&quot;y&quot;:124.7975588398555},&quot;rotate&quot;:0}},&quot;fd81900c-023b-48eb-ab3b-7c38014b1730&quot;:{&quot;type&quot;:&quot;FIGURE_OBJECT&quot;,&quot;id&quot;:&quot;fd81900c-023b-48eb-ab3b-7c38014b1730&quot;,&quot;relativeTransform&quot;:{&quot;translate&quot;:{&quot;x&quot;:-201.44277911506526,&quot;y&quot;:-54.0822541706165},&quot;rotate&quot;:0},&quot;opacity&quot;:1,&quot;path&quot;:{&quot;type&quot;:&quot;POLY_LINE&quot;,&quot;points&quot;:[{&quot;x&quot;:-4.847792123192965,&quot;y&quot;:10.680881779587171},{&quot;x&quot;:-4.847792123192948,&quot;y&quot;:-3.0998193577541113},{&quot;x&quot;:-3.998222077873082,&quot;y&quot;:-2.5150299791166355},{&quot;x&quot;:-2.8917727025507487,&quot;y&quot;:-2.5150299791166355},{&quot;x&quot;:-1.7844521648724272,&quot;y&quot;:-2.8267521496853454},{&quot;x&quot;:-1.1632503051999632,&quot;y&quot;:-3.400746848321626},{&quot;x&quot;:-1.1632503051999656,&quot;y&quot;:-3.8481393652652036},{&quot;x&quot;:-0.6688774049193605,&quot;y&quot;:-2.8859200516107086},{&quot;x&quot;:0.3822620098962903,&quot;y&quot;:-2.351499350243029},{&quot;x&quot;:1.0067032538419647,&quot;y&quot;:-2.351499350243028},{&quot;x&quot;: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b4e3ad1a-45a1-4f24-8f55-b51976f21aad&quot;:{&quot;type&quot;:&quot;FIGURE_OBJECT&quot;,&quot;id&quot;:&quot;b4e3ad1a-45a1-4f24-8f55-b51976f21aad&quot;,&quot;relativeTransform&quot;:{&quot;translate&quot;:{&quot;x&quot;:-198.42251120695826,&quot;y&quot;:-54.0822541706165},&quot;rotate&quot;:-2.4492935982947064e-16},&quot;opacity&quot;:1,&quot;path&quot;:{&quot;type&quot;:&quot;POLY_LINE&quot;,&quot;points&quot;:[{&quot;x&quot;:4.847792123192965,&quot;y&quot;:10.680881779587171},{&quot;x&quot;:4.847792123192948,&quot;y&quot;:-3.0998193577541113},{&quot;x&quot;:3.998222077873082,&quot;y&quot;:-2.5150299791166355},{&quot;x&quot;:2.8917727025507487,&quot;y&quot;:-2.5150299791166355},{&quot;x&quot;:1.7844521648724272,&quot;y&quot;:-2.8267521496853454},{&quot;x&quot;:1.1632503051999632,&quot;y&quot;:-3.400746848321626},{&quot;x&quot;:1.1632503051999656,&quot;y&quot;:-3.8481393652652036},{&quot;x&quot;:0.6688774049193605,&quot;y&quot;:-2.8859200516107086},{&quot;x&quot;:-0.3822620098962903,&quot;y&quot;:-2.351499350243029},{&quot;x&quot;:-1.0067032538419647,&quot;y&quot;:-2.351499350243028},{&quot;x&quot;:-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0fdab7eb-d093-4d23-9201-c46d31638d28&quot;:{&quot;type&quot;:&quot;FIGURE_OBJECT&quot;,&quot;id&quot;:&quot;0fdab7eb-d093-4d23-9201-c46d31638d28&quot;,&quot;relativeTransform&quot;:{&quot;translate&quot;:{&quot;x&quot;:-201.44925733804794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56f45a42-cc5b-4fca-ac65-eca03b2fc5cc&quot;:{&quot;type&quot;:&quot;FIGURE_OBJECT&quot;,&quot;id&quot;:&quot;56f45a42-cc5b-4fca-ac65-eca03b2fc5cc&quot;,&quot;relativeTransform&quot;:{&quot;translate&quot;:{&quot;x&quot;:-194.58789846667003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1&quot;},&quot;connectorInfo&quot;:{&quot;connectedObjects&quot;:[],&quot;type&quot;:&quot;ELBOW&quot;,&quot;offset&quot;:{&quot;x&quot;:0,&quot;y&quot;:0},&quot;bending&quot;:0.1,&quot;firstElementIsHead&quot;:true,&quot;customized&quot;:true}},&quot;e9342754-6f3d-4c0f-844e-207ed188d019&quot;:{&quot;relativeTransform&quot;:{&quot;translate&quot;:{&quot;x&quot;:705.3993666458797,&quot;y&quot;:89.2476753866514},&quot;rotate&quot;:0,&quot;skewX&quot;:0,&quot;scale&quot;:{&quot;x&quot;:1,&quot;y&quot;:1}},&quot;type&quot;:&quot;FIGURE_OBJECT&quot;,&quot;id&quot;:&quot;e9342754-6f3d-4c0f-844e-207ed188d019&quot;,&quot;parent&quot;:{&quot;type&quot;:&quot;CHILD&quot;,&quot;parentId&quot;:&quot;33da049f-3882-499c-a8b9-53536cd2c694&quot;,&quot;order&quot;:&quot;999999999705&quot;},&quot;name&quot;:&quot;Lymphocyte (editable)&quot;,&quot;displayName&quot;:&quot;Lymphocyte (editable)&quot;,&quot;source&quot;:{&quot;id&quot;:&quot;672e538830331cf63e86a430&quot;,&quot;type&quot;:&quot;ASSETS&quot;},&quot;isPremium&quot;:true,&quot;opacity&quot;:1},&quot;2ba87e7e-c576-4373-89fb-d1b6923ce565&quot;:{&quot;type&quot;:&quot;FIGURE_OBJECT&quot;,&quot;id&quot;:&quot;2ba87e7e-c576-4373-89fb-d1b6923ce565&quot;,&quot;path&quot;:{&quot;type&quot;:&quot;POLY_LINE&quot;,&quot;points&quot;:[{&quot;x&quot;:-158.50910844034806,&quot;y&quot;:-89.68687636643448},{&quot;x&quot;:-133.62555781528252,&quot;y&quot;:-79.58281834258551},{&quot;x&quot;:-126.59982895233603,&quot;y&quot;:-54.899015352406934},{&quot;x&quot;:-138.67964642204066,&quot;y&quot;:-35.44132605305037},{&quot;x&quot;:-165.8126857384198,&quot;y&quot;:-32.159017421020785},{&quot;x&quot;:-184.539329504351,&quot;y&quot;:-50.51587626894019},{&quot;x&quot;:-180.8217991210014,&quot;y&quot;:-78.037452136230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38, 203, 219, 1)&quot;},{&quot;type&quot;:&quot;STROKE&quot;,&quot;strokeStyle&quot;:&quot;rgba(124, 196, 213, 1)&quot;,&quot;lineWidth&quot;:1.0026093817495383,&quot;lineJoin&quot;:&quot;round&quot;}],&quot;relativeTransform&quot;:{&quot;translate&quot;:{&quot;x&quot;:-194.32463991196866,&quot;y&quot;:-52.065018761250776},&quot;rotate&quot;:1.110223024625157e-16},&quot;parent&quot;:{&quot;type&quot;:&quot;CHILD&quot;,&quot;parentId&quot;:&quot;e9342754-6f3d-4c0f-844e-207ed188d019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236605a5-e2e6-49bb-8bc3-ad414e3d3206&quot;:{&quot;type&quot;:&quot;FIGURE_OBJECT&quot;,&quot;id&quot;:&quot;236605a5-e2e6-49bb-8bc3-ad414e3d3206&quot;,&quot;path&quot;:{&quot;type&quot;:&quot;POLY_LINE&quot;,&quot;points&quot;:[{&quot;x&quot;:-249.51472324833918,&quot;y&quot;:-151.0678901080881},{&quot;x&quot;:-211.98224794410518,&quot;y&quot;:-132.8604416393155},{&quot;x&quot;:-202.1384632849402,&quot;y&quot;:-91.4622187466248},{&quot;x&quot;:-221.4259754427013,&quot;y&quot;:-59.04554563185669},{&quot;x&quot;:-264.7485527088023,&quot;y&quot;:-53.577191998015735},{&quot;x&quot;:-296.0228728071275,&quot;y&quot;:-87.18267961536712},{&quot;x&quot;:-288.7131910462422,&quot;y&quot;:-130.01104795589472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76, 222, 229, 1)&quot;},{&quot;type&quot;:&quot;STROKE&quot;,&quot;strokeStyle&quot;:&quot;rgba(70, 146, 176, 1)&quot;,&quot;lineWidth&quot;:1.5039140726243074,&quot;lineJoin&quot;:&quot;round&quot;}],&quot;relativeTransform&quot;:{&quot;translate&quot;:{&quot;x&quot;:-106.16644025179065,&quot;y&quot;:-15.431147351751141},&quot;rotate&quot;:1.110223024625157e-16},&quot;parent&quot;:{&quot;type&quot;:&quot;CHILD&quot;,&quot;parentId&quot;:&quot;e9342754-6f3d-4c0f-844e-207ed188d019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eb9a1d3a-c75c-437c-bd9d-8e8a947dcf67&quot;:{&quot;relativeTransform&quot;:{&quot;translate&quot;:{&quot;x&quot;:606.1721035545206,&quot;y&quot;:-337.93539139325594},&quot;rotate&quot;:-1.074187321342002,&quot;skewX&quot;:0,&quot;scale&quot;:{&quot;x&quot;:1,&quot;y&quot;:1}},&quot;type&quot;:&quot;FIGURE_OBJECT&quot;,&quot;id&quot;:&quot;eb9a1d3a-c75c-437c-bd9d-8e8a947dcf67&quot;,&quot;parent&quot;:{&quot;type&quot;:&quot;CHILD&quot;,&quot;parentId&quot;:&quot;33da049f-3882-499c-a8b9-53536cd2c694&quot;,&quot;order&quot;:&quot;99999999971&quot;},&quot;name&quot;:&quot;Dendritic cell (editable)&quot;,&quot;displayName&quot;:&quot;Dendritic cell (editable)&quot;,&quot;source&quot;:{&quot;id&quot;:&quot;672e54a238b8c0fd46925877&quot;,&quot;type&quot;:&quot;ASSETS&quot;},&quot;isPremium&quot;:true,&quot;opacity&quot;:1},&quot;0cae1e25-bf73-4f0b-98db-8f62b9c4a674&quot;:{&quot;type&quot;:&quot;FIGURE_OBJECT&quot;,&quot;id&quot;:&quot;0cae1e25-bf73-4f0b-98db-8f62b9c4a674&quot;,&quot;path&quot;:{&quot;type&quot;:&quot;POLY_LINE&quot;,&quot;points&quot;:[{&quot;x&quot;:-421.3982126718027,&quot;y&quot;:-30.690514864300912},{&quot;x&quot;:-410.5545377127192,&quot;y&quot;:-40.8866197365013},{&quot;x&quot;:-411.13152858695145,&quot;y&quot;:-46.275208794320335},{&quot;x&quot;:-420.4867174213834,&quot;y&quot;:-60.98196159564586},{&quot;x&quot;:-423.11847912433194,&quot;y&quot;:-71.80883083534783},{&quot;x&quot;:-420.51351435576777,&quot;y&quot;:-73.30906034429817},{&quot;x&quot;:-414.0496528141753,&quot;y&quot;:-62.25284322673054},{&quot;x&quot;:-408.71982017552773,&quot;y&quot;:-53.96140256359252},{&quot;x&quot;:-404.1321351538668,&quot;y&quot;:-46.393123517544524},{&quot;x&quot;:-398.89916900772397,&quot;y&quot;:-43.60140679801547},{&quot;x&quot;:-386.3827322533442,&quot;y&quot;:-42.760368387234905},{&quot;x&quot;:-376.3325567488882,&quot;y&quot;:-41.05708306090987},{&quot;x&quot;:-369.8566466281908,&quot;y&quot;:-42.70141085994308},{&quot;x&quot;:-361.60436237841725,&quot;y&quot;:-51.04425807474345},{&quot;x&quot;:-355.96009964192825,&quot;y&quot;:-58.246518567843935},{&quot;x&quot;:-350.44534126184544,&quot;y&quot;:-64.94306328483314},{&quot;x&quot;:-343.2939691805528,&quot;y&quot;:-69.66050139333886},{&quot;x&quot;:-341.13350284629183,&quot;y&quot;:-66.41229153317381},{&quot;x&quot;:-346.784552223587,&quot;y&quot;:-59.833544810474876},{&quot;x&quot;:-351.9140929813849,&quot;y&quot;:-54.120222097211254},{&quot;x&quot;:-355.7561488354013,&quot;y&quot;:-49.23866271415216},{&quot;x&quot;:-360.8562204563974,&quot;y&quot;:-38.68901883217042},{&quot;x&quot;:-360.36772959405886,&quot;y&quot;:-30.26486915520334},{&quot;x&quot;:-358.81915598326657,&quot;y&quot;:-23.09315418007949},{&quot;x&quot;:-353.17790196181596,&quot;y&quot;:-13.533336825744875},{&quot;x&quot;:-337.72610223986743,&quot;y&quot;:-11.496599538177293},{&quot;x&quot;:-339.26542302652456,&quot;y&quot;:-7.745209182082103},{&quot;x&quot;:-347.7003111124678,&quot;y&quot;:-4.7814902266724575},{&quot;x&quot;:-356.4794616807073,&quot;y&quot;:9.192837557622862},{&quot;x&quot;:-366.00625531673575,&quot;y&quot;:27.63920325712998},{&quot;x&quot;:-367.53132000263946,&quot;y&quot;:36.90372231805447},{&quot;x&quot;:-362.9018113321622,&quot;y&quot;:47.90479796036757},{&quot;x&quot;:-373.4136957342401,&quot;y&quot;:40.49147298085376},{&quot;x&quot;:-382.9191299759653,&quot;y&quot;:36.59107576126938},{&quot;x&quot;:-397.49158862146425,&quot;y&quot;:37.217251929088825},{&quot;x&quot;:-410.7168966699812,&quot;y&quot;:34.13247904335203},{&quot;x&quot;:-426.3984023709719,&quot;y&quot;:38.430191393470686},{&quot;x&quot;:-426.1663037742228,&quot;y&quot;:31.804702129826},{&quot;x&quot;:-427.1462430639236,&quot;y&quot;:22.241471198554844},{&quot;x&quot;:-431.73066784857554,&quot;y&quot;:14.368311337760831},{&quot;x&quot;:-435.12530493934014,&quot;y&quot;:-9.344662571970476},{&quot;x&quot;:-443.2312128258238,&quot;y&quot;:-10.091505335326673},{&quot;x&quot;:-443.0249045465949,&quot;y&quot;:-14.434330475624645},{&quot;x&quot;:-433.6444714739076,&quot;y&quot;:-17.997895115014753},{&quot;x&quot;:-426.8074601925492,&quot;y&quot;:-23.906282802981575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51,&quot;lineJoin&quot;:&quot;round&quot;}],&quot;relativeTransform&quot;:{&quot;translate&quot;:{&quot;x&quot;:-845.1251316315453,&quot;y&quot;:-68.40562359297834},&quot;rotate&quot;:2.7522100289842553},&quot;parent&quot;:{&quot;type&quot;:&quot;CHILD&quot;,&quot;parentId&quot;:&quot;eb9a1d3a-c75c-437c-bd9d-8e8a947dcf67&quot;,&quot;order&quot;:&quot;1&quot;},&quot;connectorInfo&quot;:{&quot;connectedObjects&quot;:[],&quot;type&quot;:&quot;CUBIC&quot;,&quot;offset&quot;:{&quot;x&quot;:0,&quot;y&quot;:0},&quot;bending&quot;:0.1,&quot;firstElementIsHead&quot;:true,&quot;customized&quot;:true},&quot;opacity&quot;:0.45},&quot;3dcd52a8-7f00-42b4-899d-6882b599307a&quot;:{&quot;type&quot;:&quot;FIGURE_OBJECT&quot;,&quot;id&quot;:&quot;3dcd52a8-7f00-42b4-899d-6882b599307a&quot;,&quot;path&quot;:{&quot;type&quot;:&quot;POLY_LINE&quot;,&quot;points&quot;:[{&quot;x&quot;:-419.62822156715873,&quot;y&quot;:-31.909970288148507},{&quot;x&quot;:-410.55453771271954,&quot;y&quot;:-40.88661973650129},{&quot;x&quot;:-412.4243594830678,&quot;y&quot;:-46.177798318006},{&quot;x&quot;:-418.4030307663526,&quot;y&quot;:-57.21411271445335},{&quot;x&quot;:-421.7957269284105,&quot;y&quot;:-68.17440615609367},{&quot;x&quot;:-418.4893429590799,&quot;y&quot;:-69.8712596092163},{&quot;x&quot;:-413.22321716905657,&quot;y&quot;:-61.37402806819363},{&quot;x&quot;:-408.2027003147188,&quot;y&quot;:-52.747106404427505},{&quot;x&quot;:-402.90073433048224,&quot;y&quot;:-45.42825383482874},{&quot;x&quot;:-398.89916900772425,&quot;y&quot;:-43.601406798015454},{&quot;x&quot;:-386.4121292932898,&quot;y&quot;:-43.033475557250966},{&quot;x&quot;:-376.33255674888846,&quot;y&quot;:-41.057083060909854},{&quot;x&quot;:-371.4864451126912,&quot;y&quot;:-39.55694539178027},{&quot;x&quot;:-368.6361981736268,&quot;y&quot;:-40.346335969607594},{&quot;x&quot;:-361.6043623784175,&quot;y&quot;:-51.04425807474344},{&quot;x&quot;:-355.9600996419284,&quot;y&quot;:-58.24651856784392},{&quot;x&quot;:-350.37184866198226,&quot;y&quot;:-64.26029535979309},{&quot;x&quot;:-346.3066818612372,&quot;y&quot;:-66.84977238385055},{&quot;x&quot;:-343.90250539690555,&quot;y&quot;:-63.90406673364683},{&quot;x&quot;:-346.7845522235873,&quot;y&quot;:-59.83354481047486},{&quot;x&quot;:-351.9140929813852,&quot;y&quot;:-54.12022209721123},{&quot;x&quot;:-355.75614883540146,&quot;y&quot;:-49.23866271415215},{&quot;x&quot;:-360.8562204563976,&quot;y&quot;:-38.689018832170404},{&quot;x&quot;:-360.11975255873443,&quot;y&quot;:-31.811054150209532},{&quot;x&quot;:-355.0606143923979,&quot;y&quot;:-26.67484223444399},{&quot;x&quot;:-346.6249311653838,&quot;y&quot;:-27.578105071464098},{&quot;x&quot;:-334.6538136364108,&quot;y&quot;:-31.678861269541493},{&quot;x&quot;:-321.57741497781956,&quot;y&quot;:-37.71995909463898},{&quot;x&quot;:-328.7870991371029,&quot;y&quot;:-27.443996398693944},{&quot;x&quot;:-349.9284318078885,&quot;y&quot;:-16.33852094622144},{&quot;x&quot;:-349.7999840841832,&quot;y&quot;:-15.138931785680505},{&quot;x&quot;:-347.78279894004675,&quot;y&quot;:-9.02993585185143},{&quot;x&quot;:-345.2499287687683,&quot;y&quot;:6.839286344807465},{&quot;x&quot;:-340.18145758706726,&quot;y&quot;:9.536440099720824},{&quot;x&quot;:-324.5539751561709,&quot;y&quot;:13.24672145396947},{&quot;x&quot;:-315.91762189827193,&quot;y&quot;:21.027983813001704},{&quot;x&quot;:-331.25597340110386,&quot;y&quot;:18.222415369585953},{&quot;x&quot;:-347.6786612210261,&quot;y&quot;:17.395101484201685},{&quot;x&quot;:-355.9159885461157,&quot;y&quot;:26.41495919414408},{&quot;x&quot;:-362.0606427918113,&quot;y&quot;:33.828419949057874},{&quot;x&quot;:-369.25629754556195,&quot;y&quot;:38.919289288740785},{&quot;x&quot;:-381.96881933132,&quot;y&quot;:43.556690845735},{&quot;x&quot;:-397.16632337785495,&quot;y&quot;:44.089026739407515},{&quot;x&quot;:-406.0730545099799,&quot;y&quot;:41.39882501643288},{&quot;x&quot;:-415.7086874311765,&quot;y&quot;:39.09013456251531},{&quot;x&quot;:-430.6543325438311,&quot;y&quot;:50.2045133394131},{&quot;x&quot;:-436.8382515265468,&quot;y&quot;:60.789658747599105},{&quot;x&quot;:-439.7747764334564,&quot;y&quot;:59.401801449641596},{&quot;x&quot;:-437.524692981061,&quot;y&quot;:49.46203723666013},{&quot;x&quot;:-424.0991083459994,&quot;y&quot;:31.576022625859892},{&quot;x&quot;:-428.90247424380146,&quot;y&quot;:21.32542475816274},{&quot;x&quot;:-431.7306678485758,&quot;y&quot;:14.368311337760828},{&quot;x&quot;:-434.5146031067852,&quot;y&quot;:2.745545508598002},{&quot;x&quot;:-439.8909731677472,&quot;y&quot;:-1.6745586075858343},{&quot;x&quot;:-447.60756355237754,&quot;y&quot;:-3.266195185969266},{&quot;x&quot;:-456.73515190180734,&quot;y&quot;:-2.2888456191606346},{&quot;x&quot;:-466.6844924220175,&quot;y&quot;:-0.2580962205484225},{&quot;x&quot;:-469.0488274529739,&quot;y&quot;:-2.13204335266561},{&quot;x&quot;:-465.57647214783276,&quot;y&quot;:-6.4541240772798405},{&quot;x&quot;:-450.1905890914895,&quot;y&quot;:-9.318670677335227},{&quot;x&quot;:-434.9578492503944,&quot;y&quot;:-10.94973806502405},{&quot;x&quot;:-431.92464258192564,&quot;y&quot;:-14.887606781233524},{&quot;x&quot;:-425.494422421836,&quot;y&quot;:-26.51755076137497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6,&quot;lineJoin&quot;:&quot;round&quot;}],&quot;relativeTransform&quot;:{&quot;translate&quot;:{&quot;x&quot;:-91.70937951828263,&quot;y&quot;:-173.74672274849542},&quot;rotate&quot;:0.10666999806263862},&quot;parent&quot;:{&quot;type&quot;:&quot;CHILD&quot;,&quot;parentId&quot;:&quot;eb9a1d3a-c75c-437c-bd9d-8e8a947dcf67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e8d3ebd4-ddbf-4a64-afdd-6918d52cc642&quot;:{&quot;type&quot;:&quot;FIGURE_OBJECT&quot;,&quot;id&quot;:&quot;e8d3ebd4-ddbf-4a64-afdd-6918d52cc642&quot;,&quot;path&quot;:{&quot;type&quot;:&quot;POLY_LINE&quot;,&quot;points&quot;:[{&quot;x&quot;:-125.26686288615215,&quot;y&quot;:-60.06080193490865},{&quot;x&quot;:-105.60184580958604,&quot;y&quot;:-53.29439583074495},{&quot;x&quot;:-100.04954018620786,&quot;y&quot;:-36.76434079419491},{&quot;x&quot;:-114.94780164402825,&quot;y&quot;:-24.525669999451225},{&quot;x&quot;:-135.28535765124292,&quot;y&quot;:-19.974658412543103},{&quot;x&quot;:-145.83807273651723,&quot;y&quot;:-33.829074688263546},{&quot;x&quot;:-137.8404856236648,&quot;y&quot;:-52.9464060514508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49, 147, 199, 1)&quot;},{&quot;type&quot;:&quot;STROKE&quot;,&quot;strokeStyle&quot;:&quot;rgba(127, 123, 169, 1)&quot;,&quot;lineWidth&quot;:0.8193319798249641,&quot;lineJoin&quot;:&quot;round&quot;}],&quot;relativeTransform&quot;:{&quot;translate&quot;:{&quot;x&quot;:-356.80063285071566,&quot;y&quot;:-194.4673811624692},&quot;rotate&quot;:-0.09822548199301405},&quot;parent&quot;:{&quot;type&quot;:&quot;CHILD&quot;,&quot;parentId&quot;:&quot;eb9a1d3a-c75c-437c-bd9d-8e8a947dcf67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0717faa6-f556-485e-8f05-75fbe6d5fb39&quot;:{&quot;type&quot;:&quot;FIGURE_OBJECT&quot;,&quot;id&quot;:&quot;0717faa6-f556-485e-8f05-75fbe6d5fb39&quot;,&quot;relativeTransform&quot;:{&quot;translate&quot;:{&quot;x&quot;:278.00452427224093,&quot;y&quot;:-55.133643222096396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,&quot;range&quot;:[0,2]}],&quot;text&quot;:&quot;CD8&quot;,&quot;base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6.15404367789726,&quot;y&quot;:7.783653808337157},&quot;targetSize&quot;:{&quot;x&quot;:16.15404367789726,&quot;y&quot;:7.783653808337157},&quot;format&quot;:&quot;BETTER_TEXT&quot;,&quot;verticalAlign&quot;:&quot;TOP&quot;},&quot;isLocked&quot;:false,&quot;parent&quot;:{&quot;type&quot;:&quot;CHILD&quot;,&quot;parentId&quot;:&quot;33da049f-3882-499c-a8b9-53536cd2c694&quot;,&quot;order&quot;:&quot;99999999975&quot;}},&quot;9068b4a4-bca7-468c-9536-5685aaa80105&quot;:{&quot;type&quot;:&quot;FIGURE_OBJECT&quot;,&quot;id&quot;:&quot;9068b4a4-bca7-468c-9536-5685aaa80105&quot;,&quot;relativeTransform&quot;:{&quot;translate&quot;:{&quot;x&quot;:278.00452427224093,&quot;y&quot;:-18.856081151386434},&quot;rotate&quot;:-2.443460952792061e-16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,&quot;range&quot;:[0,2]}],&quot;text&quot;:&quot;TCR&quot;,&quot;base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9.354590169162464,&quot;y&quot;:7.7836538083371565},&quot;targetSize&quot;:{&quot;x&quot;:29.354590169162464,&quot;y&quot;:7.7836538083371565},&quot;format&quot;:&quot;BETTER_TEXT&quot;,&quot;verticalAlign&quot;:&quot;TOP&quot;},&quot;isLocked&quot;:false,&quot;parent&quot;:{&quot;type&quot;:&quot;CHILD&quot;,&quot;parentId&quot;:&quot;33da049f-3882-499c-a8b9-53536cd2c694&quot;,&quot;order&quot;:&quot;99999999974&quot;}},&quot;5cf46666-9d40-41d6-8e40-8ebbafee8c8e&quot;:{&quot;type&quot;:&quot;FIGURE_OBJECT&quot;,&quot;id&quot;:&quot;5cf46666-9d40-41d6-8e40-8ebbafee8c8e&quot;,&quot;relativeTransform&quot;:{&quot;translate&quot;:{&quot;x&quot;:294.94216462517255,&quot;y&quot;:9.096247984141655},&quot;rotate&quot;:-2.443460952792061e-16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,&quot;range&quot;:[0,3]}],&quot;text&quot;:&quot;CD28&quot;,&quot;base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9.354590169162467,&quot;y&quot;:7.783653808337157},&quot;targetSize&quot;:{&quot;x&quot;:29.354590169162467,&quot;y&quot;:7.783653808337157},&quot;format&quot;:&quot;BETTER_TEXT&quot;,&quot;verticalAlign&quot;:&quot;TOP&quot;},&quot;isLocked&quot;:false,&quot;parent&quot;:{&quot;type&quot;:&quot;CHILD&quot;,&quot;parentId&quot;:&quot;33da049f-3882-499c-a8b9-53536cd2c694&quot;,&quot;order&quot;:&quot;999999999735&quot;}},&quot;8a7a4d6e-2863-432f-baf0-0bf401b01298&quot;:{&quot;type&quot;:&quot;FIGURE_OBJECT&quot;,&quot;id&quot;:&quot;8a7a4d6e-2863-432f-baf0-0bf401b01298&quot;,&quot;relativeTransform&quot;:{&quot;translate&quot;:{&quot;x&quot;:260.5302214725241,&quot;y&quot;:9.02086944199769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,&quot;range&quot;:[0,3]}],&quot;text&quot;:&quot;CD80&quot;,&quot;baseStyle&quot;:{&quot;fontFamily&quot;:&quot;Roboto&quot;,&quot;fontSize&quot;:6.5546558385997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9.354590169162464,&quot;y&quot;:7.7836538083371565},&quot;targetSize&quot;:{&quot;x&quot;:29.354590169162464,&quot;y&quot;:7.7836538083371565},&quot;format&quot;:&quot;BETTER_TEXT&quot;,&quot;verticalAlign&quot;:&quot;TOP&quot;},&quot;isLocked&quot;:false,&quot;parent&quot;:{&quot;type&quot;:&quot;CHILD&quot;,&quot;parentId&quot;:&quot;33da049f-3882-499c-a8b9-53536cd2c694&quot;,&quot;order&quot;:&quot;99999999973&quot;}},&quot;f4e9d759-db17-46f9-b750-f2b4e28a0749&quot;:{&quot;type&quot;:&quot;FIGURE_OBJECT&quot;,&quot;id&quot;:&quot;f4e9d759-db17-46f9-b750-f2b4e28a0749&quot;,&quot;relativeTransform&quot;:{&quot;translate&quot;:{&quot;x&quot;:251.9941460709798,&quot;y&quot;:-18.856081151386434},&quot;rotate&quot;:-2.443460952792061e-16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,&quot;range&quot;:[0,4]}],&quot;text&quot;:&quot;MHC-I&quot;,&quot;baseStyle&quot;:{&quot;fontFamily&quot;:&quot;Roboto&quot;,&quot;fontSize&quot;:6.554655838599711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1.108032736671017,&quot;y&quot;:7.783653808337157},&quot;targetSize&quot;:{&quot;x&quot;:21.108032736671017,&quot;y&quot;:7.783653808337157},&quot;format&quot;:&quot;BETTER_TEXT&quot;,&quot;verticalAlign&quot;:&quot;TOP&quot;},&quot;isLocked&quot;:false,&quot;parent&quot;:{&quot;type&quot;:&quot;CHILD&quot;,&quot;parentId&quot;:&quot;33da049f-3882-499c-a8b9-53536cd2c694&quot;,&quot;order&quot;:&quot;999999999725&quot;}},&quot;ab31f275-1451-4d70-8bdc-5e858b41036c&quot;:{&quot;type&quot;:&quot;FIGURE_OBJECT&quot;,&quot;id&quot;:&quot;ab31f275-1451-4d70-8bdc-5e858b41036c&quot;,&quot;relativeTransform&quot;:{&quot;translate&quot;:{&quot;x&quot;:354.39609979266805,&quot;y&quot;:-106.14187777648606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1.333333333333332,&quot;color&quot;:&quot;rgba(23,23,23,1)&quot;,&quot;fontWeight&quot;:&quot;bold&quot;,&quot;fontStyle&quot;:&quot;normal&quot;,&quot;decoration&quot;:&quot;none&quot;,&quot;script&quot;:&quot;none&quot;},&quot;range&quot;:[0,15]}],&quot;text&quot;:&quot;Cytotoxic T cell&quot;}],&quot;verticalAlign&quot;:&quot;TOP&quot;,&quot;_lastCaretLocation&quot;:{&quot;lineIndex&quot;:0,&quot;runIndex&quot;:-1,&quot;charIndex&quot;:-1,&quot;endOfLine&quot;:true}},&quot;size&quot;:{&quot;x&quot;:84.5591873234501,&quot;y&quot;:14},&quot;targetSize&quot;:{&quot;x&quot;:84.5591873234501,&quot;y&quot;:10.241649747812048},&quot;format&quot;:&quot;BETTER_TEXT&quot;,&quot;verticalAlign&quot;:&quot;TOP&quot;},&quot;isLocked&quot;:false,&quot;parent&quot;:{&quot;type&quot;:&quot;CHILD&quot;,&quot;parentId&quot;:&quot;33da049f-3882-499c-a8b9-53536cd2c694&quot;,&quot;order&quot;:&quot;999999999722&quot;}},&quot;0d861d29-9966-45c7-a233-4778a86312aa&quot;:{&quot;type&quot;:&quot;FIGURE_OBJECT&quot;,&quot;id&quot;:&quot;0d861d29-9966-45c7-a233-4778a86312aa&quot;,&quot;relativeTransform&quot;:{&quot;translate&quot;:{&quot;x&quot;:183.03416431849217,&quot;y&quot;:-99.14144329065643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1.333333333333332,&quot;color&quot;:&quot;rgba(23,23,23,1)&quot;,&quot;fontWeight&quot;:&quot;bold&quot;,&quot;fontStyle&quot;:&quot;normal&quot;,&quot;decoration&quot;:&quot;none&quot;,&quot;script&quot;:&quot;none&quot;},&quot;range&quot;:[0,13]}],&quot;text&quot;:&quot;Dendritic cell&quot;,&quot;baseStyle&quot;:{&quot;fontFamily&quot;:&quot;Roboto&quot;,&quot;fontSize&quot;:11.333333333333332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79.50539496814518,&quot;y&quot;:28},&quot;targetSize&quot;:{&quot;x&quot;:79.50539496814518,&quot;y&quot;:28},&quot;format&quot;:&quot;BETTER_TEXT&quot;,&quot;verticalAlign&quot;:&quot;TOP&quot;},&quot;isLocked&quot;:false,&quot;parent&quot;:{&quot;type&quot;:&quot;CHILD&quot;,&quot;parentId&quot;:&quot;33da049f-3882-499c-a8b9-53536cd2c694&quot;,&quot;order&quot;:&quot;99999999972&quot;}},&quot;a71715bb-40c3-4edb-812e-fdd62f82fabb&quot;:{&quot;type&quot;:&quot;FIGURE_OBJECT&quot;,&quot;id&quot;:&quot;a71715bb-40c3-4edb-812e-fdd62f82fabb&quot;,&quot;relativeTransform&quot;:{&quot;translate&quot;:{&quot;x&quot;:-55.05938497879424,&quot;y&quot;:-10.66399932686495},&quot;rotate&quot;:0,&quot;skewX&quot;:0,&quot;scale&quot;:{&quot;x&quot;:1,&quot;y&quot;:1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7&quot;},&quot;connectorInfo&quot;:{&quot;type&quot;:&quot;LINE&quot;,&quot;offset&quot;:{&quot;x&quot;:0,&quot;y&quot;:0},&quot;bending&quot;:0.1,&quot;customized&quot;:false}},&quot;a9260773-3a79-4379-a876-7eb8baa22ba6&quot;:{&quot;id&quot;:&quot;a9260773-3a79-4379-a876-7eb8baa22ba6&quot;,&quot;type&quot;:&quot;FIGURE_OBJECT&quot;,&quot;relativeTransform&quot;:{&quot;translate&quot;:{&quot;x&quot;:453.25081461631993,&quot;y&quot;:-253.3667769232696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49,126,194,1)&quot;,&quot;fontWeight&quot;:&quot;normal&quot;,&quot;fontStyle&quot;:&quot;normal&quot;,&quot;decoration&quot;:&quot;none&quot;},&quot;range&quot;:[0,17]}],&quot;text&quot;:&quot;Synthetic mimotope&quot;}],&quot;_lastCaretLocation&quot;:{&quot;lineIndex&quot;:0,&quot;runIndex&quot;:-1,&quot;charIndex&quot;:-1,&quot;endOfLine&quot;:true}},&quot;format&quot;:&quot;BETTER_TEXT&quot;,&quot;size&quot;:{&quot;x&quot;:166.63490811730827,&quot;y&quot;:22.527296743315365},&quot;targetSize&quot;:{&quot;x&quot;:166.63490811730827,&quot;y&quot;:22.527296743315365}},&quot;parent&quot;:{&quot;type&quot;:&quot;CHILD&quot;,&quot;parentId&quot;:&quot;33da049f-3882-499c-a8b9-53536cd2c694&quot;,&quot;order&quot;:&quot;9999999995&quot;}},&quot;e33237f4-1245-4eea-b3e8-381fbc16cb27&quot;:{&quot;id&quot;:&quot;e33237f4-1245-4eea-b3e8-381fbc16cb27&quot;,&quot;type&quot;:&quot;FIGURE_OBJECT&quot;,&quot;relativeTransform&quot;:{&quot;translate&quot;:{&quot;x&quot;:160.7252455777839,&quot;y&quot;:-253.3665160764565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192,56,48,1)&quot;,&quot;fontWeight&quot;:&quot;normal&quot;,&quot;fontStyle&quot;:&quot;normal&quot;,&quot;decoration&quot;:&quot;none&quot;},&quot;range&quot;:[0,13]}],&quot;text&quot;:&quot;Native peptide&quot;}],&quot;_lastCaretLocation&quot;:{&quot;lineIndex&quot;:0,&quot;runIndex&quot;:-1,&quot;charIndex&quot;:-1,&quot;endOfLine&quot;:true}},&quot;format&quot;:&quot;BETTER_TEXT&quot;,&quot;size&quot;:{&quot;x&quot;:129.06916803394856,&quot;y&quot;:22.52763359359448},&quot;targetSize&quot;:{&quot;x&quot;:129.06916803394856,&quot;y&quot;:22.52763359359448}},&quot;parent&quot;:{&quot;type&quot;:&quot;CHILD&quot;,&quot;parentId&quot;:&quot;33da049f-3882-499c-a8b9-53536cd2c694&quot;,&quot;order&quot;:&quot;999999999&quot;}},&quot;75bbad4b-3f10-4cbe-ae21-b09d19810066&quot;:{&quot;type&quot;:&quot;FIGURE_OBJECT&quot;,&quot;id&quot;:&quot;75bbad4b-3f10-4cbe-ae21-b09d19810066&quot;,&quot;parent&quot;:{&quot;type&quot;:&quot;CHILD&quot;,&quot;parentId&quot;:&quot;33da049f-3882-499c-a8b9-53536cd2c694&quot;,&quot;order&quot;:&quot;999999998&quot;},&quot;relativeTransform&quot;:{&quot;translate&quot;:{&quot;x&quot;:634.7034711374387,&quot;y&quot;:-290.5287912470471},&quot;rotate&quot;:0,&quot;skewX&quot;:0,&quot;scale&quot;:{&quot;x&quot;:1,&quot;y&quot;:1}}},&quot;8e237446-b459-42a1-934b-573b08a6d3f6&quot;:{&quot;type&quot;:&quot;FIGURE_OBJECT&quot;,&quot;id&quot;:&quot;8e237446-b459-42a1-934b-573b08a6d3f6&quot;,&quot;parent&quot;:{&quot;type&quot;:&quot;CHILD&quot;,&quot;parentId&quot;:&quot;75bbad4b-3f10-4cbe-ae21-b09d19810066&quot;,&quot;order&quot;:&quot;5&quot;},&quot;relativeTransform&quot;:{&quot;translate&quot;:{&quot;x&quot;:0,&quot;y&quot;:0},&quot;rotate&quot;:0}},&quot;4d3cfceb-0408-4b58-9b27-6201c3f7aed7&quot;:{&quot;id&quot;:&quot;4d3cfceb-0408-4b58-9b27-6201c3f7aed7&quot;,&quot;type&quot;:&quot;FIGURE_OBJECT&quot;,&quot;relativeTransform&quot;:{&quot;translate&quot;:{&quot;x&quot;:-82.29370375888871,&quot;y&quot;:81.52425377456731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Glu&quot;}],&quot;verticalAlign&quot;:&quot;TOP&quot;,&quot;_lastCaretLocation&quot;:{&quot;lineIndex&quot;:0,&quot;runIndex&quot;:-1,&quot;charIndex&quot;:-1,&quot;endOfLine&quot;:true}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8e237446-b459-42a1-934b-573b08a6d3f6&quot;,&quot;order&quot;:&quot;5&quot;}},&quot;1cf13fa9-7b18-48b1-af7f-eb78ce767dca&quot;:{&quot;type&quot;:&quot;FIGURE_OBJECT&quot;,&quot;id&quot;:&quot;1cf13fa9-7b18-48b1-af7f-eb78ce767dca&quot;,&quot;relativeTransform&quot;:{&quot;translate&quot;:{&quot;x&quot;:-82.45397532103118,&quot;y&quot;:77.38958532723163},&quot;rotate&quot;:0},&quot;layout&quot;:{&quot;sizeRatio&quot;:{&quot;x&quot;:0.7071067811865476,&quot;y&quot;:0.7071067811865476},&quot;keepAspectRatio&quot;:true},&quot;opacity&quot;:1,&quot;path&quot;:{&quot;type&quot;:&quot;ELLIPSE&quot;,&quot;size&quot;:{&quot;x&quot;:31.433298625876922,&quot;y&quot;:31.11269837220809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8e237446-b459-42a1-934b-573b08a6d3f6&quot;,&quot;order&quot;:&quot;2&quot;}},&quot;3d790521-47dc-4a74-80c6-f3a7bcac64aa&quot;:{&quot;id&quot;:&quot;3d790521-47dc-4a74-80c6-f3a7bcac64aa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9.556969374804005,&quot;y&quot;:22},&quot;targetSize&quot;:{&quot;x&quot;:19.556969374804005,&quot;y&quot;:2.32}},&quot;parent&quot;:{&quot;type&quot;:&quot;CHILD&quot;,&quot;parentId&quot;:&quot;1cf13fa9-7b18-48b1-af7f-eb78ce767dca&quot;,&quot;order&quot;:&quot;5&quot;}},&quot;52192bd6-1a53-4441-97f8-0a3d737c32bb&quot;:{&quot;type&quot;:&quot;FIGURE_OBJECT&quot;,&quot;id&quot;:&quot;52192bd6-1a53-4441-97f8-0a3d737c32bb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75bbad4b-3f10-4cbe-ae21-b09d19810066&quot;,&quot;order&quot;:&quot;2&quot;}},&quot;886410e0-8905-4014-81f2-c252ceb8ed13&quot;:{&quot;type&quot;:&quot;FIGURE_OBJECT&quot;,&quot;id&quot;:&quot;886410e0-8905-4014-81f2-c252ceb8ed1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52192bd6-1a53-4441-97f8-0a3d737c32bb&quot;,&quot;order&quot;:&quot;5&quot;}},&quot;5a025d0d-d621-4fd1-ad24-97a9d5ce49ce&quot;:{&quot;type&quot;:&quot;FIGURE_OBJECT&quot;,&quot;id&quot;:&quot;5a025d0d-d621-4fd1-ad24-97a9d5ce49ce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8&quot;}},&quot;6f97c1e9-96e0-4e71-a7f9-072f42c63a53&quot;:{&quot;type&quot;:&quot;FIGURE_OBJECT&quot;,&quot;id&quot;:&quot;6f97c1e9-96e0-4e71-a7f9-072f42c63a5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5a025d0d-d621-4fd1-ad24-97a9d5ce49ce&quot;,&quot;order&quot;:&quot;5&quot;}},&quot;13b8bebf-e6dd-4db8-a048-99c7deddb160&quot;:{&quot;type&quot;:&quot;FIGURE_OBJECT&quot;,&quot;id&quot;:&quot;13b8bebf-e6dd-4db8-a048-99c7deddb160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7&quot;}},&quot;30c141eb-e2da-4f80-9974-48d1c96ad2a2&quot;:{&quot;type&quot;:&quot;FIGURE_OBJECT&quot;,&quot;id&quot;:&quot;30c141eb-e2da-4f80-9974-48d1c96ad2a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13b8bebf-e6dd-4db8-a048-99c7deddb160&quot;,&quot;order&quot;:&quot;5&quot;}},&quot;faff3af0-572d-4eb6-8a45-a84e8c867023&quot;:{&quot;type&quot;:&quot;FIGURE_OBJECT&quot;,&quot;id&quot;:&quot;faff3af0-572d-4eb6-8a45-a84e8c867023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6&quot;}},&quot;b1883c28-2f72-405d-8063-55350af6b8f8&quot;:{&quot;type&quot;:&quot;FIGURE_OBJECT&quot;,&quot;id&quot;:&quot;b1883c28-2f72-405d-8063-55350af6b8f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faff3af0-572d-4eb6-8a45-a84e8c867023&quot;,&quot;order&quot;:&quot;5&quot;}},&quot;c4318dac-a8ce-49c8-bf41-26b757f5de1c&quot;:{&quot;type&quot;:&quot;FIGURE_OBJECT&quot;,&quot;id&quot;:&quot;c4318dac-a8ce-49c8-bf41-26b757f5de1c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75bbad4b-3f10-4cbe-ae21-b09d19810066&quot;,&quot;order&quot;:&quot;1&quot;}},&quot;18298fa9-d3ee-4fd5-b5bb-563890c59731&quot;:{&quot;type&quot;:&quot;FIGURE_OBJECT&quot;,&quot;id&quot;:&quot;18298fa9-d3ee-4fd5-b5bb-563890c5973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}],&quot;verticalAlign&quot;:&quot;TOP&quot;,&quot;_lastCaretLocation&quot;:{&quot;lineIndex&quot;:0,&quot;runIndex&quot;:-1,&quot;charIndex&quot;:-1,&quot;endOfLine&quot;:true}},&quot;size&quot;:{&quot;x&quot;:25.49067546100369,&quot;y&quot;:11},&quot;targetSize&quot;:{&quot;x&quot;:25.49067546100369,&quot;y&quot;:2},&quot;format&quot;:&quot;BETTER_TEXT&quot;,&quot;verticalAlign&quot;:&quot;TOP&quot;},&quot;parent&quot;:{&quot;type&quot;:&quot;CHILD&quot;,&quot;parentId&quot;:&quot;c4318dac-a8ce-49c8-bf41-26b757f5de1c&quot;,&quot;order&quot;:&quot;5&quot;}},&quot;382cc2ca-045e-4de3-96f6-755e94c4baad&quot;:{&quot;type&quot;:&quot;FIGURE_OBJECT&quot;,&quot;id&quot;:&quot;382cc2ca-045e-4de3-96f6-755e94c4baad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75bbad4b-3f10-4cbe-ae21-b09d19810066&quot;,&quot;order&quot;:&quot;05&quot;}},&quot;4b0a5e0e-4660-4fd5-b2d6-a8c27bfce9cc&quot;:{&quot;type&quot;:&quot;FIGURE_OBJECT&quot;,&quot;id&quot;:&quot;4b0a5e0e-4660-4fd5-b2d6-a8c27bfce9c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Asn&quot;}],&quot;verticalAlign&quot;:&quot;TOP&quot;,&quot;_lastCaretLocation&quot;:{&quot;lineIndex&quot;:0,&quot;runIndex&quot;:-1,&quot;charIndex&quot;:-1,&quot;endOfLine&quot;:true}},&quot;size&quot;:{&quot;x&quot;:21.111471562554815,&quot;y&quot;:11},&quot;targetSize&quot;:{&quot;x&quot;:21.111471562554815,&quot;y&quot;:2},&quot;format&quot;:&quot;BETTER_TEXT&quot;,&quot;verticalAlign&quot;:&quot;TOP&quot;},&quot;parent&quot;:{&quot;type&quot;:&quot;CHILD&quot;,&quot;parentId&quot;:&quot;382cc2ca-045e-4de3-96f6-755e94c4baad&quot;,&quot;order&quot;:&quot;5&quot;}},&quot;eb482f94-7c54-481d-b260-2b1429636d90&quot;:{&quot;type&quot;:&quot;FIGURE_OBJECT&quot;,&quot;id&quot;:&quot;eb482f94-7c54-481d-b260-2b1429636d90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55&quot;}},&quot;7aa24c2a-d204-4feb-bcff-32660849ac38&quot;:{&quot;type&quot;:&quot;FIGURE_OBJECT&quot;,&quot;id&quot;:&quot;7aa24c2a-d204-4feb-bcff-32660849ac3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eb482f94-7c54-481d-b260-2b1429636d90&quot;,&quot;order&quot;:&quot;5&quot;}},&quot;59a754ce-5504-4deb-bf43-cdde8451ca27&quot;:{&quot;type&quot;:&quot;FIGURE_OBJECT&quot;,&quot;id&quot;:&quot;59a754ce-5504-4deb-bf43-cdde8451ca27&quot;,&quot;parent&quot;:{&quot;type&quot;:&quot;CHILD&quot;,&quot;parentId&quot;:&quot;33da049f-3882-499c-a8b9-53536cd2c694&quot;,&quot;order&quot;:&quot;999999997&quot;},&quot;relativeTransform&quot;:{&quot;translate&quot;:{&quot;x&quot;:343.1211007400079,&quot;y&quot;:-290.52893924840663},&quot;rotate&quot;:0,&quot;skewX&quot;:0,&quot;scale&quot;:{&quot;x&quot;:1,&quot;y&quot;:1}}},&quot;2ef61331-83d2-4044-aaee-8e9f72fcf6d0&quot;:{&quot;type&quot;:&quot;FIGURE_OBJECT&quot;,&quot;id&quot;:&quot;2ef61331-83d2-4044-aaee-8e9f72fcf6d0&quot;,&quot;parent&quot;:{&quot;type&quot;:&quot;CHILD&quot;,&quot;parentId&quot;:&quot;59a754ce-5504-4deb-bf43-cdde8451ca27&quot;,&quot;order&quot;:&quot;5&quot;},&quot;relativeTransform&quot;:{&quot;translate&quot;:{&quot;x&quot;:0,&quot;y&quot;:0},&quot;rotate&quot;:0}},&quot;6a70b482-e94e-4cab-abcc-516edc568bc8&quot;:{&quot;id&quot;:&quot;6a70b482-e94e-4cab-abcc-516edc568bc8&quot;,&quot;type&quot;:&quot;FIGURE_OBJECT&quot;,&quot;relativeTransform&quot;:{&quot;translate&quot;:{&quot;x&quot;:-83.0450185597903,&quot;y&quot;:78.518994570961},&quot;rotate&quot;:0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3]}],&quot;text&quot;:&quot;Arg/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,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L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2ef61331-83d2-4044-aaee-8e9f72fcf6d0&quot;,&quot;order&quot;:&quot;5&quot;}},&quot;b7d9c1e1-4359-4713-ba13-2611b53d2e03&quot;:{&quot;type&quot;:&quot;FIGURE_OBJECT&quot;,&quot;id&quot;:&quot;b7d9c1e1-4359-4713-ba13-2611b53d2e03&quot;,&quot;relativeTransform&quot;:{&quot;translate&quot;:{&quot;x&quot;:-82.45397532103118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65773132876309,&quot;y&quot;:27.375639532243646}},&quot;pathStyles&quot;:[{&quot;type&quot;:&quot;FILL&quot;,&quot;fillStyle&quot;:&quot;rgba(243,205,204,1)&quot;},{&quot;type&quot;:&quot;STROKE&quot;,&quot;strokeStyle&quot;:&quot;rgba(192,56,48,1)&quot;,&quot;lineWidth&quot;:0.9129285000023705,&quot;lineJoin&quot;:&quot;round&quot;}],&quot;isLocked&quot;:false,&quot;parent&quot;:{&quot;type&quot;:&quot;CHILD&quot;,&quot;parentId&quot;:&quot;2ef61331-83d2-4044-aaee-8e9f72fcf6d0&quot;,&quot;order&quot;:&quot;2&quot;}},&quot;a2376079-564b-4e1c-a9c6-4c972345563b&quot;:{&quot;type&quot;:&quot;FIGURE_OBJECT&quot;,&quot;id&quot;:&quot;a2376079-564b-4e1c-a9c6-4c972345563b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59a754ce-5504-4deb-bf43-cdde8451ca27&quot;,&quot;order&quot;:&quot;2&quot;}},&quot;85f88428-5d83-476e-b555-209989ac8e40&quot;:{&quot;type&quot;:&quot;FIGURE_OBJECT&quot;,&quot;id&quot;:&quot;85f88428-5d83-476e-b555-209989ac8e4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a2376079-564b-4e1c-a9c6-4c972345563b&quot;,&quot;order&quot;:&quot;5&quot;}},&quot;c57f688a-171b-438c-b9a6-ba8cb1889224&quot;:{&quot;type&quot;:&quot;FIGURE_OBJECT&quot;,&quot;id&quot;:&quot;c57f688a-171b-438c-b9a6-ba8cb1889224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8&quot;}},&quot;887ef504-9a83-46a3-ab02-bcfedf432700&quot;:{&quot;type&quot;:&quot;FIGURE_OBJECT&quot;,&quot;id&quot;:&quot;887ef504-9a83-46a3-ab02-bcfedf43270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c57f688a-171b-438c-b9a6-ba8cb1889224&quot;,&quot;order&quot;:&quot;5&quot;}},&quot;abe996d2-3309-454e-8ecd-8bf544ae8094&quot;:{&quot;type&quot;:&quot;FIGURE_OBJECT&quot;,&quot;id&quot;:&quot;abe996d2-3309-454e-8ecd-8bf544ae8094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7&quot;}},&quot;b2173659-dcf3-475e-9b8c-694fa00e8192&quot;:{&quot;type&quot;:&quot;FIGURE_OBJECT&quot;,&quot;id&quot;:&quot;b2173659-dcf3-475e-9b8c-694fa00e819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abe996d2-3309-454e-8ecd-8bf544ae8094&quot;,&quot;order&quot;:&quot;5&quot;}},&quot;776b0718-b561-4e80-9703-fb4af5900d9e&quot;:{&quot;type&quot;:&quot;FIGURE_OBJECT&quot;,&quot;id&quot;:&quot;776b0718-b561-4e80-9703-fb4af5900d9e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6&quot;}},&quot;1bd33011-a477-4f6a-a82a-74f518f4b696&quot;:{&quot;type&quot;:&quot;FIGURE_OBJECT&quot;,&quot;id&quot;:&quot;1bd33011-a477-4f6a-a82a-74f518f4b69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776b0718-b561-4e80-9703-fb4af5900d9e&quot;,&quot;order&quot;:&quot;5&quot;}},&quot;0c8987c7-38ce-4fc8-a4dc-a19d5d5e51f1&quot;:{&quot;type&quot;:&quot;FIGURE_OBJECT&quot;,&quot;id&quot;:&quot;0c8987c7-38ce-4fc8-a4dc-a19d5d5e51f1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59a754ce-5504-4deb-bf43-cdde8451ca27&quot;,&quot;order&quot;:&quot;1&quot;}},&quot;a808e871-0bb4-44a9-9466-f64a08466dde&quot;:{&quot;type&quot;:&quot;FIGURE_OBJECT&quot;,&quot;id&quot;:&quot;a808e871-0bb4-44a9-9466-f64a08466dd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5.49067546100369,&quot;y&quot;:11.672422119462473},&quot;targetSize&quot;:{&quot;x&quot;:25.49067546100369,&quot;y&quot;:2},&quot;format&quot;:&quot;BETTER_TEXT&quot;,&quot;verticalAlign&quot;:&quot;TOP&quot;},&quot;parent&quot;:{&quot;type&quot;:&quot;CHILD&quot;,&quot;parentId&quot;:&quot;0c8987c7-38ce-4fc8-a4dc-a19d5d5e51f1&quot;,&quot;order&quot;:&quot;5&quot;}},&quot;0ed11a18-3c18-4fb1-b9f0-8b5a703c9218&quot;:{&quot;type&quot;:&quot;FIGURE_OBJECT&quot;,&quot;id&quot;:&quot;0ed11a18-3c18-4fb1-b9f0-8b5a703c9218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59a754ce-5504-4deb-bf43-cdde8451ca27&quot;,&quot;order&quot;:&quot;05&quot;}},&quot;9fbd7a4c-5130-46df-992e-60c8baeb8c87&quot;:{&quot;type&quot;:&quot;FIGURE_OBJECT&quot;,&quot;id&quot;:&quot;9fbd7a4c-5130-46df-992e-60c8baeb8c8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Tyr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1.111471562554815,&quot;y&quot;:11.672422119462473},&quot;targetSize&quot;:{&quot;x&quot;:21.111471562554815,&quot;y&quot;:2},&quot;format&quot;:&quot;BETTER_TEXT&quot;,&quot;verticalAlign&quot;:&quot;TOP&quot;},&quot;parent&quot;:{&quot;type&quot;:&quot;CHILD&quot;,&quot;parentId&quot;:&quot;0ed11a18-3c18-4fb1-b9f0-8b5a703c9218&quot;,&quot;order&quot;:&quot;5&quot;}},&quot;15145154-476e-4137-99f8-b51be4a8fb1e&quot;:{&quot;type&quot;:&quot;FIGURE_OBJECT&quot;,&quot;id&quot;:&quot;15145154-476e-4137-99f8-b51be4a8fb1e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55&quot;}},&quot;49a0c658-22f8-445e-b170-06cbfba62de0&quot;:{&quot;type&quot;:&quot;FIGURE_OBJECT&quot;,&quot;id&quot;:&quot;49a0c658-22f8-445e-b170-06cbfba62de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15145154-476e-4137-99f8-b51be4a8fb1e&quot;,&quot;order&quot;:&quot;5&quot;}},&quot;67880343-1a45-457c-9e2c-2a8b3a371f00&quot;:{&quot;id&quot;:&quot;67880343-1a45-457c-9e2c-2a8b3a371f00&quot;,&quot;type&quot;:&quot;FIGURE_OBJECT&quot;,&quot;relativeTransform&quot;:{&quot;translate&quot;:{&quot;x&quot;:-129.35110005452833,&quot;y&quot;:0.591731420417296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3]},{&quot;style&quot;:{&quot;fontFamily&quot;:&quot;Roboto&quot;,&quot;fontSize&quot;:18.666666666666664,&quot;color&quot;:&quot;black&quot;,&quot;fontWeight&quot;:&quot;bold&quot;,&quot;fontStyle&quot;:&quot;normal&quot;,&quot;decoration&quot;:&quot;none&quot;},&quot;range&quot;:[24,36]},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37,70]}],&quot;text&quot;:&quot;Many tumor antigens are self-antigens or differ only slightly from self&quot;,&quot;textIndent&quot;:{&quot;type&quot;:&quot;bullet&quot;,&quot;indent&quot;:1,&quot;symbol&quot;:&quot;●&quot;,&quot;unit&quot;:&quot;levels&quot;}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65]}],&quot;text&quot;:&quot;High-affinity T cells recognizing these peptides are often deleted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textIndent&quot;:{&quot;type&quot;:&quot;bullet&quot;,&quot;indent&quot;:1,&quot;symbol&quot;:&quot;●&quot;,&quot;unit&quot;:&quot;levels&quot;}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69]}],&quot;text&quot;:&quot;Even when peptide presentation occurs, the immune response can be weak&quot;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28]}],&quot;text&quot;:&quot;This limits vaccine efficacy &quot;},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5,&quot;runIndex&quot;:-1,&quot;charIndex&quot;:-1,&quot;endOfLine&quot;:true}},&quot;format&quot;:&quot;BETTER_TEXT&quot;,&quot;size&quot;:{&quot;x&quot;:401.4999845739876,&quot;y&quot;:242},&quot;targetSize&quot;:{&quot;x&quot;:401.4999845739876,&quot;y&quot;:242}},&quot;parent&quot;:{&quot;type&quot;:&quot;CHILD&quot;,&quot;parentId&quot;:&quot;33da049f-3882-499c-a8b9-53536cd2c694&quot;,&quot;order&quot;:&quot;999999995&quot;}},&quot;4223a942-cd35-48df-b9f0-4a59682e3049&quot;:{&quot;type&quot;:&quot;FIGURE_OBJECT&quot;,&quot;id&quot;:&quot;4223a942-cd35-48df-b9f0-4a59682e3049&quot;,&quot;relativeTransform&quot;:{&quot;translate&quot;:{&quot;x&quot;:-447.5909670447218,&quot;y&quot;:-29.65426857958286},&quot;rotate&quot;:0,&quot;skewX&quot;:0,&quot;scale&quot;:{&quot;x&quot;:1,&quot;y&quot;:1}},&quot;opacity&quot;:1,&quot;path&quot;:{&quot;type&quot;:&quot;POLY_LINE&quot;,&quot;points&quot;:[{&quot;x&quot;:0,&quot;y&quot;:-24.74999999999997},{&quot;x&quot;:0,&quot;y&quot;:24.7499999999999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&quot;},&quot;connectorInfo&quot;:{&quot;type&quot;:&quot;LINE&quot;,&quot;offset&quot;:{&quot;x&quot;:0,&quot;y&quot;:0},&quot;bending&quot;:0.1,&quot;customized&quot;:false}},&quot;7fe10750-f062-4b2f-9f8c-e1fac5af0844&quot;:{&quot;type&quot;:&quot;FIGURE_OBJECT&quot;,&quot;id&quot;:&quot;7fe10750-f062-4b2f-9f8c-e1fac5af0844&quot;,&quot;relativeTransform&quot;:{&quot;translate&quot;:{&quot;x&quot;:-360.05385141883363,&quot;y&quot;:225.675054492517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12]}],&quot;text&quot;:&quot;low signaling&quot;}],&quot;verticalAlign&quot;:&quot;TOP&quot;,&quot;_lastCaretLocation&quot;:{&quot;lineIndex&quot;:0,&quot;runIndex&quot;:-1,&quot;charIndex&quot;:-1,&quot;endOfLine&quot;:true}},&quot;size&quot;:{&quot;x&quot;:90.1377122725865,&quot;y&quot;:20.76300067313504},&quot;targetSize&quot;:{&quot;x&quot;:90.1377122725865,&quot;y&quot;:20.76300067313504},&quot;format&quot;:&quot;BETTER_TEXT&quot;,&quot;verticalAlign&quot;:&quot;TOP&quot;},&quot;isLocked&quot;:false,&quot;parent&quot;:{&quot;type&quot;:&quot;CHILD&quot;,&quot;parentId&quot;:&quot;33da049f-3882-499c-a8b9-53536cd2c694&quot;,&quot;order&quot;:&quot;99999998&quot;}},&quot;d2eb4650-439a-4651-8ca0-8d277b30aa7d&quot;:{&quot;type&quot;:&quot;FIGURE_OBJECT&quot;,&quot;id&quot;:&quot;d2eb4650-439a-4651-8ca0-8d277b30aa7d&quot;,&quot;parent&quot;:{&quot;type&quot;:&quot;CHILD&quot;,&quot;parentId&quot;:&quot;33da049f-3882-499c-a8b9-53536cd2c694&quot;,&quot;order&quot;:&quot;99999997&quot;},&quot;relativeTransform&quot;:{&quot;translate&quot;:{&quot;x&quot;:3.3320895841055247,&quot;y&quot;:-18.728726532294253},&quot;rotate&quot;:0,&quot;skewX&quot;:0,&quot;scale&quot;:{&quot;x&quot;:1,&quot;y&quot;:1}}},&quot;baa8f1f9-63d7-4277-bcb0-fa78af2a4e41&quot;:{&quot;type&quot;:&quot;FIGURE_OBJECT&quot;,&quot;id&quot;:&quot;baa8f1f9-63d7-4277-bcb0-fa78af2a4e41&quot;,&quot;name&quot;:&quot;Sphere&quot;,&quot;relativeTransform&quot;:{&quot;translate&quot;:{&quot;x&quot;:-370.0101699972116,&quot;y&quot;:260.6920490862206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6&quot;}},&quot;1c3b2cbd-6f23-4e3e-b055-c919d0b6b29c&quot;:{&quot;type&quot;:&quot;FIGURE_OBJECT&quot;,&quot;id&quot;:&quot;1c3b2cbd-6f23-4e3e-b055-c919d0b6b29c&quot;,&quot;name&quot;:&quot;Sphere&quot;,&quot;relativeTransform&quot;:{&quot;translate&quot;:{&quot;x&quot;:-354.8382182240488,&quot;y&quot;:262.146997221168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65&quot;}},&quot;e898337e-ed9a-45d4-9507-7d898b199c80&quot;:{&quot;type&quot;:&quot;FIGURE_OBJECT&quot;,&quot;id&quot;:&quot;e898337e-ed9a-45d4-9507-7d898b199c80&quot;,&quot;name&quot;:&quot;Sphere&quot;,&quot;relativeTransform&quot;:{&quot;translate&quot;:{&quot;x&quot;:-331.3795265803019,&quot;y&quot;:265.6457438657802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7&quot;}},&quot;4793a5b7-68a3-4177-99d4-f3fd92c30fe8&quot;:{&quot;type&quot;:&quot;FIGURE_OBJECT&quot;,&quot;id&quot;:&quot;4793a5b7-68a3-4177-99d4-f3fd92c30fe8&quot;,&quot;relativeTransform&quot;:{&quot;translate&quot;:{&quot;x&quot;:-347.5419551626874,&quot;y&quot;:275.4280013116575},&quot;rotate&quot;:-1.5707963267948968,&quot;skewX&quot;:-1.387778780781451e-17,&quot;scale&quot;:{&quot;x&quot;:0.9999999999999999,&quot;y&quot;:1.0000000000000002}},&quot;opacity&quot;:1,&quot;path&quot;:{&quot;type&quot;:&quot;POLY_LINE&quot;,&quot;points&quot;:[{&quot;x&quot;:0,&quot;y&quot;:-56.226094579752065},{&quot;x&quot;:0,&quot;y&quot;:28.82580890701265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4F609C00&quot;,&quot;1&quot;:&quot;#4F609C&quot;,&quot;0.45&quot;:&quot;#4F609C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2eb4650-439a-4651-8ca0-8d277b30aa7d&quot;,&quot;order&quot;:&quot;02&quot;}},&quot;d239f947-7f88-4ffe-8e44-44566b82e539&quot;:{&quot;type&quot;:&quot;FIGURE_OBJECT&quot;,&quot;id&quot;:&quot;d239f947-7f88-4ffe-8e44-44566b82e539&quot;,&quot;name&quot;:&quot;Sphere&quot;,&quot;relativeTransform&quot;:{&quot;translate&quot;:{&quot;x&quot;:-340.40769487063136,&quot;y&quot;:291.70682885416403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9&quot;}},&quot;df144ae9-11cf-43ba-910f-e4903ba631b3&quot;:{&quot;type&quot;:&quot;FIGURE_OBJECT&quot;,&quot;id&quot;:&quot;df144ae9-11cf-43ba-910f-e4903ba631b3&quot;,&quot;name&quot;:&quot;Sphere&quot;,&quot;relativeTransform&quot;:{&quot;translate&quot;:{&quot;x&quot;:-358.62054529394266,&quot;y&quot;:296.660731733958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8&quot;}},&quot;332ffe97-99a8-427f-8460-f67632679fc8&quot;:{&quot;type&quot;:&quot;FIGURE_OBJECT&quot;,&quot;id&quot;:&quot;332ffe97-99a8-427f-8460-f67632679fc8&quot;,&quot;name&quot;:&quot;Sphere&quot;,&quot;relativeTransform&quot;:{&quot;translate&quot;:{&quot;x&quot;:-371.6423664270457,&quot;y&quot;:290.161087119994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75&quot;}},&quot;c7e08923-278e-4d99-8b5d-0465a3753f4c&quot;:{&quot;type&quot;:&quot;FIGURE_OBJECT&quot;,&quot;id&quot;:&quot;c7e08923-278e-4d99-8b5d-0465a3753f4c&quot;,&quot;name&quot;:&quot;Sphere&quot;,&quot;relativeTransform&quot;:{&quot;translate&quot;:{&quot;x&quot;:-335.8533181715111,&quot;y&quot;:300.5714550977202},&quot;rotate&quot;:1.3461454173580017e-15,&quot;skewX&quot;:1.387778780781335e-17,&quot;scale&quot;:{&quot;x&quot;:0.025780900092588637,&quot;y&quot;:0.02578090009258862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55&quot;}},&quot;25883c18-cc83-48ba-ae6c-d0524853a64b&quot;:{&quot;type&quot;:&quot;FIGURE_OBJECT&quot;,&quot;id&quot;:&quot;25883c18-cc83-48ba-ae6c-d0524853a64b&quot;,&quot;name&quot;:&quot;Sphere&quot;,&quot;relativeTransform&quot;:{&quot;translate&quot;:{&quot;x&quot;:-370.1280517240952,&quot;y&quot;:281.52361397311944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5&quot;}},&quot;3b0394df-6dba-4d47-9d10-69e0d05110f8&quot;:{&quot;type&quot;:&quot;FIGURE_OBJECT&quot;,&quot;id&quot;:&quot;3b0394df-6dba-4d47-9d10-69e0d05110f8&quot;,&quot;name&quot;:&quot;Sphere&quot;,&quot;relativeTransform&quot;:{&quot;translate&quot;:{&quot;x&quot;:-359.1007489055218,&quot;y&quot;:284.7139634805036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4&quot;}},&quot;51e8e9e0-7c85-43e8-afcb-79c740e78e60&quot;:{&quot;type&quot;:&quot;FIGURE_OBJECT&quot;,&quot;id&quot;:&quot;51e8e9e0-7c85-43e8-afcb-79c740e78e60&quot;,&quot;name&quot;:&quot;Sphere&quot;,&quot;relativeTransform&quot;:{&quot;translate&quot;:{&quot;x&quot;:-330.1947103454718,&quot;y&quot;:285.716654839743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3&quot;}},&quot;2747787d-f8cd-449d-ac1d-9464391eb6b0&quot;:{&quot;type&quot;:&quot;FIGURE_OBJECT&quot;,&quot;id&quot;:&quot;2747787d-f8cd-449d-ac1d-9464391eb6b0&quot;,&quot;name&quot;:&quot;Sphere&quot;,&quot;relativeTransform&quot;:{&quot;translate&quot;:{&quot;x&quot;:-346.69369422868436,&quot;y&quot;:282.4371079519258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25&quot;}},&quot;3006234f-0bab-45c4-9b51-40232f234928&quot;:{&quot;type&quot;:&quot;FIGURE_OBJECT&quot;,&quot;id&quot;:&quot;3006234f-0bab-45c4-9b51-40232f234928&quot;,&quot;name&quot;:&quot;Sphere&quot;,&quot;relativeTransform&quot;:{&quot;translate&quot;:{&quot;x&quot;:-342.6127985295655,&quot;y&quot;:268.567342318064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2&quot;}},&quot;a4d72069-a159-4c68-99e3-63f5b6c04009&quot;:{&quot;type&quot;:&quot;FIGURE_OBJECT&quot;,&quot;id&quot;:&quot;a4d72069-a159-4c68-99e3-63f5b6c04009&quot;,&quot;name&quot;:&quot;Sphere&quot;,&quot;relativeTransform&quot;:{&quot;translate&quot;:{&quot;x&quot;:-337.59613662068637,&quot;y&quot;:256.0603631434488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15&quot;}},&quot;b8c13065-a8dc-4a98-bfbe-6eed0222989d&quot;:{&quot;type&quot;:&quot;FIGURE_OBJECT&quot;,&quot;id&quot;:&quot;b8c13065-a8dc-4a98-bfbe-6eed0222989d&quot;,&quot;name&quot;:&quot;Sphere&quot;,&quot;relativeTransform&quot;:{&quot;translate&quot;:{&quot;x&quot;:-360.05430868499866,&quot;y&quot;:271.768729165800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05&quot;}},&quot;9c305c2e-9dec-4308-b637-17487862b0aa&quot;:{&quot;type&quot;:&quot;FIGURE_OBJECT&quot;,&quot;id&quot;:&quot;9c305c2e-9dec-4308-b637-17487862b0aa&quot;,&quot;name&quot;:&quot;Sphere&quot;,&quot;relativeTransform&quot;:{&quot;translate&quot;:{&quot;x&quot;:-382.2918772006441,&quot;y&quot;:265.1133485418843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1&quot;}},&quot;9dd855f8-4604-43bd-8629-29768b88265d&quot;:{&quot;type&quot;:&quot;FIGURE_OBJECT&quot;,&quot;id&quot;:&quot;9dd855f8-4604-43bd-8629-29768b88265d&quot;,&quot;name&quot;:&quot;Sphere&quot;,&quot;relativeTransform&quot;:{&quot;translate&quot;:{&quot;x&quot;:-387.246031170355,&quot;y&quot;:255.2400454340629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&quot;}},&quot;2fbce127-8f41-46da-a983-4a43e222b059&quot;:{&quot;type&quot;:&quot;FIGURE_OBJECT&quot;,&quot;id&quot;:&quot;2fbce127-8f41-46da-a983-4a43e222b059&quot;,&quot;name&quot;:&quot;Sphere&quot;,&quot;relativeTransform&quot;:{&quot;translate&quot;:{&quot;x&quot;:-368.4021069995698,&quot;y&quot;:252.14410887090906},&quot;rotate&quot;:1.3461454173580017e-15,&quot;skewX&quot;:1.3877787807813112e-17,&quot;scale&quot;:{&quot;x&quot;:0.025211223267126708,&quot;y&quot;:0.02521122326712669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81&quot;}},&quot;824283c0-18d8-489b-aa53-20b865d6e804&quot;:{&quot;type&quot;:&quot;FIGURE_OBJECT&quot;,&quot;id&quot;:&quot;824283c0-18d8-489b-aa53-20b865d6e804&quot;,&quot;name&quot;:&quot;Sphere&quot;,&quot;relativeTransform&quot;:{&quot;translate&quot;:{&quot;x&quot;:-395.8416892781349,&quot;y&quot;:264.70595081056734},&quot;rotate&quot;:1.3461454173580021e-15,&quot;skewX&quot;:1.387778780781386e-17,&quot;scale&quot;:{&quot;x&quot;:0.022588417105128246,&quot;y&quot;:0.022588417105128242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8&quot;}},&quot;9ddb473c-7444-483e-a66c-a12082ee6cd8&quot;:{&quot;type&quot;:&quot;FIGURE_OBJECT&quot;,&quot;id&quot;:&quot;9ddb473c-7444-483e-a66c-a12082ee6cd8&quot;,&quot;name&quot;:&quot;Sphere&quot;,&quot;relativeTransform&quot;:{&quot;translate&quot;:{&quot;x&quot;:-377.66021823082633,&quot;y&quot;:251.66942757985913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71&quot;}},&quot;f791a643-1448-4b24-9924-681cf6a67ffe&quot;:{&quot;id&quot;:&quot;f791a643-1448-4b24-9924-681cf6a67ffe&quot;,&quot;type&quot;:&quot;FIGURE_OBJECT&quot;,&quot;relativeTransform&quot;:{&quot;translate&quot;:{&quot;x&quot;:-447.5906369456063,&quot;y&quot;:33.6852421053733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6]}],&quot;text&quot;:&quot;Weak CD8+ T-cell Activation&quot;}],&quot;_lastCaretLocation&quot;:{&quot;lineIndex&quot;:0,&quot;runIndex&quot;:-1,&quot;charIndex&quot;:-1,&quot;endOfLine&quot;:true}},&quot;format&quot;:&quot;BETTER_TEXT&quot;,&quot;size&quot;:{&quot;x&quot;:196.68750018399606,&quot;y&quot;:44.31576284194316},&quot;targetSize&quot;:{&quot;x&quot;:196.68750018399606,&quot;y&quot;:44.31576284194316}},&quot;parent&quot;:{&quot;type&quot;:&quot;CHILD&quot;,&quot;parentId&quot;:&quot;33da049f-3882-499c-a8b9-53536cd2c694&quot;,&quot;order&quot;:&quot;9999997&quot;}},&quot;d335eac7-7037-44a1-bb2d-caf416e6df96&quot;:{&quot;id&quot;:&quot;d335eac7-7037-44a1-bb2d-caf416e6df96&quot;,&quot;name&quot;:&quot;Cancer cell&quot;,&quot;type&quot;:&quot;FIGURE_OBJECT&quot;,&quot;relativeTransform&quot;:{&quot;translate&quot;:{&quot;x&quot;:-456.29036212768915,&quot;y&quot;:110.00724876777183},&quot;rotate&quot;:3.141592653589793,&quot;skewX&quot;:0,&quot;scale&quot;:{&quot;x&quot;:1.0730666962556348,&quot;y&quot;:1.0730666962556348}},&quot;image&quot;:{&quot;url&quot;:&quot;https://icons.cdn.biorender.com/biorender/61770047aa87c30029843f3f/6153716fe75ac20029699eee.png&quot;,&quot;isPremium&quot;:false,&quot;isPacked&quot;:true,&quot;size&quot;:{&quot;x&quot;:100,&quot;y&quot;:100.95238095238095},&quot;fallbackUrl&quot;:&quot;sources/icons/61770047aa87c30029843f3f/6153716fe75ac20029699eee.svg&quot;},&quot;source&quot;:{&quot;id&quot;:&quot;6153716fe75ac20029699eee&quot;,&quot;type&quot;:&quot;ASSETS&quot;},&quot;isPremium&quot;:false,&quot;parent&quot;:{&quot;type&quot;:&quot;CHILD&quot;,&quot;parentId&quot;:&quot;33da049f-3882-499c-a8b9-53536cd2c694&quot;,&quot;order&quot;:&quot;9999972&quot;}},&quot;35670919-bbaa-4726-8af6-cf91dbb641e6&quot;:{&quot;id&quot;:&quot;35670919-bbaa-4726-8af6-cf91dbb641e6&quot;,&quot;name&quot;:&quot;Lymphocyte (T-cell)&quot;,&quot;type&quot;:&quot;FIGURE_OBJECT&quot;,&quot;relativeTransform&quot;:{&quot;translate&quot;:{&quot;x&quot;:-456.2902009210385,&quot;y&quot;:255.98746652604603},&quot;rotate&quot;:3.141592653589793,&quot;skewX&quot;:0,&quot;scale&quot;:{&quot;x&quot;:0.8342087365209978,&quot;y&quot;:0.8342087365209977}},&quot;image&quot;:{&quot;url&quot;:&quot;https://icons.biorender.com/biorender/61533259e75ac20029699c28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3da049f-3882-499c-a8b9-53536cd2c694&quot;,&quot;order&quot;:&quot;9999971&quot;},&quot;styles&quot;:{&quot;editable&quot;:[{&quot;styleName&quot;:&quot;GLOW&quot;,&quot;index&quot;:0,&quot;value&quot;:100}]}},&quot;fe8a8373-3574-41c0-99de-0de4ced96c57&quot;:{&quot;relativeTransform&quot;:{&quot;translate&quot;:{&quot;x&quot;:-463.0018518930532,&quot;y&quot;:185.84299670525044},&quot;rotate&quot;:-2.449293598294706e-16,&quot;skewX&quot;:0,&quot;scale&quot;:{&quot;x&quot;:1,&quot;y&quot;:1}},&quot;type&quot;:&quot;FIGURE_OBJECT&quot;,&quot;id&quot;:&quot;fe8a8373-3574-41c0-99de-0de4ced96c57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85&quot;}},&quot;e45aa33d-e4eb-4c75-92b4-dae748dd23e0&quot;:{&quot;type&quot;:&quot;FIGURE_OBJECT&quot;,&quot;id&quot;:&quot;e45aa33d-e4eb-4c75-92b4-dae748dd23e0&quot;,&quot;relativeTransform&quot;:{&quot;translate&quot;:{&quot;x&quot;:8.115336554588048,&quot;y&quot;:-6.822872825299936},&quot;rotate&quot;:-2.449293598294711e-16,&quot;skewX&quot;:-2.141070196569275e-18},&quot;opacity&quot;:1,&quot;path&quot;:{&quot;type&quot;:&quot;ELLIPSE&quot;,&quot;size&quot;:{&quot;x&quot;:-4.555052474500162,&quot;y&quot;:4.564950715474768}},&quot;pathStyles&quot;:[{&quot;type&quot;:&quot;FILL&quot;,&quot;fillStyle&quot;:&quot;rgba(189,28,99,1)&quot;},{&quot;type&quot;:&quot;STROKE&quot;,&quot;strokeStyle&quot;:&quot;rgba(104,6,8,1)&quot;,&quot;lineWidth&quot;:0.437594222814237,&quot;lineJoin&quot;:&quot;round&quot;}],&quot;isLocked&quot;:false,&quot;parent&quot;:{&quot;type&quot;:&quot;CHILD&quot;,&quot;parentId&quot;:&quot;fe8a8373-3574-41c0-99de-0de4ced96c57&quot;,&quot;order&quot;:&quot;5&quot;}},&quot;1d90aa2a-b506-4c58-bb31-7d53a1041810&quot;:{&quot;type&quot;:&quot;FIGURE_OBJECT&quot;,&quot;id&quot;:&quot;1d90aa2a-b506-4c58-bb31-7d53a1041810&quot;,&quot;name&quot;:&quot;T cell receptor (TCR)&quot;,&quot;relativeTransform&quot;:{&quot;translate&quot;:{&quot;x&quot;:8.095493122063385,&quot;y&quot;:17.521577979777103},&quot;rotate&quot;:6.283185307179586,&quot;skewX&quot;:2.141070196569277e-18,&quot;scale&quot;:{&quot;x&quot;:-0.18647481085833967,&quot;y&quot;:0.1864748108583400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fe8a8373-3574-41c0-99de-0de4ced96c57&quot;,&quot;order&quot;:&quot;2&quot;}},&quot;804ec595-29c1-4309-b769-94c41d59f078&quot;:{&quot;type&quot;:&quot;FIGURE_OBJECT&quot;,&quot;id&quot;:&quot;804ec595-29c1-4309-b769-94c41d59f078&quot;,&quot;name&quot;:&quot;MHC class I&quot;,&quot;relativeTransform&quot;:{&quot;translate&quot;:{&quot;x&quot;:8.095493122063388,&quot;y&quot;:-21.558974466035608},&quot;rotate&quot;:3.141592653589793,&quot;skewX&quot;:2.1410701965686736e-18,&quot;scale&quot;:{&quot;x&quot;:-0.1908114343666731,&quot;y&quot;:0.1908114343666736}},&quot;opacity&quot;:1,&quot;image&quot;:{&quot;url&quot;:&quot;https://icons.biorender.com/biorender/5d9b3d99dd52690004bb547c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fe8a8373-3574-41c0-99de-0de4ced96c57&quot;,&quot;order&quot;:&quot;1&quot;},&quot;styles&quot;:{&quot;MHCI-hidden&quot;:[{&quot;styleName&quot;:&quot;MONOCHROME_COLOR&quot;,&quot;index&quot;:0,&quot;color&quot;:&quot;#825CA6&quot;}]}},&quot;bca1d4f7-799f-4f5d-b6fc-ffc549313f4e&quot;:{&quot;type&quot;:&quot;FIGURE_OBJECT&quot;,&quot;id&quot;:&quot;bca1d4f7-799f-4f5d-b6fc-ffc549313f4e&quot;,&quot;relativeTransform&quot;:{&quot;translate&quot;:{&quot;x&quot;:-430.2658770253312,&quot;y&quot;:192.6695758901430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}],&quot;verticalAlign&quot;:&quot;TOP&quot;},&quot;size&quot;:{&quot;x&quot;:26.069602014010265,&quot;y&quot;:15.196843482261036},&quot;targetSize&quot;:{&quot;x&quot;:26.069602014010265,&quot;y&quot;:15.196843482261036},&quot;format&quot;:&quot;BETTER_TEXT&quot;,&quot;verticalAlign&quot;:&quot;TOP&quot;},&quot;isLocked&quot;:false,&quot;parent&quot;:{&quot;type&quot;:&quot;CHILD&quot;,&quot;parentId&quot;:&quot;33da049f-3882-499c-a8b9-53536cd2c694&quot;,&quot;order&quot;:&quot;999998&quot;}},&quot;e4099ca6-737b-4d2c-9b49-0a995edbfdd4&quot;:{&quot;type&quot;:&quot;FIGURE_OBJECT&quot;,&quot;id&quot;:&quot;e4099ca6-737b-4d2c-9b49-0a995edbfdd4&quot;,&quot;relativeTransform&quot;:{&quot;translate&quot;:{&quot;x&quot;:-408.5428490067664,&quot;y&quot;:170.111977804296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,&quot;range&quot;:[0,10]}],&quot;text&quot;:&quot;MHC class I&quot;,&quot;baseStyle&quot;:{&quot;fontFamily&quot;:&quot;Roboto&quot;,&quot;fontSize&quot;:12.85293266383337,&quot;color&quot;:&quot;#232323&quot;,&quot;fontWeight&quot;:&quot;normal&quot;,&quot;fontStyle&quot;:&quot;normal&quot;,&quot;decoration&quot;:&quot;none&quot;,&quot;script&quot;:&quot;none&quot;}}],&quot;verticalAlign&quot;:&quot;TOP&quot;},&quot;size&quot;:{&quot;x&quot;:70.33771328228902,&quot;y&quot;:15.196843482261036},&quot;targetSize&quot;:{&quot;x&quot;:70.33771328228902,&quot;y&quot;:15.196843482261036},&quot;format&quot;:&quot;BETTER_TEXT&quot;,&quot;verticalAlign&quot;:&quot;TOP&quot;},&quot;isLocked&quot;:false,&quot;parent&quot;:{&quot;type&quot;:&quot;CHILD&quot;,&quot;parentId&quot;:&quot;33da049f-3882-499c-a8b9-53536cd2c694&quot;,&quot;order&quot;:&quot;9999977&quot;}},&quot;7c09496a-24c2-4d78-ba87-1bdc53f0bcc8&quot;:{&quot;type&quot;:&quot;FIGURE_OBJECT&quot;,&quot;id&quot;:&quot;7c09496a-24c2-4d78-ba87-1bdc53f0bcc8&quot;,&quot;relativeTransform&quot;:{&quot;translate&quot;:{&quot;x&quot;:-535.5561171359232,&quot;y&quot;:106.70082980412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#614B79&quot;,&quot;fontWeight&quot;:&quot;bold&quot;,&quot;fontStyle&quot;:&quot;normal&quot;,&quot;decoration&quot;:&quot;none&quot;,&quot;script&quot;:&quot;none&quot;},&quot;range&quot;:[0,9]}],&quot;text&quot;:&quot;Tumor cell&quot;,&quot;baseStyle&quot;:{&quot;fontFamily&quot;:&quot;Roboto&quot;,&quot;fontSize&quot;:12.85293266383337,&quot;color&quot;:&quot;rgb(160, 99, 84)&quot;,&quot;fontWeight&quot;:&quot;bold&quot;,&quot;fontStyle&quot;:&quot;normal&quot;,&quot;decoration&quot;:&quot;none&quot;,&quot;script&quot;:&quot;none&quot;}}],&quot;verticalAlign&quot;:&quot;TOP&quot;},&quot;size&quot;:{&quot;x&quot;:43.90841972172768,&quot;y&quot;:30.39368696452207},&quot;targetSize&quot;:{&quot;x&quot;:43.90841972172768,&quot;y&quot;:30.39368696452207},&quot;format&quot;:&quot;BETTER_TEXT&quot;,&quot;verticalAlign&quot;:&quot;TOP&quot;},&quot;isLocked&quot;:false,&quot;parent&quot;:{&quot;type&quot;:&quot;CHILD&quot;,&quot;parentId&quot;:&quot;33da049f-3882-499c-a8b9-53536cd2c694&quot;,&quot;order&quot;:&quot;9999975&quot;}},&quot;cea3b3d5-c57b-4eda-b015-6daaab44a420&quot;:{&quot;type&quot;:&quot;FIGURE_OBJECT&quot;,&quot;id&quot;:&quot;cea3b3d5-c57b-4eda-b015-6daaab44a420&quot;,&quot;relativeTransform&quot;:{&quot;translate&quot;:{&quot;x&quot;:-536.2880529482063,&quot;y&quot;:253.4526783761578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.85293266383337,&quot;color&quot;:&quot;rgba(58,104,174,1)&quot;,&quot;fontWeight&quot;:&quot;bold&quot;,&quot;fontStyle&quot;:&quot;normal&quot;,&quot;decoration&quot;:&quot;none&quot;,&quot;script&quot;:&quot;none&quot;},&quot;range&quot;:[0,15]}],&quot;text&quot;:&quot;Cytotoxic T cell&quot;,&quot;baseStyle&quot;:{&quot;fontFamily&quot;:&quot;Roboto&quot;,&quot;fontSize&quot;:12.85293266383337,&quot;color&quot;:&quot;rgba(58,104,174,1)&quot;,&quot;fontWeight&quot;:&quot;bold&quot;,&quot;fontStyle&quot;:&quot;normal&quot;,&quot;decoration&quot;:&quot;none&quot;,&quot;script&quot;:&quot;none&quot;}}],&quot;verticalAlign&quot;:&quot;TOP&quot;},&quot;size&quot;:{&quot;x&quot;:60.104867391596365,&quot;y&quot;:30.39368696452207},&quot;targetSize&quot;:{&quot;x&quot;:60.104867391596365,&quot;y&quot;:30.39368696452207},&quot;format&quot;:&quot;BETTER_TEXT&quot;,&quot;verticalAlign&quot;:&quot;TOP&quot;},&quot;isLocked&quot;:false,&quot;parent&quot;:{&quot;type&quot;:&quot;CHILD&quot;,&quot;parentId&quot;:&quot;33da049f-3882-499c-a8b9-53536cd2c694&quot;,&quot;order&quot;:&quot;999999&quot;}},&quot;0ff41a9e-6f31-4a8a-b772-e564ebbf1dcb&quot;:{&quot;id&quot;:&quot;0ff41a9e-6f31-4a8a-b772-e564ebbf1dcb&quot;,&quot;type&quot;:&quot;FIGURE_OBJECT&quot;,&quot;relativeTransform&quot;:{&quot;translate&quot;:{&quot;x&quot;:-440.16854453388584,&quot;y&quot;:-247.735771418292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39]}],&quot;text&quot;:&quot;Tumor-derived peptide presented on MHC-I&quot;}],&quot;_lastCaretLocation&quot;:{&quot;lineIndex&quot;:0,&quot;runIndex&quot;:-1,&quot;charIndex&quot;:-1,&quot;endOfLine&quot;:true}},&quot;format&quot;:&quot;BETTER_TEXT&quot;,&quot;size&quot;:{&quot;x&quot;:196.68750018399606,&quot;y&quot;:44.31576284194316},&quot;targetSize&quot;:{&quot;x&quot;:196.68750018399606,&quot;y&quot;:44.31576284194316}},&quot;parent&quot;:{&quot;type&quot;:&quot;CHILD&quot;,&quot;parentId&quot;:&quot;33da049f-3882-499c-a8b9-53536cd2c694&quot;,&quot;order&quot;:&quot;99998&quot;}},&quot;d8cbde15-95e2-4911-a458-7ac78aceb63a&quot;:{&quot;id&quot;:&quot;d8cbde15-95e2-4911-a458-7ac78aceb63a&quot;,&quot;type&quot;:&quot;FIGURE_OBJECT&quot;,&quot;relativeTransform&quot;:{&quot;translate&quot;:{&quot;x&quot;:-0.00012899021956513934,&quot;y&quot;:-307.104198020746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},&quot;range&quot;:[0,39]}],&quot;text&quot;:&quot;Tumor antigens are often poor immunogens&quot;}],&quot;_lastCaretLocation&quot;:{&quot;lineIndex&quot;:0,&quot;runIndex&quot;:-1,&quot;charIndex&quot;:-1,&quot;endOfLine&quot;:true}},&quot;format&quot;:&quot;BETTER_TEXT&quot;,&quot;size&quot;:{&quot;x&quot;:745.468738153247,&quot;y&quot;:45.74200080532491},&quot;targetSize&quot;:{&quot;x&quot;:745.468738153247,&quot;y&quot;:45.74200080532491}},&quot;parent&quot;:{&quot;type&quot;:&quot;CHILD&quot;,&quot;parentId&quot;:&quot;33da049f-3882-499c-a8b9-53536cd2c694&quot;,&quot;order&quot;:&quot;9998&quot;}},&quot;e535f791-1132-43eb-ba4e-7a0efe02822a&quot;:{&quot;id&quot;:&quot;e535f791-1132-43eb-ba4e-7a0efe02822a&quot;,&quot;type&quot;:&quot;FIGURE_OBJECT&quot;,&quot;relativeTransform&quot;:{&quot;translate&quot;:{&quot;x&quot;:-440.1682064922158,&quot;y&quot;:-258.90618296053265},&quot;rotate&quot;:0,&quot;skewX&quot;:0,&quot;scale&quot;:{&quot;x&quot;:1,&quot;y&quot;:1}},&quot;text&quot;:{&quot;textData&quot;:{&quot;lineSpacing&quot;:&quot;double&quot;,&quot;alignment&quot;:&quot;left&quot;,&quot;verticalAlign&quot;:&quot;TOP&quot;,&quot;lines&quot;:[{&quot;runs&quot;:[{&quot;style&quot;:{&quot;fontFamily&quot;:&quot;Roboto&quot;,&quot;fontSize&quot;:42.656,&quot;color&quot;:&quot;rgba(23,23,23,1)&quot;,&quot;fontWeight&quot;:&quot;bold&quot;,&quot;fontStyle&quot;:&quot;normal&quot;,&quot;decoration&quot;:&quot;none&quot;,&quot;script&quot;:&quot;none&quot;},&quot;range&quot;:[0,0]}],&quot;text&quot;:&quot; &quot;}],&quot;_lastCaretLocation&quot;:{&quot;lineIndex&quot;:0,&quot;runIndex&quot;:-1,&quot;charIndex&quot;:-1,&quot;endOfLine&quot;:true}},&quot;format&quot;:&quot;BETTER_TEXT&quot;,&quot;size&quot;:{&quot;x&quot;:151.40518223602655,&quot;y&quot;:50.653999999999996},&quot;targetSize&quot;:{&quot;x&quot;:151.40518223602655,&quot;y&quot;:50.653999999999996}},&quot;parent&quot;:{&quot;type&quot;:&quot;CHILD&quot;,&quot;parentId&quot;:&quot;33da049f-3882-499c-a8b9-53536cd2c694&quot;,&quot;order&quot;:&quot;9997&quot;}},&quot;066cbfdc-48e0-4eea-ad90-3e34effef28a&quot;:{&quot;id&quot;:&quot;066cbfdc-48e0-4eea-ad90-3e34effef28a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33da049f-3882-499c-a8b9-53536cd2c694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370de61a-e99d-4622-94a5-8b542dd20ae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70de61a-e99d-4622-94a5-8b542dd20aed&quot;:{&quot;type&quot;:&quot;FIGURE_OBJECT&quot;,&quot;id&quot;:&quot;370de61a-e99d-4622-94a5-8b542dd20aed&quot;,&quot;parent&quot;:{&quot;type&quot;:&quot;CHILD&quot;,&quot;parentId&quot;:&quot;33da049f-3882-499c-a8b9-53536cd2c694&quot;,&quot;order&quot;:&quot;999991&quot;},&quot;relativeTransform&quot;:{&quot;translate&quot;:{&quot;x&quot;:30.90908958410546,&quot;y&quot;:-16.52872653229423},&quot;rotate&quot;:0,&quot;skewX&quot;:0,&quot;scale&quot;:{&quot;x&quot;:1,&quot;y&quot;:1}}},&quot;63aad771-109a-459e-8f32-da17dfd3d6c3&quot;:{&quot;type&quot;:&quot;FIGURE_OBJECT&quot;,&quot;id&quot;:&quot;63aad771-109a-459e-8f32-da17dfd3d6c3&quot;,&quot;parent&quot;:{&quot;type&quot;:&quot;CHILD&quot;,&quot;parentId&quot;:&quot;370de61a-e99d-4622-94a5-8b542dd20aed&quot;,&quot;order&quot;:&quot;1&quot;},&quot;relativeTransform&quot;:{&quot;translate&quot;:{&quot;x&quot;:32.14946020281877,&quot;y&quot;:71.36762368411043},&quot;rotate&quot;:0,&quot;skewX&quot;:0,&quot;scale&quot;:{&quot;x&quot;:1,&quot;y&quot;:1}}},&quot;8ec87ff0-de9f-4ff1-b76a-779edfc65c4f&quot;:{&quot;relativeTransform&quot;:{&quot;translate&quot;:{&quot;x&quot;:-583.9864970682712,&quot;y&quot;:-45.34285603587814},&quot;rotate&quot;:0},&quot;type&quot;:&quot;FIGURE_OBJECT&quot;,&quot;id&quot;:&quot;8ec87ff0-de9f-4ff1-b76a-779edfc65c4f&quot;,&quot;parent&quot;:{&quot;type&quot;:&quot;CHILD&quot;,&quot;parentId&quot;:&quot;63aad771-109a-459e-8f32-da17dfd3d6c3&quot;,&quot;order&quot;:&quot;2&quot;},&quot;name&quot;:&quot;Cancer cell (editable)&quot;,&quot;displayName&quot;:&quot;Cancer cell (editable)&quot;,&quot;source&quot;:{&quot;id&quot;:&quot;668d61842f2228e490797376&quot;,&quot;type&quot;:&quot;ASSETS&quot;},&quot;isPremium&quot;:true},&quot;3a43f951-535d-412c-8596-fb59e84b27fe&quot;:{&quot;type&quot;:&quot;FIGURE_OBJECT&quot;,&quot;id&quot;:&quot;3a43f951-535d-412c-8596-fb59e84b27fe&quot;,&quot;path&quot;:{&quot;type&quot;:&quot;POLY_LINE&quot;,&quot;points&quot;:[{&quot;x&quot;:-550.2627758495408,&quot;y&quot;:68.69980675591235},{&quot;x&quot;:-560.5156870847468,&quot;y&quot;:60.94372580610498},{&quot;x&quot;:-558.7149863616839,&quot;y&quot;:55.767514049621305},{&quot;x&quot;:-546.3298143219092,&quot;y&quot;:55.767514049621305},{&quot;x&quot;:-542.5563090061021,&quot;y&quot;:44.15706626038664},{&quot;x&quot;:-535.4097761992786,&quot;y&quot;:37.191751245454306},{&quot;x&quot;:-531.2627880923313,&quot;y&quot;:27.67338506559547},{&quot;x&quot;:-519.093796026492,&quot;y&quot;:27.67338506559547},{&quot;x&quot;:-514.4719723632312,&quot;y&quot;:18.037915882148873},{&quot;x&quot;:-504.60958109948945,&quot;y&quot;:26.05356173855919},{&quot;x&quot;:-496.9536185832583,&quot;y&quot;:24.585692745872606},{&quot;x&quot;:-491.45728463251385,&quot;y&quot;:14.973047544052898},{&quot;x&quot;:-486.4536725542996,&quot;y&quot;:14.973047544052898},{&quot;x&quot;:-476.71329824149194,&quot;y&quot;:26.342174076069515},{&quot;x&quot;:-471.33430568548175,&quot;y&quot;:23.9298121188126},{&quot;x&quot;:-466.75391102953796,&quot;y&quot;:30.232717755092633},{&quot;x&quot;:-453.5173111043803,&quot;y&quot;:36.62892448387953},{&quot;x&quot;:-445.36680255853526,&quot;y&quot;:44.1536774581596},{&quot;x&quot;:-433.57476658256354,&quot;y&quot;:46.48862926023056},{&quot;x&quot;:-435.9758615069089,&quot;y&quot;:53.30517175948223},{&quot;x&quot;:-435.9758615069089,&quot;y&quot;:60.121003252238175},{&quot;x&quot;:-429.9986052357677,&quot;y&quot;:67.4226705332259},{&quot;x&quot;:-437.1843073616176,&quot;y&quot;:74.80763064487006},{&quot;x&quot;:-427.54215039309025,&quot;y&quot;:83.38534963256974},{&quot;x&quot;:-432.51100430116526,&quot;y&quot;:92.01864011733608},{&quot;x&quot;:-430.7160419508544,&quot;y&quot;:98.532518257543},{&quot;x&quot;:-428.3470330639088,&quot;y&quot;:103.79193581254643},{&quot;x&quot;:-433.5378388786039,&quot;y&quot;:107.41445718595139},{&quot;x&quot;:-440.32809349543794,&quot;y&quot;:124.38989999334025},{&quot;x&quot;:-453.2713961976513,&quot;y&quot;:130.11607387487066},{&quot;x&quot;:-456.7280185071233,&quot;y&quot;:137.5338005952234},{&quot;x&quot;:-459.84741990645784,&quot;y&quot;:140.09736254447142},{&quot;x&quot;:-463.91793521958823,&quot;y&quot;:140.09736254447142},{&quot;x&quot;:-473.40437791436005,&quot;y&quot;:141.50440783721976},{&quot;x&quot;:-483.0797239058139,&quot;y&quot;:141.50440783721976},{&quot;x&quot;:-488.63683296985346,&quot;y&quot;:143.71427341323832},{&quot;x&quot;:-494.2724170060256,&quot;y&quot;:145.18041604118935},{&quot;x&quot;:-506.92761502362805,&quot;y&quot;:143.0959631249049},{&quot;x&quot;:-515.5082812171491,&quot;y&quot;:146.8648640313994},{&quot;x&quot;:-520.9076380325183,&quot;y&quot;:136.58839835320168},{&quot;x&quot;:-530.7013227001984,&quot;y&quot;:138.79934511592663},{&quot;x&quot;:-533.7742177994177,&quot;y&quot;:128.79327715816936},{&quot;x&quot;:-541.2057058483329,&quot;y&quot;:123.39178063425652},{&quot;x&quot;:-551.7904796248738,&quot;y&quot;:119.50506707321716},{&quot;x&quot;:-551.7904796248738,&quot;y&quot;:112.45549573699418},{&quot;x&quot;:-554.8322314080061,&quot;y&quot;:107.8305774076661},{&quot;x&quot;:-550.2419951286807,&quot;y&quot;:101.92642250310408},{&quot;x&quot;:-553.8888670636456,&quot;y&quot;:88.299256815638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29, 235, 251, 1)&quot;},{&quot;type&quot;:&quot;STROKE&quot;,&quot;strokeStyle&quot;:&quot;rgba(79, 96, 156, 1)&quot;,&quot;lineWidth&quot;:2.147047997252762,&quot;lineJoin&quot;:&quot;round&quot;}],&quot;relativeTransform&quot;:{&quot;translate&quot;:{&quot;x&quot;:567.1758609587399,&quot;y&quot;:-219.48436581372724},&quot;rotate&quot;:0},&quot;parent&quot;:{&quot;type&quot;:&quot;CHILD&quot;,&quot;parentId&quot;:&quot;8ec87ff0-de9f-4ff1-b76a-779edfc65c4f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d87f73db-546b-40b1-aaeb-94c92856e275&quot;:{&quot;type&quot;:&quot;FIGURE_OBJECT&quot;,&quot;id&quot;:&quot;d87f73db-546b-40b1-aaeb-94c92856e275&quot;,&quot;path&quot;:{&quot;type&quot;:&quot;POLY_LINE&quot;,&quot;points&quot;:[{&quot;x&quot;:-591.1817933765112,&quot;y&quot;:98.27817626414988},{&quot;x&quot;:-581.0569742033118,&quot;y&quot;:95.46079777724256},{&quot;x&quot;:-572.0706272114766,&quot;y&quot;:97.48480759765923},{&quot;x&quot;:-559.4412135397448,&quot;y&quot;:97.48480759765923},{&quot;x&quot;:-551.9094606303065,&quot;y&quot;:105.9122081352062},{&quot;x&quot;:-543.4922596950395,&quot;y&quot;:113.5630045001355},{&quot;x&quot;:-540.3085425743172,&quot;y&quot;:132.01516760872653},{&quot;x&quot;:-544.124834777192,&quot;y&quot;:141.94385084639887},{&quot;x&quot;:-546.0289514439967,&quot;y&quot;:160.18668287924152},{&quot;x&quot;:-552.3962403519921,&quot;y&quot;:166.21552766514276},{&quot;x&quot;:-564.0977732632971,&quot;y&quot;:169.62820026551796},{&quot;x&quot;:-571.6308121453961,&quot;y&quot;:174.5221992051557},{&quot;x&quot;:-583.318215414528,&quot;y&quot;:168.76504369492244},{&quot;x&quot;:-597.2324156646665,&quot;y&quot;:168.76504369492244},{&quot;x&quot;:-602.9462678460135,&quot;y&quot;:159.7052312204747},{&quot;x&quot;:-602.9462678460135,&quot;y&quot;:148.81716569444987},{&quot;x&quot;:-607.0942632132164,&quot;y&quot;:136.5932004175265},{&quot;x&quot;:-604.6721835926801,&quot;y&quot;:124.77207152710216},{&quot;x&quot;:-602.2477766735744,&quot;y&quot;:109.81964741372089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207, 213, 232, 1)&quot;},{&quot;type&quot;:&quot;STROKE&quot;,&quot;strokeStyle&quot;:&quot;rgba(50, 64, 104, 1)&quot;,&quot;lineWidth&quot;:1.431365331501841,&quot;lineJoin&quot;:&quot;round&quot;}],&quot;relativeTransform&quot;:{&quot;translate&quot;:{&quot;x&quot;:-69.18930685895822,&quot;y&quot;:-699.7923280042775},&quot;rotate&quot;:-1.5707963267948966},&quot;parent&quot;:{&quot;type&quot;:&quot;CHILD&quot;,&quot;parentId&quot;:&quot;8ec87ff0-de9f-4ff1-b76a-779edfc65c4f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48fcf0ef-1b11-437d-a288-c14acf482446&quot;:{&quot;type&quot;:&quot;FIGURE_OBJECT&quot;,&quot;id&quot;:&quot;48fcf0ef-1b11-437d-a288-c14acf482446&quot;,&quot;parent&quot;:{&quot;type&quot;:&quot;CHILD&quot;,&quot;parentId&quot;:&quot;8ec87ff0-de9f-4ff1-b76a-779edfc65c4f&quot;,&quot;order&quot;:&quot;7&quot;},&quot;relativeTransform&quot;:{&quot;translate&quot;:{&quot;x&quot;:567.3189974918902,&quot;y&quot;:-224.7415334297671},&quot;rotate&quot;:0}},&quot;cdc4ea7d-cba1-4577-957c-26f961843814&quot;:{&quot;type&quot;:&quot;FIGURE_OBJECT&quot;,&quot;id&quot;:&quot;cdc4ea7d-cba1-4577-957c-26f961843814&quot;,&quot;relativeTransform&quot;:{&quot;translate&quot;:{&quot;x&quot;:-526.0224652309321,&quot;y&quot;:49.1673991370882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02&quot;}},&quot;60f7959e-be18-44d7-880a-4f797ec8f1a7&quot;:{&quot;type&quot;:&quot;FIGURE_OBJECT&quot;,&quot;id&quot;:&quot;60f7959e-be18-44d7-880a-4f797ec8f1a7&quot;,&quot;relativeTransform&quot;:{&quot;translate&quot;:{&quot;x&quot;:-539.4772993470494,&quot;y&quot;:107.85337772866376},&quot;rotate&quot;:0},&quot;opacity&quot;:1,&quot;path&quot;:{&quot;type&quot;:&quot;ELLIPSE&quot;,&quot;size&quot;:{&quot;x&quot;:1.8607749309524466,&quot;y&quot;:1.7176383978022074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05&quot;}},&quot;6e4a9297-f4a0-4cf1-baf2-3d7d6cb7c80f&quot;:{&quot;type&quot;:&quot;FIGURE_OBJECT&quot;,&quot;id&quot;:&quot;6e4a9297-f4a0-4cf1-baf2-3d7d6cb7c80f&quot;,&quot;relativeTransform&quot;:{&quot;translate&quot;:{&quot;x&quot;:-492.5285164737891,&quot;y&quot;:128.89444810174086},&quot;rotate&quot;:0},&quot;opacity&quot;:1,&quot;path&quot;:{&quot;type&quot;:&quot;ELLIPSE&quot;,&quot;size&quot;:{&quot;x&quot;:2.433321063553118,&quot;y&quot;:2.576457596703286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07&quot;}},&quot;8aa8c7c3-31a8-4822-913e-32377b59699b&quot;:{&quot;type&quot;:&quot;FIGURE_OBJECT&quot;,&quot;id&quot;:&quot;8aa8c7c3-31a8-4822-913e-32377b59699b&quot;,&quot;relativeTransform&quot;:{&quot;translate&quot;:{&quot;x&quot;:-477.42761222644447,&quot;y&quot;:137.91204969020242},&quot;rotate&quot;:0},&quot;opacity&quot;:1,&quot;path&quot;:{&quot;type&quot;:&quot;ELLIPSE&quot;,&quot;size&quot;:{&quot;x&quot;:3.435276795604459,&quot;y&quot;:3.721549861904761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1&quot;}},&quot;c7222676-ccc9-4de6-8746-f3055a0f1be3&quot;:{&quot;type&quot;:&quot;FIGURE_OBJECT&quot;,&quot;id&quot;:&quot;c7222676-ccc9-4de6-8746-f3055a0f1be3&quot;,&quot;relativeTransform&quot;:{&quot;translate&quot;:{&quot;x&quot;:-472.13156049988766,&quot;y&quot;:112.3621785228945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12&quot;}},&quot;0683a9b2-c4bb-43c0-bc28-f159d4324085&quot;:{&quot;type&quot;:&quot;FIGURE_OBJECT&quot;,&quot;id&quot;:&quot;0683a9b2-c4bb-43c0-bc28-f159d4324085&quot;,&quot;relativeTransform&quot;:{&quot;translate&quot;:{&quot;x&quot;:-473.27665276508907,&quot;y&quot;:77.15059136794927},&quot;rotate&quot;:0},&quot;opacity&quot;:1,&quot;path&quot;:{&quot;type&quot;:&quot;ELLIPSE&quot;,&quot;size&quot;:{&quot;x&quot;:3.149003729304054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15&quot;}},&quot;ab5b933e-4df1-43ef-957f-2b0bcfb78931&quot;:{&quot;type&quot;:&quot;FIGURE_OBJECT&quot;,&quot;id&quot;:&quot;ab5b933e-4df1-43ef-957f-2b0bcfb78931&quot;,&quot;relativeTransform&quot;:{&quot;translate&quot;:{&quot;x&quot;:-524.5195316328551,&quot;y&quot;:64.66336021592718},&quot;rotate&quot;:0},&quot;opacity&quot;:1,&quot;path&quot;:{&quot;type&quot;:&quot;ELLIPSE&quot;,&quot;size&quot;:{&quot;x&quot;:2.862730663003678,&quot;y&quot;:3.005867196153841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2&quot;}},&quot;04ab99d5-e652-4c8b-8052-74755a5d468f&quot;:{&quot;type&quot;:&quot;FIGURE_OBJECT&quot;,&quot;id&quot;:&quot;04ab99d5-e652-4c8b-8052-74755a5d468f&quot;,&quot;relativeTransform&quot;:{&quot;translate&quot;:{&quot;x&quot;:-509.6333321852359,&quot;y&quot;:53.14086929733738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22&quot;}},&quot;b0e317b6-6784-4abf-affe-54520c68a900&quot;:{&quot;type&quot;:&quot;FIGURE_OBJECT&quot;,&quot;id&quot;:&quot;b0e317b6-6784-4abf-affe-54520c68a900&quot;,&quot;relativeTransform&quot;:{&quot;translate&quot;:{&quot;x&quot;:-538.2606388152727,&quot;y&quot;:78.1897625986196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25&quot;}},&quot;b521edbb-2f2a-48f9-a63e-68455d1f09ac&quot;:{&quot;type&quot;:&quot;FIGURE_OBJECT&quot;,&quot;id&quot;:&quot;b521edbb-2f2a-48f9-a63e-68455d1f09ac&quot;,&quot;relativeTransform&quot;:{&quot;translate&quot;:{&quot;x&quot;:-461.3963205136238,&quot;y&quot;:89.78382178378453},&quot;rotate&quot;:0},&quot;opacity&quot;:1,&quot;path&quot;:{&quot;type&quot;:&quot;ELLIPSE&quot;,&quot;size&quot;:{&quot;x&quot;:2.5764575967033263,&quot;y&quot;:2.57645759670328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3&quot;}},&quot;64e3ef4a-704a-4c28-b728-2ef0f586cbc8&quot;:{&quot;type&quot;:&quot;FIGURE_OBJECT&quot;,&quot;id&quot;:&quot;64e3ef4a-704a-4c28-b728-2ef0f586cbc8&quot;,&quot;relativeTransform&quot;:{&quot;translate&quot;:{&quot;x&quot;:-508.917649519485,&quot;y&quot;:134.22771532691675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35&quot;}},&quot;ed35269c-32c6-4db7-af05-bbec450e4422&quot;:{&quot;type&quot;:&quot;FIGURE_OBJECT&quot;,&quot;id&quot;:&quot;ed35269c-32c6-4db7-af05-bbec450e4422&quot;,&quot;relativeTransform&quot;:{&quot;translate&quot;:{&quot;x&quot;:-533.5371332213167,&quot;y&quot;:117.7670140146456},&quot;rotate&quot;:0},&quot;opacity&quot;:1,&quot;path&quot;:{&quot;type&quot;:&quot;ELLIPSE&quot;,&quot;size&quot;:{&quot;x&quot;:3.1490037293040825,&quot;y&quot;:3.0058671961538432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4&quot;}},&quot;f45b3833-8487-4569-937c-9b8d95440006&quot;:{&quot;type&quot;:&quot;FIGURE_OBJECT&quot;,&quot;id&quot;:&quot;f45b3833-8487-4569-937c-9b8d95440006&quot;,&quot;relativeTransform&quot;:{&quot;translate&quot;:{&quot;x&quot;:-462.9708223782759,&quot;y&quot;:123.99345320667867},&quot;rotate&quot;:0},&quot;opacity&quot;:1,&quot;path&quot;:{&quot;type&quot;:&quot;ELLIPSE&quot;,&quot;size&quot;:{&quot;x&quot;:2.8627306630037923,&quot;y&quot;:2.86273066300369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&quot;}},&quot;a40fc71c-eaa2-4219-81d4-db35d2a9ca09&quot;:{&quot;type&quot;:&quot;FIGURE_OBJECT&quot;,&quot;id&quot;:&quot;a40fc71c-eaa2-4219-81d4-db35d2a9ca09&quot;,&quot;relativeTransform&quot;:{&quot;translate&quot;:{&quot;x&quot;:-446.1522797331292,&quot;y&quot;:104.813157764554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2&quot;}},&quot;8d134792-1adf-4fd8-af8b-acff5cb4c6a7&quot;:{&quot;type&quot;:&quot;FIGURE_OBJECT&quot;,&quot;id&quot;:&quot;8d134792-1adf-4fd8-af8b-acff5cb4c6a7&quot;,&quot;relativeTransform&quot;:{&quot;translate&quot;:{&quot;x&quot;:-498.826523932397,&quot;y&quot;:62.0153343526489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5&quot;}},&quot;605f5080-ba01-4a75-b341-b91b91a07079&quot;:{&quot;type&quot;:&quot;FIGURE_OBJECT&quot;,&quot;id&quot;:&quot;605f5080-ba01-4a75-b341-b91b91a07079&quot;,&quot;relativeTransform&quot;:{&quot;translate&quot;:{&quot;x&quot;:-482.07954955382525,&quot;y&quot;:49.4193194354327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57&quot;}},&quot;70f416d9-e649-478c-b258-9f328a37d811&quot;:{&quot;type&quot;:&quot;FIGURE_OBJECT&quot;,&quot;id&quot;:&quot;70f416d9-e649-478c-b258-9f328a37d811&quot;,&quot;relativeTransform&quot;:{&quot;translate&quot;:{&quot;x&quot;:-481.2207303549243,&quot;y&quot;:48.70363676968182},&quot;rotate&quot;:0},&quot;opacity&quot;:1,&quot;path&quot;:{&quot;type&quot;:&quot;ELLIPSE&quot;,&quot;size&quot;:{&quot;x&quot;:3.5784133287547406,&quot;y&quot;:3.43527679560441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6&quot;}},&quot;ab58d260-1d5c-4146-a056-ef9b99d71161&quot;:{&quot;type&quot;:&quot;FIGURE_OBJECT&quot;,&quot;id&quot;:&quot;ab58d260-1d5c-4146-a056-ef9b99d71161&quot;,&quot;relativeTransform&quot;:{&quot;translate&quot;:{&quot;x&quot;:-454.5257669224149,&quot;y&quot;:69.88784367590905},&quot;rotate&quot;:0},&quot;opacity&quot;:1,&quot;path&quot;:{&quot;type&quot;:&quot;ELLIPSE&quot;,&quot;size&quot;:{&quot;x&quot;:3.1490037293041544,&quot;y&quot;:3.435276795604430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62&quot;}},&quot;87076cfa-6e68-416c-9c9b-cbb57a692b04&quot;:{&quot;type&quot;:&quot;FIGURE_OBJECT&quot;,&quot;id&quot;:&quot;87076cfa-6e68-416c-9c9b-cbb57a692b04&quot;,&quot;relativeTransform&quot;:{&quot;translate&quot;:{&quot;x&quot;:-452.8796967911878,&quot;y&quot;:49.20461463570746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65&quot;}},&quot;10979899-9212-4db8-952b-bd15ed3cad0f&quot;:{&quot;type&quot;:&quot;FIGURE_OBJECT&quot;,&quot;id&quot;:&quot;10979899-9212-4db8-952b-bd15ed3cad0f&quot;,&quot;relativeTransform&quot;:{&quot;translate&quot;:{&quot;x&quot;:-447.01109893203034,&quot;y&quot;:87.13579592050625},&quot;rotate&quot;:0},&quot;opacity&quot;:1,&quot;path&quot;:{&quot;type&quot;:&quot;ELLIPSE&quot;,&quot;size&quot;:{&quot;x&quot;:2.4333210635532354,&quot;y&quot;:2.433321063553135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7&quot;}},&quot;3920d878-3de1-444b-bad8-f729f6cfc0db&quot;:{&quot;type&quot;:&quot;FIGURE_OBJECT&quot;,&quot;id&quot;:&quot;3920d878-3de1-444b-bad8-f729f6cfc0db&quot;,&quot;relativeTransform&quot;:{&quot;translate&quot;:{&quot;x&quot;:-462.3267079791001,&quot;y&quot;:104.19266089334793},&quot;rotate&quot;:0},&quot;opacity&quot;:1,&quot;path&quot;:{&quot;type&quot;:&quot;ELLIPSE&quot;,&quot;size&quot;:{&quot;x&quot;:2.1470479972528382,&quot;y&quot;:2.194283053192336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72&quot;}},&quot;3de25e27-750e-4a36-b61d-4adfa69fba75&quot;:{&quot;type&quot;:&quot;FIGURE_OBJECT&quot;,&quot;id&quot;:&quot;3de25e27-750e-4a36-b61d-4adfa69fba75&quot;,&quot;relativeTransform&quot;:{&quot;translate&quot;:{&quot;x&quot;:-439.2101578753453,&quot;y&quot;:94.6025131722856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75&quot;}},&quot;7a6200c4-489f-4f45-9680-3fabc361fa2c&quot;:{&quot;type&quot;:&quot;FIGURE_OBJECT&quot;,&quot;id&quot;:&quot;7a6200c4-489f-4f45-9680-3fabc361fa2c&quot;,&quot;relativeTransform&quot;:{&quot;translate&quot;:{&quot;x&quot;:-465.8335530412797,&quot;y&quot;:46.93804763327429},&quot;rotate&quot;:0},&quot;opacity&quot;:1,&quot;path&quot;:{&quot;type&quot;:&quot;ELLIPSE&quot;,&quot;size&quot;:{&quot;x&quot;:1.7176383978022338,&quot;y&quot;:1.9080099868919689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8&quot;}},&quot;d8d4a8ed-05da-497f-b340-873d83985eb0&quot;:{&quot;type&quot;:&quot;FIGURE_OBJECT&quot;,&quot;id&quot;:&quot;d8d4a8ed-05da-497f-b340-873d83985eb0&quot;,&quot;relativeTransform&quot;:{&quot;translate&quot;:{&quot;x&quot;:-487.4471695469574,&quot;y&quot;:34.342032716058085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85&quot;}},&quot;fd77ddb1-bb5e-4cf1-bd26-f58f5f2d1bcb&quot;:{&quot;type&quot;:&quot;FIGURE_OBJECT&quot;,&quot;id&quot;:&quot;fd77ddb1-bb5e-4cf1-bd26-f58f5f2d1bcb&quot;,&quot;relativeTransform&quot;:{&quot;translate&quot;:{&quot;x&quot;:-478.4295679584958,&quot;y&quot;:63.255612412395294},&quot;rotate&quot;:0},&quot;opacity&quot;:1,&quot;path&quot;:{&quot;type&quot;:&quot;ELLIPSE&quot;,&quot;size&quot;:{&quot;x&quot;:1.431365331501829,&quot;y&quot;:1.6217369205916043}},&quot;isLocked&quot;:false,&quot;pathStyles&quot;:[{&quot;type&quot;:&quot;FILL&quot;,&quot;fillStyle&quot;:&quot;#407EC9&quot;},{&quot;type&quot;:&quot;STROKE&quot;,&quot;strokeStyle&quot;:&quot;rgba(0,0,0,0)&quot;,&quot;lineWidth&quot;:2.862730663003682,&quot;lineJoin&quot;:&quot;round&quot;}],&quot;parent&quot;:{&quot;type&quot;:&quot;CHILD&quot;,&quot;parentId&quot;:&quot;48fcf0ef-1b11-437d-a288-c14acf482446&quot;,&quot;order&quot;:&quot;9&quot;}},&quot;61661fd0-05f0-4799-9c3c-8aee7036f665&quot;:{&quot;type&quot;:&quot;FIGURE_OBJECT&quot;,&quot;id&quot;:&quot;61661fd0-05f0-4799-9c3c-8aee7036f665&quot;,&quot;parent&quot;:{&quot;type&quot;:&quot;CHILD&quot;,&quot;parentId&quot;:&quot;63aad771-109a-459e-8f32-da17dfd3d6c3&quot;,&quot;order&quot;:&quot;5&quot;},&quot;relativeTransform&quot;:{&quot;translate&quot;:{&quot;x&quot;:-495.38402143735925,&quot;y&quot;:-162.48299195646837},&quot;rotate&quot;:0}},&quot;881d5712-b22c-437b-8a80-dac6816a5092&quot;:{&quot;id&quot;:&quot;881d5712-b22c-437b-8a80-dac6816a5092&quot;,&quot;name&quot;:&quot;DNA mutation (symbol) &quot;,&quot;displayName&quot;:&quot;&quot;,&quot;type&quot;:&quot;FIGURE_OBJECT&quot;,&quot;relativeTransform&quot;:{&quot;translate&quot;:{&quot;x&quot;:-24.886976383655853,&quot;y&quot;:-11.885054735217484},&quot;rotate&quot;:0,&quot;skewX&quot;:0,&quot;scale&quot;:{&quot;x&quot;:0.7438943251440696,&quot;y&quot;:0.74389432514407}},&quot;image&quot;:{&quot;url&quot;:&quot;https://icons.cdn.biorender.com/biorender/6329d2fa8dc9890028b7aaf9/20220920145122/image/6329d2fa8dc9890028b7aaf9.png&quot;,&quot;isPremium&quot;:false,&quot;isOrgIcon&quot;:false,&quot;size&quot;:{&quot;x&quot;:150,&quot;y&quot;:50.89820359281437}},&quot;source&quot;:{&quot;id&quot;:&quot;6329d2fa8dc9890028b7aaf9&quot;,&quot;version&quot;:&quot;20220920145122&quot;,&quot;type&quot;:&quot;ASSETS&quot;},&quot;isPremium&quot;:false,&quot;parent&quot;:{&quot;type&quot;:&quot;CHILD&quot;,&quot;parentId&quot;:&quot;61661fd0-05f0-4799-9c3c-8aee7036f665&quot;,&quot;order&quot;:&quot;2&quot;}},&quot;9ce7f122-dac9-4b1e-a6f5-cb0d592825e4&quot;:{&quot;type&quot;:&quot;FIGURE_OBJECT&quot;,&quot;id&quot;:&quot;9ce7f122-dac9-4b1e-a6f5-cb0d592825e4&quot;,&quot;relativeTransform&quot;:{&quot;translate&quot;:{&quot;x&quot;:-24.458877521654717,&quot;y&quot;:-16.6969341712724},&quot;rotate&quot;:-2.7101412947109007,&quot;skewX&quot;:3.357316391060984e-16},&quot;opacity&quot;:1,&quot;path&quot;:{&quot;type&quot;:&quot;RECT&quot;,&quot;size&quot;:{&quot;x&quot;:-7.533966537199702,&quot;y&quot;:2.0362070103346412},&quot;cornerRounding&quot;:{&quot;type&quot;:&quot;ARC_LENGTH&quot;,&quot;global&quot;:3.1984666551100784}},&quot;pathStyles&quot;:[{&quot;type&quot;:&quot;FILL&quot;,&quot;fillStyle&quot;:&quot;#DA291C&quot;},{&quot;type&quot;:&quot;STROKE&quot;,&quot;strokeStyle&quot;:&quot;#DA291C&quot;,&quot;lineWidth&quot;:0.814482845560591,&quot;lineJoin&quot;:&quot;round&quot;}],&quot;isLocked&quot;:false,&quot;parent&quot;:{&quot;type&quot;:&quot;CHILD&quot;,&quot;parentId&quot;:&quot;61661fd0-05f0-4799-9c3c-8aee7036f665&quot;,&quot;order&quot;:&quot;5&quot;}},&quot;8c939c87-179d-4a2e-b3c2-6fa76faf2e14&quot;:{&quot;type&quot;:&quot;FIGURE_OBJECT&quot;,&quot;id&quot;:&quot;8c939c87-179d-4a2e-b3c2-6fa76faf2e14&quot;,&quot;parent&quot;:{&quot;type&quot;:&quot;CROP&quot;,&quot;parentId&quot;:&quot;61661fd0-05f0-4799-9c3c-8aee7036f665&quot;,&quot;order&quot;:&quot;5&quot;},&quot;relativeTransform&quot;:{&quot;translate&quot;:{&quot;x&quot;:-25.234114684848073,&quot;y&quot;:-11.885054735217484},&quot;rotate&quot;:0,&quot;skewX&quot;:0,&quot;scale&quot;:{&quot;x&quot;:32.478198560452036,&quot;y&quot;:19.338683829141353}},&quot;path&quot;:{&quot;type&quot;:&quot;RECT&quot;,&quot;size&quot;:{&quot;x&quot;:2,&quot;y&quot;:2}},&quot;pathStyles&quot;:[{&quot;type&quot;:&quot;FILL&quot;,&quot;fillStyle&quot;:&quot;#fff&quot;}],&quot;isFrozen&quot;:true},&quot;6fccfa51-9020-43b1-b7b8-7c8606d9e916&quot;:{&quot;type&quot;:&quot;FIGURE_OBJECT&quot;,&quot;id&quot;:&quot;6fccfa51-9020-43b1-b7b8-7c8606d9e916&quot;,&quot;relativeTransform&quot;:{&quot;translate&quot;:{&quot;x&quot;:-501.8612399705841,&quot;y&quot;:-380.6480724508609},&quot;rotate&quot;:-0.8805773050122738,&quot;skewX&quot;:-2.775557561562893e-16,&quot;scale&quot;:{&quot;x&quot;:0.9999999999999997,&quot;y&quot;:1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(107, 21, 25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70de61a-e99d-4622-94a5-8b542dd20aed&quot;,&quot;order&quot;:&quot;6&quot;}},&quot;d5681d03-1083-410a-a555-64d263877766&quot;:{&quot;type&quot;:&quot;FIGURE_OBJECT&quot;,&quot;id&quot;:&quot;d5681d03-1083-410a-a555-64d263877766&quot;,&quot;parent&quot;:{&quot;type&quot;:&quot;CHILD&quot;,&quot;parentId&quot;:&quot;370de61a-e99d-4622-94a5-8b542dd20aed&quot;,&quot;order&quot;:&quot;5&quot;},&quot;relativeTransform&quot;:{&quot;translate&quot;:{&quot;x&quot;:-336.4331020321522,&quot;y&quot;:-318.9316745295706},&quot;rotate&quot;:0,&quot;skewX&quot;:0,&quot;scale&quot;:{&quot;x&quot;:1,&quot;y&quot;:1}}},&quot;310b3a39-5371-47e3-b161-0ea8ee7ff431&quot;:{&quot;type&quot;:&quot;FIGURE_OBJECT&quot;,&quot;id&quot;:&quot;310b3a39-5371-47e3-b161-0ea8ee7ff431&quot;,&quot;relativeTransform&quot;:{&quot;translate&quot;:{&quot;x&quot;:-142.88376500815622,&quot;y&quot;:159.44220706107689},&quot;rotate&quot;:0},&quot;opacity&quot;:1,&quot;path&quot;:{&quot;type&quot;:&quot;ELLIPSE&quot;,&quot;size&quot;:{&quot;x&quot;:19.979145983920954,&quot;y&quot;:20.386883657062203}},&quot;isLocked&quot;:false,&quot;pathStyles&quot;:[{&quot;type&quot;:&quot;FILL&quot;,&quot;fillStyle&quot;:{&quot;type&quot;:&quot;radial&quot;,&quot;colorStops&quot;:{&quot;0.172&quot;:&quot;rgba(162, 40, 40, 0.35)&quot;,&quot;0.699&quot;:&quot;rgba(162, 40, 40, 0)&quot;}}},{&quot;type&quot;:&quot;STROKE&quot;,&quot;strokeStyle&quot;:&quot;rgba(0,0,0,0)&quot;,&quot;lineWidth&quot;:0,&quot;lineJoin&quot;:&quot;round&quot;}],&quot;parent&quot;:{&quot;type&quot;:&quot;CHILD&quot;,&quot;parentId&quot;:&quot;d5681d03-1083-410a-a555-64d263877766&quot;,&quot;order&quot;:&quot;7&quot;}},&quot;94530c37-eff8-4f1f-8f80-8912b746aab9&quot;:{&quot;id&quot;:&quot;94530c37-eff8-4f1f-8f80-8912b746aab9&quot;,&quot;name&quot;:&quot;Polypeptide (soluble)&quot;,&quot;type&quot;:&quot;FIGURE_OBJECT&quot;,&quot;relativeTransform&quot;:{&quot;translate&quot;:{&quot;x&quot;:-143.40139147681677,&quot;y&quot;:165.11266457790396},&quot;rotate&quot;:0,&quot;skewX&quot;:0,&quot;scale&quot;:{&quot;x&quot;:0.2850868045530517,&quot;y&quot;:0.2850868045530517}},&quot;image&quot;:{&quot;url&quot;:&quot;https://icons.biorender.com/biorender/5f60d1616e7ca6002795e424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d5681d03-1083-410a-a555-64d263877766&quot;,&quot;order&quot;:&quot;2&quot;}},&quot;4482a7e9-0aec-4735-9a39-b80345d7531c&quot;:{&quot;id&quot;:&quot;4482a7e9-0aec-4735-9a39-b80345d7531c&quot;,&quot;name&quot;:&quot;Polypeptide (soluble)&quot;,&quot;type&quot;:&quot;FIGURE_OBJECT&quot;,&quot;relativeTransform&quot;:{&quot;translate&quot;:{&quot;x&quot;:-143.36803092485962,&quot;y&quot;:165.1127805137926},&quot;rotate&quot;:0,&quot;skewX&quot;:0,&quot;scale&quot;:{&quot;x&quot;:0.2850868045530517,&quot;y&quot;:0.2850868045530517}},&quot;image&quot;:{&quot;url&quot;:&quot;https://icons.biorender.com/biorender/5f60d1616e7ca6002795e42d/soluble-polypeptide.png&quot;,&quot;isPremium&quot;:false,&quot;isPacked&quot;:true,&quot;size&quot;:{&quot;x&quot;:100,&quot;y&quot;:86}},&quot;source&quot;:{&quot;id&quot;:&quot;5f529c5010ee0600282ef1b2&quot;,&quot;type&quot;:&quot;ASSETS&quot;},&quot;parent&quot;:{&quot;type&quot;:&quot;CHILD&quot;,&quot;parentId&quot;:&quot;d5681d03-1083-410a-a555-64d263877766&quot;,&quot;order&quot;:&quot;5&quot;},&quot;styles&quot;:{&quot;editable&quot;:[{&quot;styleName&quot;:&quot;GLOW&quot;,&quot;index&quot;:0,&quot;value&quot;:7}]}},&quot;14900a1d-85da-40e3-8f4a-1307c746184d&quot;:{&quot;type&quot;:&quot;FIGURE_OBJECT&quot;,&quot;id&quot;:&quot;14900a1d-85da-40e3-8f4a-1307c746184d&quot;,&quot;parent&quot;:{&quot;type&quot;:&quot;CROP&quot;,&quot;parentId&quot;:&quot;4482a7e9-0aec-4735-9a39-b80345d7531c&quot;,&quot;order&quot;:&quot;5&quot;},&quot;relativeTransform&quot;:{&quot;translate&quot;:{&quot;x&quot;:2.5416795539184704,&quot;y&quot;:-27.95847509310329},&quot;rotate&quot;:0,&quot;skewX&quot;:0,&quot;scale&quot;:{&quot;x&quot;:15.941493977492314,&quot;y&quot;:15.041524906896711}},&quot;path&quot;:{&quot;type&quot;:&quot;RECT&quot;,&quot;size&quot;:{&quot;x&quot;:2,&quot;y&quot;:2}},&quot;pathStyles&quot;:[{&quot;type&quot;:&quot;FILL&quot;,&quot;fillStyle&quot;:&quot;#fff&quot;}],&quot;isFrozen&quot;:true},&quot;854ee636-9027-4e88-b93b-dc47a3b95077&quot;:{&quot;type&quot;:&quot;FIGURE_OBJECT&quot;,&quot;id&quot;:&quot;854ee636-9027-4e88-b93b-dc47a3b95077&quot;,&quot;relativeTransform&quot;:{&quot;translate&quot;:{&quot;x&quot;:-317.32467250284566,&quot;y&quot;:-256.2316248721844},&quot;rotate&quot;:0.1855069305576136,&quot;skewX&quot;:2.498001805406602e-16,&quot;scale&quot;:{&quot;x&quot;:1,&quot;y&quot;:1.0000000000000002}},&quot;opacity&quot;:1,&quot;path&quot;:{&quot;type&quot;:&quot;POLY_LINE&quot;,&quot;points&quot;:[{&quot;x&quot;:-135.4875378107911,&quot;y&quot;:126.3722909870913},{&quot;x&quot;:-128.5220896834946,&quot;y&quot;:118.35281009790727},{&quot;x&quot;:-118.08721895524982,&quot;y&quot;:116.36710764515507}],&quot;closed&quot;:false},&quot;pathStyles&quot;:[{&quot;type&quot;:&quot;FILL&quot;,&quot;fillStyle&quot;:&quot;rgba(0,0,0,0)&quot;},{&quot;type&quot;:&quot;STROKE&quot;,&quot;strokeStyle&quot;:&quot;rgba(107, 21, 25, 1)&quot;,&quot;lineWidth&quot;:0.962598624493951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70de61a-e99d-4622-94a5-8b542dd20aed&quot;,&quot;order&quot;:&quot;7&quot;}},&quot;620d2641-620e-40cf-893d-5e386e478391&quot;:{&quot;type&quot;:&quot;FIGURE_OBJECT&quot;,&quot;id&quot;:&quot;620d2641-620e-40cf-893d-5e386e478391&quot;,&quot;parent&quot;:{&quot;type&quot;:&quot;CHILD&quot;,&quot;parentId&quot;:&quot;370de61a-e99d-4622-94a5-8b542dd20aed&quot;,&quot;order&quot;:&quot;2&quot;},&quot;relativeTransform&quot;:{&quot;translate&quot;:{&quot;x&quot;:-381.86809580630495,&quot;y&quot;:-19.707322019089162},&quot;rotate&quot;:0.7080143767760356,&quot;skewX&quot;:0,&quot;scale&quot;:{&quot;x&quot;:1,&quot;y&quot;:1}}},&quot;42038292-7ae4-4efe-a425-4548767442bd&quot;:{&quot;type&quot;:&quot;FIGURE_OBJECT&quot;,&quot;id&quot;:&quot;42038292-7ae4-4efe-a425-4548767442bd&quot;,&quot;name&quot;:&quot;MHC class I&quot;,&quot;relativeTransform&quot;:{&quot;translate&quot;:{&quot;x&quot;:-151.17362223158977,&quot;y&quot;:-84.75814291332884},&quot;rotate&quot;:6.190742628683843,&quot;skewX&quot;:-1.117962673703478e-16,&quot;scale&quot;:{&quot;x&quot;:-0.23304269728106666,&quot;y&quot;:0.2330426972810668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620d2641-620e-40cf-893d-5e386e478391&quot;,&quot;order&quot;:&quot;2&quot;}},&quot;be10d8b1-1093-4447-b63a-229f83bfb79a&quot;:{&quot;type&quot;:&quot;FIGURE_OBJECT&quot;,&quot;id&quot;:&quot;be10d8b1-1093-4447-b63a-229f83bfb79a&quot;,&quot;relativeTransform&quot;:{&quot;translate&quot;:{&quot;x&quot;:-152.85912836996658,&quot;y&quot;:-102.48815010344225},&quot;rotate&quot;:3.0491499750940494,&quot;skewX&quot;:9.171427900886994e-17},&quot;opacity&quot;:1,&quot;path&quot;:{&quot;type&quot;:&quot;ELLIPSE&quot;,&quot;size&quot;:{&quot;x&quot;:-5.563197606252675,&quot;y&quot;:5.575286571375308}},&quot;pathStyles&quot;:[{&quot;type&quot;:&quot;FILL&quot;,&quot;fillStyle&quot;:&quot;rgb(170, 50, 60)&quot;},{&quot;type&quot;:&quot;STROKE&quot;,&quot;strokeStyle&quot;:&quot;rgba(91,29,29,1)&quot;,&quot;lineWidth&quot;:0.49333420215822593,&quot;lineJoin&quot;:&quot;round&quot;}],&quot;isLocked&quot;:false,&quot;parent&quot;:{&quot;type&quot;:&quot;CHILD&quot;,&quot;parentId&quot;:&quot;620d2641-620e-40cf-893d-5e386e478391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35670919-bbaa-4726-8af6-cf91dbb641e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5670919-bbaa-4726-8af6-cf91dbb641e6&quot;:{&quot;id&quot;:&quot;35670919-bbaa-4726-8af6-cf91dbb641e6&quot;,&quot;name&quot;:&quot;Lymphocyte (T-cell)&quot;,&quot;type&quot;:&quot;FIGURE_OBJECT&quot;,&quot;relativeTransform&quot;:{&quot;translate&quot;:{&quot;x&quot;:-456.2902009210385,&quot;y&quot;:255.98746652604603},&quot;rotate&quot;:3.141592653589793,&quot;skewX&quot;:0,&quot;scale&quot;:{&quot;x&quot;:0.8342087365209978,&quot;y&quot;:0.8342087365209977}},&quot;image&quot;:{&quot;url&quot;:&quot;https://icons.biorender.com/biorender/61533259e75ac20029699c28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3da049f-3882-499c-a8b9-53536cd2c694&quot;,&quot;order&quot;:&quot;9999971&quot;},&quot;styles&quot;:{&quot;editable&quot;:[{&quot;styleName&quot;:&quot;GLOW&quot;,&quot;index&quot;:0,&quot;value&quot;:100}]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d335eac7-7037-44a1-bb2d-caf416e6df9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335eac7-7037-44a1-bb2d-caf416e6df96&quot;:{&quot;id&quot;:&quot;d335eac7-7037-44a1-bb2d-caf416e6df96&quot;,&quot;name&quot;:&quot;Cancer cell&quot;,&quot;type&quot;:&quot;FIGURE_OBJECT&quot;,&quot;relativeTransform&quot;:{&quot;translate&quot;:{&quot;x&quot;:-456.29036212768915,&quot;y&quot;:110.00724876777183},&quot;rotate&quot;:3.141592653589793,&quot;skewX&quot;:0,&quot;scale&quot;:{&quot;x&quot;:1.0730666962556348,&quot;y&quot;:1.0730666962556348}},&quot;image&quot;:{&quot;url&quot;:&quot;https://icons.cdn.biorender.com/biorender/61770047aa87c30029843f3f/6153716fe75ac20029699eee.png&quot;,&quot;isPremium&quot;:false,&quot;isPacked&quot;:true,&quot;size&quot;:{&quot;x&quot;:100,&quot;y&quot;:100.95238095238095},&quot;fallbackUrl&quot;:&quot;sources/icons/61770047aa87c30029843f3f/6153716fe75ac20029699eee.svg&quot;},&quot;source&quot;:{&quot;id&quot;:&quot;6153716fe75ac20029699eee&quot;,&quot;type&quot;:&quot;ASSETS&quot;},&quot;isPremium&quot;:false,&quot;parent&quot;:{&quot;type&quot;:&quot;CHILD&quot;,&quot;parentId&quot;:&quot;33da049f-3882-499c-a8b9-53536cd2c694&quot;,&quot;order&quot;:&quot;9999972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fe8a8373-3574-41c0-99de-0de4ced96c5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e8a8373-3574-41c0-99de-0de4ced96c57&quot;:{&quot;relativeTransform&quot;:{&quot;translate&quot;:{&quot;x&quot;:-463.0018518930532,&quot;y&quot;:185.84299670525044},&quot;rotate&quot;:-2.449293598294706e-16,&quot;skewX&quot;:0,&quot;scale&quot;:{&quot;x&quot;:1,&quot;y&quot;:1}},&quot;type&quot;:&quot;FIGURE_OBJECT&quot;,&quot;id&quot;:&quot;fe8a8373-3574-41c0-99de-0de4ced96c57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85&quot;}},&quot;804ec595-29c1-4309-b769-94c41d59f078&quot;:{&quot;type&quot;:&quot;FIGURE_OBJECT&quot;,&quot;id&quot;:&quot;804ec595-29c1-4309-b769-94c41d59f078&quot;,&quot;name&quot;:&quot;MHC class I&quot;,&quot;relativeTransform&quot;:{&quot;translate&quot;:{&quot;x&quot;:8.095493122063388,&quot;y&quot;:-21.558974466035608},&quot;rotate&quot;:3.141592653589793,&quot;skewX&quot;:2.1410701965686736e-18,&quot;scale&quot;:{&quot;x&quot;:-0.1908114343666731,&quot;y&quot;:0.1908114343666736}},&quot;opacity&quot;:1,&quot;image&quot;:{&quot;url&quot;:&quot;https://icons.biorender.com/biorender/5d9b3d99dd52690004bb547c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fe8a8373-3574-41c0-99de-0de4ced96c57&quot;,&quot;order&quot;:&quot;1&quot;},&quot;styles&quot;:{&quot;MHCI-hidden&quot;:[{&quot;styleName&quot;:&quot;MONOCHROME_COLOR&quot;,&quot;index&quot;:0,&quot;color&quot;:&quot;#825CA6&quot;}]}},&quot;1d90aa2a-b506-4c58-bb31-7d53a1041810&quot;:{&quot;type&quot;:&quot;FIGURE_OBJECT&quot;,&quot;id&quot;:&quot;1d90aa2a-b506-4c58-bb31-7d53a1041810&quot;,&quot;name&quot;:&quot;T cell receptor (TCR)&quot;,&quot;relativeTransform&quot;:{&quot;translate&quot;:{&quot;x&quot;:8.095493122063385,&quot;y&quot;:17.521577979777103},&quot;rotate&quot;:6.283185307179586,&quot;skewX&quot;:2.141070196569277e-18,&quot;scale&quot;:{&quot;x&quot;:-0.18647481085833967,&quot;y&quot;:0.1864748108583400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fe8a8373-3574-41c0-99de-0de4ced96c57&quot;,&quot;order&quot;:&quot;2&quot;}},&quot;e45aa33d-e4eb-4c75-92b4-dae748dd23e0&quot;:{&quot;type&quot;:&quot;FIGURE_OBJECT&quot;,&quot;id&quot;:&quot;e45aa33d-e4eb-4c75-92b4-dae748dd23e0&quot;,&quot;relativeTransform&quot;:{&quot;translate&quot;:{&quot;x&quot;:8.115336554588048,&quot;y&quot;:-6.822872825299936},&quot;rotate&quot;:-2.449293598294711e-16,&quot;skewX&quot;:-2.141070196569275e-18},&quot;opacity&quot;:1,&quot;path&quot;:{&quot;type&quot;:&quot;ELLIPSE&quot;,&quot;size&quot;:{&quot;x&quot;:-4.555052474500162,&quot;y&quot;:4.564950715474768}},&quot;pathStyles&quot;:[{&quot;type&quot;:&quot;FILL&quot;,&quot;fillStyle&quot;:&quot;rgba(189,28,99,1)&quot;},{&quot;type&quot;:&quot;STROKE&quot;,&quot;strokeStyle&quot;:&quot;rgba(104,6,8,1)&quot;,&quot;lineWidth&quot;:0.437594222814237,&quot;lineJoin&quot;:&quot;round&quot;}],&quot;isLocked&quot;:false,&quot;parent&quot;:{&quot;type&quot;:&quot;CHILD&quot;,&quot;parentId&quot;:&quot;fe8a8373-3574-41c0-99de-0de4ced96c57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9ddb473c-7444-483e-a66c-a12082ee6cd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ddb473c-7444-483e-a66c-a12082ee6cd8&quot;:{&quot;type&quot;:&quot;FIGURE_OBJECT&quot;,&quot;id&quot;:&quot;9ddb473c-7444-483e-a66c-a12082ee6cd8&quot;,&quot;name&quot;:&quot;Sphere&quot;,&quot;relativeTransform&quot;:{&quot;translate&quot;:{&quot;x&quot;:-377.66021823082633,&quot;y&quot;:251.66942757985913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71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824283c0-18d8-489b-aa53-20b865d6e80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24283c0-18d8-489b-aa53-20b865d6e804&quot;:{&quot;type&quot;:&quot;FIGURE_OBJECT&quot;,&quot;id&quot;:&quot;824283c0-18d8-489b-aa53-20b865d6e804&quot;,&quot;name&quot;:&quot;Sphere&quot;,&quot;relativeTransform&quot;:{&quot;translate&quot;:{&quot;x&quot;:-395.8416892781349,&quot;y&quot;:264.70595081056734},&quot;rotate&quot;:1.3461454173580021e-15,&quot;skewX&quot;:1.387778780781386e-17,&quot;scale&quot;:{&quot;x&quot;:0.022588417105128246,&quot;y&quot;:0.022588417105128242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2fbce127-8f41-46da-a983-4a43e222b05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fbce127-8f41-46da-a983-4a43e222b059&quot;:{&quot;type&quot;:&quot;FIGURE_OBJECT&quot;,&quot;id&quot;:&quot;2fbce127-8f41-46da-a983-4a43e222b059&quot;,&quot;name&quot;:&quot;Sphere&quot;,&quot;relativeTransform&quot;:{&quot;translate&quot;:{&quot;x&quot;:-368.4021069995698,&quot;y&quot;:252.14410887090906},&quot;rotate&quot;:1.3461454173580017e-15,&quot;skewX&quot;:1.3877787807813112e-17,&quot;scale&quot;:{&quot;x&quot;:0.025211223267126708,&quot;y&quot;:0.02521122326712669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81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9dd855f8-4604-43bd-8629-29768b88265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dd855f8-4604-43bd-8629-29768b88265d&quot;:{&quot;type&quot;:&quot;FIGURE_OBJECT&quot;,&quot;id&quot;:&quot;9dd855f8-4604-43bd-8629-29768b88265d&quot;,&quot;name&quot;:&quot;Sphere&quot;,&quot;relativeTransform&quot;:{&quot;translate&quot;:{&quot;x&quot;:-387.246031170355,&quot;y&quot;:255.2400454340629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9c305c2e-9dec-4308-b637-17487862b0a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c305c2e-9dec-4308-b637-17487862b0aa&quot;:{&quot;type&quot;:&quot;FIGURE_OBJECT&quot;,&quot;id&quot;:&quot;9c305c2e-9dec-4308-b637-17487862b0aa&quot;,&quot;name&quot;:&quot;Sphere&quot;,&quot;relativeTransform&quot;:{&quot;translate&quot;:{&quot;x&quot;:-382.2918772006441,&quot;y&quot;:265.1133485418843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1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d2eb4650-439a-4651-8ca0-8d277b30aa7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2eb4650-439a-4651-8ca0-8d277b30aa7d&quot;:{&quot;type&quot;:&quot;FIGURE_OBJECT&quot;,&quot;id&quot;:&quot;d2eb4650-439a-4651-8ca0-8d277b30aa7d&quot;,&quot;parent&quot;:{&quot;type&quot;:&quot;CHILD&quot;,&quot;parentId&quot;:&quot;33da049f-3882-499c-a8b9-53536cd2c694&quot;,&quot;order&quot;:&quot;99999997&quot;},&quot;relativeTransform&quot;:{&quot;translate&quot;:{&quot;x&quot;:3.3320895841055247,&quot;y&quot;:-18.728726532294253},&quot;rotate&quot;:0,&quot;skewX&quot;:0,&quot;scale&quot;:{&quot;x&quot;:1,&quot;y&quot;:1}}},&quot;b8c13065-a8dc-4a98-bfbe-6eed0222989d&quot;:{&quot;type&quot;:&quot;FIGURE_OBJECT&quot;,&quot;id&quot;:&quot;b8c13065-a8dc-4a98-bfbe-6eed0222989d&quot;,&quot;name&quot;:&quot;Sphere&quot;,&quot;relativeTransform&quot;:{&quot;translate&quot;:{&quot;x&quot;:-360.05430868499866,&quot;y&quot;:271.768729165800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05&quot;}},&quot;a4d72069-a159-4c68-99e3-63f5b6c04009&quot;:{&quot;type&quot;:&quot;FIGURE_OBJECT&quot;,&quot;id&quot;:&quot;a4d72069-a159-4c68-99e3-63f5b6c04009&quot;,&quot;name&quot;:&quot;Sphere&quot;,&quot;relativeTransform&quot;:{&quot;translate&quot;:{&quot;x&quot;:-337.59613662068637,&quot;y&quot;:256.0603631434488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15&quot;}},&quot;3006234f-0bab-45c4-9b51-40232f234928&quot;:{&quot;type&quot;:&quot;FIGURE_OBJECT&quot;,&quot;id&quot;:&quot;3006234f-0bab-45c4-9b51-40232f234928&quot;,&quot;name&quot;:&quot;Sphere&quot;,&quot;relativeTransform&quot;:{&quot;translate&quot;:{&quot;x&quot;:-342.6127985295655,&quot;y&quot;:268.567342318064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2&quot;}},&quot;2747787d-f8cd-449d-ac1d-9464391eb6b0&quot;:{&quot;type&quot;:&quot;FIGURE_OBJECT&quot;,&quot;id&quot;:&quot;2747787d-f8cd-449d-ac1d-9464391eb6b0&quot;,&quot;name&quot;:&quot;Sphere&quot;,&quot;relativeTransform&quot;:{&quot;translate&quot;:{&quot;x&quot;:-346.69369422868436,&quot;y&quot;:282.4371079519258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25&quot;}},&quot;51e8e9e0-7c85-43e8-afcb-79c740e78e60&quot;:{&quot;type&quot;:&quot;FIGURE_OBJECT&quot;,&quot;id&quot;:&quot;51e8e9e0-7c85-43e8-afcb-79c740e78e60&quot;,&quot;name&quot;:&quot;Sphere&quot;,&quot;relativeTransform&quot;:{&quot;translate&quot;:{&quot;x&quot;:-330.1947103454718,&quot;y&quot;:285.716654839743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3&quot;}},&quot;3b0394df-6dba-4d47-9d10-69e0d05110f8&quot;:{&quot;type&quot;:&quot;FIGURE_OBJECT&quot;,&quot;id&quot;:&quot;3b0394df-6dba-4d47-9d10-69e0d05110f8&quot;,&quot;name&quot;:&quot;Sphere&quot;,&quot;relativeTransform&quot;:{&quot;translate&quot;:{&quot;x&quot;:-359.1007489055218,&quot;y&quot;:284.7139634805036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4&quot;}},&quot;25883c18-cc83-48ba-ae6c-d0524853a64b&quot;:{&quot;type&quot;:&quot;FIGURE_OBJECT&quot;,&quot;id&quot;:&quot;25883c18-cc83-48ba-ae6c-d0524853a64b&quot;,&quot;name&quot;:&quot;Sphere&quot;,&quot;relativeTransform&quot;:{&quot;translate&quot;:{&quot;x&quot;:-370.1280517240952,&quot;y&quot;:281.52361397311944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5&quot;}},&quot;c7e08923-278e-4d99-8b5d-0465a3753f4c&quot;:{&quot;type&quot;:&quot;FIGURE_OBJECT&quot;,&quot;id&quot;:&quot;c7e08923-278e-4d99-8b5d-0465a3753f4c&quot;,&quot;name&quot;:&quot;Sphere&quot;,&quot;relativeTransform&quot;:{&quot;translate&quot;:{&quot;x&quot;:-335.8533181715111,&quot;y&quot;:300.5714550977202},&quot;rotate&quot;:1.3461454173580017e-15,&quot;skewX&quot;:1.387778780781335e-17,&quot;scale&quot;:{&quot;x&quot;:0.025780900092588637,&quot;y&quot;:0.025780900092588627}},&quot;opacity&quot;:0.48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55&quot;}},&quot;332ffe97-99a8-427f-8460-f67632679fc8&quot;:{&quot;type&quot;:&quot;FIGURE_OBJECT&quot;,&quot;id&quot;:&quot;332ffe97-99a8-427f-8460-f67632679fc8&quot;,&quot;name&quot;:&quot;Sphere&quot;,&quot;relativeTransform&quot;:{&quot;translate&quot;:{&quot;x&quot;:-371.6423664270457,&quot;y&quot;:290.161087119994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75&quot;}},&quot;df144ae9-11cf-43ba-910f-e4903ba631b3&quot;:{&quot;type&quot;:&quot;FIGURE_OBJECT&quot;,&quot;id&quot;:&quot;df144ae9-11cf-43ba-910f-e4903ba631b3&quot;,&quot;name&quot;:&quot;Sphere&quot;,&quot;relativeTransform&quot;:{&quot;translate&quot;:{&quot;x&quot;:-358.62054529394266,&quot;y&quot;:296.660731733958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8&quot;}},&quot;d239f947-7f88-4ffe-8e44-44566b82e539&quot;:{&quot;type&quot;:&quot;FIGURE_OBJECT&quot;,&quot;id&quot;:&quot;d239f947-7f88-4ffe-8e44-44566b82e539&quot;,&quot;name&quot;:&quot;Sphere&quot;,&quot;relativeTransform&quot;:{&quot;translate&quot;:{&quot;x&quot;:-340.40769487063136,&quot;y&quot;:291.70682885416403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9&quot;}},&quot;4793a5b7-68a3-4177-99d4-f3fd92c30fe8&quot;:{&quot;type&quot;:&quot;FIGURE_OBJECT&quot;,&quot;id&quot;:&quot;4793a5b7-68a3-4177-99d4-f3fd92c30fe8&quot;,&quot;relativeTransform&quot;:{&quot;translate&quot;:{&quot;x&quot;:-347.5419551626874,&quot;y&quot;:275.4280013116575},&quot;rotate&quot;:-1.5707963267948968,&quot;skewX&quot;:-1.387778780781451e-17,&quot;scale&quot;:{&quot;x&quot;:0.9999999999999999,&quot;y&quot;:1.0000000000000002}},&quot;opacity&quot;:1,&quot;path&quot;:{&quot;type&quot;:&quot;POLY_LINE&quot;,&quot;points&quot;:[{&quot;x&quot;:0,&quot;y&quot;:-56.226094579752065},{&quot;x&quot;:0,&quot;y&quot;:28.82580890701265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4F609C00&quot;,&quot;1&quot;:&quot;#4F609C&quot;,&quot;0.45&quot;:&quot;#4F609C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2eb4650-439a-4651-8ca0-8d277b30aa7d&quot;,&quot;order&quot;:&quot;02&quot;}},&quot;e898337e-ed9a-45d4-9507-7d898b199c80&quot;:{&quot;type&quot;:&quot;FIGURE_OBJECT&quot;,&quot;id&quot;:&quot;e898337e-ed9a-45d4-9507-7d898b199c80&quot;,&quot;name&quot;:&quot;Sphere&quot;,&quot;relativeTransform&quot;:{&quot;translate&quot;:{&quot;x&quot;:-331.3795265803019,&quot;y&quot;:265.6457438657802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7&quot;}},&quot;1c3b2cbd-6f23-4e3e-b055-c919d0b6b29c&quot;:{&quot;type&quot;:&quot;FIGURE_OBJECT&quot;,&quot;id&quot;:&quot;1c3b2cbd-6f23-4e3e-b055-c919d0b6b29c&quot;,&quot;name&quot;:&quot;Sphere&quot;,&quot;relativeTransform&quot;:{&quot;translate&quot;:{&quot;x&quot;:-354.8382182240488,&quot;y&quot;:262.146997221168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65&quot;}},&quot;baa8f1f9-63d7-4277-bcb0-fa78af2a4e41&quot;:{&quot;type&quot;:&quot;FIGURE_OBJECT&quot;,&quot;id&quot;:&quot;baa8f1f9-63d7-4277-bcb0-fa78af2a4e41&quot;,&quot;name&quot;:&quot;Sphere&quot;,&quot;relativeTransform&quot;:{&quot;translate&quot;:{&quot;x&quot;:-370.0101699972116,&quot;y&quot;:260.6920490862206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b8847989629ce1400901caa/20240913182354/image/5b8847989629ce1400901caa.png&quot;,&quot;size&quot;:{&quot;x&quot;:150,&quot;y&quot;:150},&quot;isPremium&quot;:false,&quot;isPacked&quot;:true,&quot;fallbackUrl&quot;:&quot;sources/icons/5b8847989629ce1400901caa/20240913182354/image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2eb4650-439a-4651-8ca0-8d277b30aa7d&quot;,&quot;order&quot;:&quot;6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4223a942-cd35-48df-b9f0-4a59682e304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223a942-cd35-48df-b9f0-4a59682e3049&quot;:{&quot;type&quot;:&quot;FIGURE_OBJECT&quot;,&quot;id&quot;:&quot;4223a942-cd35-48df-b9f0-4a59682e3049&quot;,&quot;relativeTransform&quot;:{&quot;translate&quot;:{&quot;x&quot;:-447.5909670447218,&quot;y&quot;:-29.65426857958286},&quot;rotate&quot;:0,&quot;skewX&quot;:0,&quot;scale&quot;:{&quot;x&quot;:1,&quot;y&quot;:1}},&quot;opacity&quot;:1,&quot;path&quot;:{&quot;type&quot;:&quot;POLY_LINE&quot;,&quot;points&quot;:[{&quot;x&quot;:0,&quot;y&quot;:-24.74999999999997},{&quot;x&quot;:0,&quot;y&quot;:24.7499999999999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&quot;},&quot;connectorInfo&quot;:{&quot;type&quot;:&quot;LINE&quot;,&quot;offset&quot;:{&quot;x&quot;:0,&quot;y&quot;:0},&quot;bending&quot;:0.1,&quot;customized&quot;:fals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59a754ce-5504-4deb-bf43-cdde8451ca2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9a754ce-5504-4deb-bf43-cdde8451ca27&quot;:{&quot;type&quot;:&quot;FIGURE_OBJECT&quot;,&quot;id&quot;:&quot;59a754ce-5504-4deb-bf43-cdde8451ca27&quot;,&quot;parent&quot;:{&quot;type&quot;:&quot;CHILD&quot;,&quot;parentId&quot;:&quot;33da049f-3882-499c-a8b9-53536cd2c694&quot;,&quot;order&quot;:&quot;999999997&quot;},&quot;relativeTransform&quot;:{&quot;translate&quot;:{&quot;x&quot;:343.1211007400079,&quot;y&quot;:-290.52893924840663},&quot;rotate&quot;:0,&quot;skewX&quot;:0,&quot;scale&quot;:{&quot;x&quot;:1,&quot;y&quot;:1}}},&quot;15145154-476e-4137-99f8-b51be4a8fb1e&quot;:{&quot;type&quot;:&quot;FIGURE_OBJECT&quot;,&quot;id&quot;:&quot;15145154-476e-4137-99f8-b51be4a8fb1e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55&quot;}},&quot;49a0c658-22f8-445e-b170-06cbfba62de0&quot;:{&quot;type&quot;:&quot;FIGURE_OBJECT&quot;,&quot;id&quot;:&quot;49a0c658-22f8-445e-b170-06cbfba62de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15145154-476e-4137-99f8-b51be4a8fb1e&quot;,&quot;order&quot;:&quot;5&quot;}},&quot;0ed11a18-3c18-4fb1-b9f0-8b5a703c9218&quot;:{&quot;type&quot;:&quot;FIGURE_OBJECT&quot;,&quot;id&quot;:&quot;0ed11a18-3c18-4fb1-b9f0-8b5a703c9218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59a754ce-5504-4deb-bf43-cdde8451ca27&quot;,&quot;order&quot;:&quot;05&quot;}},&quot;9fbd7a4c-5130-46df-992e-60c8baeb8c87&quot;:{&quot;type&quot;:&quot;FIGURE_OBJECT&quot;,&quot;id&quot;:&quot;9fbd7a4c-5130-46df-992e-60c8baeb8c8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Tyr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1.111471562554815,&quot;y&quot;:11.672422119462473},&quot;targetSize&quot;:{&quot;x&quot;:21.111471562554815,&quot;y&quot;:2},&quot;format&quot;:&quot;BETTER_TEXT&quot;,&quot;verticalAlign&quot;:&quot;TOP&quot;},&quot;parent&quot;:{&quot;type&quot;:&quot;CHILD&quot;,&quot;parentId&quot;:&quot;0ed11a18-3c18-4fb1-b9f0-8b5a703c9218&quot;,&quot;order&quot;:&quot;5&quot;}},&quot;0c8987c7-38ce-4fc8-a4dc-a19d5d5e51f1&quot;:{&quot;type&quot;:&quot;FIGURE_OBJECT&quot;,&quot;id&quot;:&quot;0c8987c7-38ce-4fc8-a4dc-a19d5d5e51f1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59a754ce-5504-4deb-bf43-cdde8451ca27&quot;,&quot;order&quot;:&quot;1&quot;}},&quot;a808e871-0bb4-44a9-9466-f64a08466dde&quot;:{&quot;type&quot;:&quot;FIGURE_OBJECT&quot;,&quot;id&quot;:&quot;a808e871-0bb4-44a9-9466-f64a08466dd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5.49067546100369,&quot;y&quot;:11.672422119462473},&quot;targetSize&quot;:{&quot;x&quot;:25.49067546100369,&quot;y&quot;:2},&quot;format&quot;:&quot;BETTER_TEXT&quot;,&quot;verticalAlign&quot;:&quot;TOP&quot;},&quot;parent&quot;:{&quot;type&quot;:&quot;CHILD&quot;,&quot;parentId&quot;:&quot;0c8987c7-38ce-4fc8-a4dc-a19d5d5e51f1&quot;,&quot;order&quot;:&quot;5&quot;}},&quot;776b0718-b561-4e80-9703-fb4af5900d9e&quot;:{&quot;type&quot;:&quot;FIGURE_OBJECT&quot;,&quot;id&quot;:&quot;776b0718-b561-4e80-9703-fb4af5900d9e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6&quot;}},&quot;1bd33011-a477-4f6a-a82a-74f518f4b696&quot;:{&quot;type&quot;:&quot;FIGURE_OBJECT&quot;,&quot;id&quot;:&quot;1bd33011-a477-4f6a-a82a-74f518f4b69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776b0718-b561-4e80-9703-fb4af5900d9e&quot;,&quot;order&quot;:&quot;5&quot;}},&quot;abe996d2-3309-454e-8ecd-8bf544ae8094&quot;:{&quot;type&quot;:&quot;FIGURE_OBJECT&quot;,&quot;id&quot;:&quot;abe996d2-3309-454e-8ecd-8bf544ae8094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7&quot;}},&quot;b2173659-dcf3-475e-9b8c-694fa00e8192&quot;:{&quot;type&quot;:&quot;FIGURE_OBJECT&quot;,&quot;id&quot;:&quot;b2173659-dcf3-475e-9b8c-694fa00e819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abe996d2-3309-454e-8ecd-8bf544ae8094&quot;,&quot;order&quot;:&quot;5&quot;}},&quot;c57f688a-171b-438c-b9a6-ba8cb1889224&quot;:{&quot;type&quot;:&quot;FIGURE_OBJECT&quot;,&quot;id&quot;:&quot;c57f688a-171b-438c-b9a6-ba8cb1889224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59a754ce-5504-4deb-bf43-cdde8451ca27&quot;,&quot;order&quot;:&quot;8&quot;}},&quot;887ef504-9a83-46a3-ab02-bcfedf432700&quot;:{&quot;type&quot;:&quot;FIGURE_OBJECT&quot;,&quot;id&quot;:&quot;887ef504-9a83-46a3-ab02-bcfedf43270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c57f688a-171b-438c-b9a6-ba8cb1889224&quot;,&quot;order&quot;:&quot;5&quot;}},&quot;a2376079-564b-4e1c-a9c6-4c972345563b&quot;:{&quot;type&quot;:&quot;FIGURE_OBJECT&quot;,&quot;id&quot;:&quot;a2376079-564b-4e1c-a9c6-4c972345563b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59a754ce-5504-4deb-bf43-cdde8451ca27&quot;,&quot;order&quot;:&quot;2&quot;}},&quot;85f88428-5d83-476e-b555-209989ac8e40&quot;:{&quot;type&quot;:&quot;FIGURE_OBJECT&quot;,&quot;id&quot;:&quot;85f88428-5d83-476e-b555-209989ac8e4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a2376079-564b-4e1c-a9c6-4c972345563b&quot;,&quot;order&quot;:&quot;5&quot;}},&quot;2ef61331-83d2-4044-aaee-8e9f72fcf6d0&quot;:{&quot;type&quot;:&quot;FIGURE_OBJECT&quot;,&quot;id&quot;:&quot;2ef61331-83d2-4044-aaee-8e9f72fcf6d0&quot;,&quot;parent&quot;:{&quot;type&quot;:&quot;CHILD&quot;,&quot;parentId&quot;:&quot;59a754ce-5504-4deb-bf43-cdde8451ca27&quot;,&quot;order&quot;:&quot;5&quot;},&quot;relativeTransform&quot;:{&quot;translate&quot;:{&quot;x&quot;:0,&quot;y&quot;:0},&quot;rotate&quot;:0}},&quot;b7d9c1e1-4359-4713-ba13-2611b53d2e03&quot;:{&quot;type&quot;:&quot;FIGURE_OBJECT&quot;,&quot;id&quot;:&quot;b7d9c1e1-4359-4713-ba13-2611b53d2e03&quot;,&quot;relativeTransform&quot;:{&quot;translate&quot;:{&quot;x&quot;:-82.45397532103118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65773132876309,&quot;y&quot;:27.375639532243646}},&quot;pathStyles&quot;:[{&quot;type&quot;:&quot;FILL&quot;,&quot;fillStyle&quot;:&quot;rgba(243,205,204,1)&quot;},{&quot;type&quot;:&quot;STROKE&quot;,&quot;strokeStyle&quot;:&quot;rgba(192,56,48,1)&quot;,&quot;lineWidth&quot;:0.9129285000023705,&quot;lineJoin&quot;:&quot;round&quot;}],&quot;isLocked&quot;:false,&quot;parent&quot;:{&quot;type&quot;:&quot;CHILD&quot;,&quot;parentId&quot;:&quot;2ef61331-83d2-4044-aaee-8e9f72fcf6d0&quot;,&quot;order&quot;:&quot;2&quot;}},&quot;6a70b482-e94e-4cab-abcc-516edc568bc8&quot;:{&quot;id&quot;:&quot;6a70b482-e94e-4cab-abcc-516edc568bc8&quot;,&quot;type&quot;:&quot;FIGURE_OBJECT&quot;,&quot;relativeTransform&quot;:{&quot;translate&quot;:{&quot;x&quot;:-83.0450185597903,&quot;y&quot;:78.518994570961},&quot;rotate&quot;:0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3]}],&quot;text&quot;:&quot;Arg/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,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L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2ef61331-83d2-4044-aaee-8e9f72fcf6d0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75bbad4b-3f10-4cbe-ae21-b09d1981006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5bbad4b-3f10-4cbe-ae21-b09d19810066&quot;:{&quot;type&quot;:&quot;FIGURE_OBJECT&quot;,&quot;id&quot;:&quot;75bbad4b-3f10-4cbe-ae21-b09d19810066&quot;,&quot;parent&quot;:{&quot;type&quot;:&quot;CHILD&quot;,&quot;parentId&quot;:&quot;33da049f-3882-499c-a8b9-53536cd2c694&quot;,&quot;order&quot;:&quot;999999998&quot;},&quot;relativeTransform&quot;:{&quot;translate&quot;:{&quot;x&quot;:634.7034711374387,&quot;y&quot;:-290.5287912470471},&quot;rotate&quot;:0,&quot;skewX&quot;:0,&quot;scale&quot;:{&quot;x&quot;:1,&quot;y&quot;:1}}},&quot;eb482f94-7c54-481d-b260-2b1429636d90&quot;:{&quot;type&quot;:&quot;FIGURE_OBJECT&quot;,&quot;id&quot;:&quot;eb482f94-7c54-481d-b260-2b1429636d90&quot;,&quot;relativeTransform&quot;:{&quot;translate&quot;:{&quot;x&quot;:-282.3921902542646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55&quot;}},&quot;7aa24c2a-d204-4feb-bcff-32660849ac38&quot;:{&quot;type&quot;:&quot;FIGURE_OBJECT&quot;,&quot;id&quot;:&quot;7aa24c2a-d204-4feb-bcff-32660849ac3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eb482f94-7c54-481d-b260-2b1429636d90&quot;,&quot;order&quot;:&quot;5&quot;}},&quot;382cc2ca-045e-4de3-96f6-755e94c4baad&quot;:{&quot;type&quot;:&quot;FIGURE_OBJECT&quot;,&quot;id&quot;:&quot;382cc2ca-045e-4de3-96f6-755e94c4baad&quot;,&quot;relativeTransform&quot;:{&quot;translate&quot;:{&quot;x&quot;:-253.746381209088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75bbad4b-3f10-4cbe-ae21-b09d19810066&quot;,&quot;order&quot;:&quot;05&quot;}},&quot;4b0a5e0e-4660-4fd5-b2d6-a8c27bfce9cc&quot;:{&quot;type&quot;:&quot;FIGURE_OBJECT&quot;,&quot;id&quot;:&quot;4b0a5e0e-4660-4fd5-b2d6-a8c27bfce9c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Asn&quot;}],&quot;verticalAlign&quot;:&quot;TOP&quot;,&quot;_lastCaretLocation&quot;:{&quot;lineIndex&quot;:0,&quot;runIndex&quot;:-1,&quot;charIndex&quot;:-1,&quot;endOfLine&quot;:true}},&quot;size&quot;:{&quot;x&quot;:21.111471562554815,&quot;y&quot;:11},&quot;targetSize&quot;:{&quot;x&quot;:21.111471562554815,&quot;y&quot;:2},&quot;format&quot;:&quot;BETTER_TEXT&quot;,&quot;verticalAlign&quot;:&quot;TOP&quot;},&quot;parent&quot;:{&quot;type&quot;:&quot;CHILD&quot;,&quot;parentId&quot;:&quot;382cc2ca-045e-4de3-96f6-755e94c4baad&quot;,&quot;order&quot;:&quot;5&quot;}},&quot;c4318dac-a8ce-49c8-bf41-26b757f5de1c&quot;:{&quot;type&quot;:&quot;FIGURE_OBJECT&quot;,&quot;id&quot;:&quot;c4318dac-a8ce-49c8-bf41-26b757f5de1c&quot;,&quot;relativeTransform&quot;:{&quot;translate&quot;:{&quot;x&quot;:-225.1799969434120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0417809945344,&quot;y&quot;:28.20417809945344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75bbad4b-3f10-4cbe-ae21-b09d19810066&quot;,&quot;order&quot;:&quot;1&quot;}},&quot;18298fa9-d3ee-4fd5-b5bb-563890c59731&quot;:{&quot;type&quot;:&quot;FIGURE_OBJECT&quot;,&quot;id&quot;:&quot;18298fa9-d3ee-4fd5-b5bb-563890c5973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he&quot;}],&quot;verticalAlign&quot;:&quot;TOP&quot;,&quot;_lastCaretLocation&quot;:{&quot;lineIndex&quot;:0,&quot;runIndex&quot;:-1,&quot;charIndex&quot;:-1,&quot;endOfLine&quot;:true}},&quot;size&quot;:{&quot;x&quot;:25.49067546100369,&quot;y&quot;:11},&quot;targetSize&quot;:{&quot;x&quot;:25.49067546100369,&quot;y&quot;:2},&quot;format&quot;:&quot;BETTER_TEXT&quot;,&quot;verticalAlign&quot;:&quot;TOP&quot;},&quot;parent&quot;:{&quot;type&quot;:&quot;CHILD&quot;,&quot;parentId&quot;:&quot;c4318dac-a8ce-49c8-bf41-26b757f5de1c&quot;,&quot;order&quot;:&quot;5&quot;}},&quot;faff3af0-572d-4eb6-8a45-a84e8c867023&quot;:{&quot;type&quot;:&quot;FIGURE_OBJECT&quot;,&quot;id&quot;:&quot;faff3af0-572d-4eb6-8a45-a84e8c867023&quot;,&quot;relativeTransform&quot;:{&quot;translate&quot;:{&quot;x&quot;:-196.69395038573597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6&quot;}},&quot;b1883c28-2f72-405d-8063-55350af6b8f8&quot;:{&quot;type&quot;:&quot;FIGURE_OBJECT&quot;,&quot;id&quot;:&quot;b1883c28-2f72-405d-8063-55350af6b8f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2.003003300838383,&quot;y&quot;:11},&quot;targetSize&quot;:{&quot;x&quot;:22.003003300838383,&quot;y&quot;:2},&quot;format&quot;:&quot;BETTER_TEXT&quot;,&quot;verticalAlign&quot;:&quot;TOP&quot;},&quot;parent&quot;:{&quot;type&quot;:&quot;CHILD&quot;,&quot;parentId&quot;:&quot;faff3af0-572d-4eb6-8a45-a84e8c867023&quot;,&quot;order&quot;:&quot;5&quot;}},&quot;13b8bebf-e6dd-4db8-a048-99c7deddb160&quot;:{&quot;type&quot;:&quot;FIGURE_OBJECT&quot;,&quot;id&quot;:&quot;13b8bebf-e6dd-4db8-a048-99c7deddb160&quot;,&quot;relativeTransform&quot;:{&quot;translate&quot;:{&quot;x&quot;:-168.12756612005975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8.2357440514394,&quot;y&quot;:28.2357440514394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7&quot;}},&quot;30c141eb-e2da-4f80-9974-48d1c96ad2a2&quot;:{&quot;type&quot;:&quot;FIGURE_OBJECT&quot;,&quot;id&quot;:&quot;30c141eb-e2da-4f80-9974-48d1c96ad2a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Val&quot;}],&quot;verticalAlign&quot;:&quot;TOP&quot;,&quot;_lastCaretLocation&quot;:{&quot;lineIndex&quot;:0,&quot;runIndex&quot;:-1,&quot;charIndex&quot;:-1,&quot;endOfLine&quot;:true}},&quot;size&quot;:{&quot;x&quot;:25.51920447662876,&quot;y&quot;:11},&quot;targetSize&quot;:{&quot;x&quot;:25.51920447662876,&quot;y&quot;:2},&quot;format&quot;:&quot;BETTER_TEXT&quot;,&quot;verticalAlign&quot;:&quot;TOP&quot;},&quot;parent&quot;:{&quot;type&quot;:&quot;CHILD&quot;,&quot;parentId&quot;:&quot;13b8bebf-e6dd-4db8-a048-99c7deddb160&quot;,&quot;order&quot;:&quot;5&quot;}},&quot;5a025d0d-d621-4fd1-ad24-97a9d5ce49ce&quot;:{&quot;type&quot;:&quot;FIGURE_OBJECT&quot;,&quot;id&quot;:&quot;5a025d0d-d621-4fd1-ad24-97a9d5ce49ce&quot;,&quot;relativeTransform&quot;:{&quot;translate&quot;:{&quot;x&quot;:-139.56118185438353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14,217,228,1)&quot;},{&quot;type&quot;:&quot;STROKE&quot;,&quot;strokeStyle&quot;:&quot;rgba(81,83,102,1)&quot;,&quot;lineWidth&quot;:0.9129285000023705,&quot;lineJoin&quot;:&quot;round&quot;}],&quot;isLocked&quot;:false,&quot;parent&quot;:{&quot;type&quot;:&quot;CHILD&quot;,&quot;parentId&quot;:&quot;75bbad4b-3f10-4cbe-ae21-b09d19810066&quot;,&quot;order&quot;:&quot;8&quot;}},&quot;6f97c1e9-96e0-4e71-a7f9-072f42c63a53&quot;:{&quot;type&quot;:&quot;FIGURE_OBJECT&quot;,&quot;id&quot;:&quot;6f97c1e9-96e0-4e71-a7f9-072f42c63a5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Cys&quot;,&quot;base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4.399440613344602,&quot;y&quot;:11.672422119462473},&quot;targetSize&quot;:{&quot;x&quot;:24.399440613344602,&quot;y&quot;:2},&quot;format&quot;:&quot;BETTER_TEXT&quot;,&quot;verticalAlign&quot;:&quot;TOP&quot;},&quot;parent&quot;:{&quot;type&quot;:&quot;CHILD&quot;,&quot;parentId&quot;:&quot;5a025d0d-d621-4fd1-ad24-97a9d5ce49ce&quot;,&quot;order&quot;:&quot;5&quot;}},&quot;52192bd6-1a53-4441-97f8-0a3d737c32bb&quot;:{&quot;type&quot;:&quot;FIGURE_OBJECT&quot;,&quot;id&quot;:&quot;52192bd6-1a53-4441-97f8-0a3d737c32bb&quot;,&quot;relativeTransform&quot;:{&quot;translate&quot;:{&quot;x&quot;:-110.99388466020734,&quot;y&quot;:77.38958532723163},&quot;rotate&quot;:0},&quot;layout&quot;:{&quot;sizeRatio&quot;:{&quot;x&quot;:0.9037907565013449,&quot;y&quot;:0.5991281520889367},&quot;keepAspectRatio&quot;:true},&quot;opacity&quot;:1,&quot;path&quot;:{&quot;type&quot;:&quot;ELLIPSE&quot;,&quot;size&quot;:{&quot;x&quot;:27.549610584135408,&quot;y&quot;:27.549610584135408}},&quot;pathStyles&quot;:[{&quot;type&quot;:&quot;FILL&quot;,&quot;fillStyle&quot;:&quot;rgba(243, 246, 251, 1)&quot;},{&quot;type&quot;:&quot;STROKE&quot;,&quot;strokeStyle&quot;:&quot;rgba(133, 148, 182, 1)&quot;,&quot;lineWidth&quot;:0.9129285000023705,&quot;lineJoin&quot;:&quot;round&quot;}],&quot;isLocked&quot;:false,&quot;parent&quot;:{&quot;type&quot;:&quot;CHILD&quot;,&quot;parentId&quot;:&quot;75bbad4b-3f10-4cbe-ae21-b09d19810066&quot;,&quot;order&quot;:&quot;2&quot;}},&quot;886410e0-8905-4014-81f2-c252ceb8ed13&quot;:{&quot;type&quot;:&quot;FIGURE_OBJECT&quot;,&quot;id&quot;:&quot;886410e0-8905-4014-81f2-c252ceb8ed1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,&quot;range&quot;:[0,2]}],&quot;text&quot;:&quot;Pro&quot;,&quot;baseStyle&quot;:{&quot;fontFamily&quot;:&quot;Roboto&quot;,&quot;fontSize&quot;:9.737904000025285,&quot;color&quot;:&quot;rgb(0,0,0)&quot;,&quot;fontWeight&quot;:&quot;bold&quot;,&quot;fontStyle&quot;:&quot;normal&quot;,&quot;decoration&quot;:&quot;none&quot;,&quot;script&quot;:&quot;none&quot;}}],&quot;verticalAlign&quot;:&quot;TOP&quot;},&quot;size&quot;:{&quot;x&quot;:22.751889960996575,&quot;y&quot;:11.672422119462473},&quot;targetSize&quot;:{&quot;x&quot;:22.751889960996575,&quot;y&quot;:2},&quot;format&quot;:&quot;BETTER_TEXT&quot;,&quot;verticalAlign&quot;:&quot;TOP&quot;},&quot;parent&quot;:{&quot;type&quot;:&quot;CHILD&quot;,&quot;parentId&quot;:&quot;52192bd6-1a53-4441-97f8-0a3d737c32bb&quot;,&quot;order&quot;:&quot;5&quot;}},&quot;8e237446-b459-42a1-934b-573b08a6d3f6&quot;:{&quot;type&quot;:&quot;FIGURE_OBJECT&quot;,&quot;id&quot;:&quot;8e237446-b459-42a1-934b-573b08a6d3f6&quot;,&quot;parent&quot;:{&quot;type&quot;:&quot;CHILD&quot;,&quot;parentId&quot;:&quot;75bbad4b-3f10-4cbe-ae21-b09d19810066&quot;,&quot;order&quot;:&quot;5&quot;},&quot;relativeTransform&quot;:{&quot;translate&quot;:{&quot;x&quot;:0,&quot;y&quot;:0},&quot;rotate&quot;:0}},&quot;1cf13fa9-7b18-48b1-af7f-eb78ce767dca&quot;:{&quot;type&quot;:&quot;FIGURE_OBJECT&quot;,&quot;id&quot;:&quot;1cf13fa9-7b18-48b1-af7f-eb78ce767dca&quot;,&quot;relativeTransform&quot;:{&quot;translate&quot;:{&quot;x&quot;:-82.45397532103118,&quot;y&quot;:77.38958532723163},&quot;rotate&quot;:0},&quot;layout&quot;:{&quot;sizeRatio&quot;:{&quot;x&quot;:0.7071067811865476,&quot;y&quot;:0.7071067811865476},&quot;keepAspectRatio&quot;:true},&quot;opacity&quot;:1,&quot;path&quot;:{&quot;type&quot;:&quot;ELLIPSE&quot;,&quot;size&quot;:{&quot;x&quot;:31.433298625876922,&quot;y&quot;:31.11269837220809}},&quot;pathStyles&quot;:[{&quot;type&quot;:&quot;FILL&quot;,&quot;fillStyle&quot;:&quot;rgba(185,219,244,1)&quot;},{&quot;type&quot;:&quot;STROKE&quot;,&quot;strokeStyle&quot;:&quot;rgba(49,126,194,1)&quot;,&quot;lineWidth&quot;:0.9129285000023705,&quot;lineJoin&quot;:&quot;round&quot;}],&quot;isLocked&quot;:false,&quot;parent&quot;:{&quot;type&quot;:&quot;CHILD&quot;,&quot;parentId&quot;:&quot;8e237446-b459-42a1-934b-573b08a6d3f6&quot;,&quot;order&quot;:&quot;2&quot;}},&quot;3d790521-47dc-4a74-80c6-f3a7bcac64aa&quot;:{&quot;id&quot;:&quot;3d790521-47dc-4a74-80c6-f3a7bcac64aa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9.556969374804005,&quot;y&quot;:22},&quot;targetSize&quot;:{&quot;x&quot;:19.556969374804005,&quot;y&quot;:2.32}},&quot;parent&quot;:{&quot;type&quot;:&quot;CHILD&quot;,&quot;parentId&quot;:&quot;1cf13fa9-7b18-48b1-af7f-eb78ce767dca&quot;,&quot;order&quot;:&quot;5&quot;}},&quot;4d3cfceb-0408-4b58-9b27-6201c3f7aed7&quot;:{&quot;id&quot;:&quot;4d3cfceb-0408-4b58-9b27-6201c3f7aed7&quot;,&quot;type&quot;:&quot;FIGURE_OBJECT&quot;,&quot;relativeTransform&quot;:{&quot;translate&quot;:{&quot;x&quot;:-82.29370375888871,&quot;y&quot;:81.52425377456731},&quot;rotate&quot;:0,&quot;skewX&quot;:0,&quot;scale&quot;:{&quot;x&quot;:1,&quot;y&quot;:1}},&quot;text&quot;:{&quot;textData&quot;:{&quot;lineSpacing&quot;:&quot;half&quot;,&quot;alignment&quot;:&quot;center&quot;,&quot;lines&quot;:[{&quot;runs&quot;:[{&quot;style&quot;:{&quot;fontFamily&quot;:&quot;Roboto&quot;,&quot;fontSize&quot;:9.737904000025285,&quot;color&quot;:&quot;rgba(23,23,23,1)&quot;,&quot;fontWeight&quot;:&quot;bold&quot;,&quot;fontStyle&quot;:&quot;normal&quot;,&quot;decoration&quot;:&quot;none&quot;,&quot;script&quot;:&quot;none&quot;},&quot;range&quot;:[0,2]}],&quot;text&quot;:&quot;Glu&quot;}],&quot;verticalAlign&quot;:&quot;TOP&quot;,&quot;_lastCaretLocation&quot;:{&quot;lineIndex&quot;:0,&quot;runIndex&quot;:-1,&quot;charIndex&quot;:-1,&quot;endOfLine&quot;:true}},&quot;format&quot;:&quot;BETTER_TEXT&quot;,&quot;size&quot;:{&quot;x&quot;:20.34522975122468,&quot;y&quot;:22.12938684005746},&quot;targetSize&quot;:{&quot;x&quot;:20.34522975122468,&quot;y&quot;:22.12938684005746},&quot;verticalAlign&quot;:&quot;TOP&quot;},&quot;parent&quot;:{&quot;type&quot;:&quot;CHILD&quot;,&quot;parentId&quot;:&quot;8e237446-b459-42a1-934b-573b08a6d3f6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a71715bb-40c3-4edb-812e-fdd62f82fab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71715bb-40c3-4edb-812e-fdd62f82fabb&quot;:{&quot;type&quot;:&quot;FIGURE_OBJECT&quot;,&quot;id&quot;:&quot;a71715bb-40c3-4edb-812e-fdd62f82fabb&quot;,&quot;relativeTransform&quot;:{&quot;translate&quot;:{&quot;x&quot;:-55.05938497879424,&quot;y&quot;:-10.66399932686495},&quot;rotate&quot;:0,&quot;skewX&quot;:0,&quot;scale&quot;:{&quot;x&quot;:1,&quot;y&quot;:1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7&quot;},&quot;connectorInfo&quot;:{&quot;type&quot;:&quot;LINE&quot;,&quot;offset&quot;:{&quot;x&quot;:0,&quot;y&quot;:0},&quot;bending&quot;:0.1,&quot;customized&quot;:fals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a827630f-6d00-41c1-8104-bc43ecb1e9c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827630f-6d00-41c1-8104-bc43ecb1e9ce&quot;:{&quot;type&quot;:&quot;FIGURE_OBJECT&quot;,&quot;id&quot;:&quot;a827630f-6d00-41c1-8104-bc43ecb1e9ce&quot;,&quot;relativeTransform&quot;:{&quot;translate&quot;:{&quot;x&quot;:314.37399352461364,&quot;y&quot;:193.7609454418224},&quot;rotate&quot;:2.1251042527002957,&quot;skewX&quot;:-4.996003610813208e-16,&quot;scale&quot;:{&quot;x&quot;:0.9999999999999996,&quot;y&quot;:1.0000000000000013}},&quot;opacity&quot;:1,&quot;path&quot;:{&quot;type&quot;:&quot;POLY_LINE&quot;,&quot;points&quot;:[{&quot;x&quot;:-195.65318067282098,&quot;y&quot;:182.490146917161},{&quot;x&quot;:-185.5946018327488,&quot;y&quot;:170.9094733831499},{&quot;x&quot;:-170.52594178563854,&quot;y&quot;:168.04198455703113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3da049f-3882-499c-a8b9-53536cd2c694&quot;,&quot;order&quot;:&quot;999999999702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e9342754-6f3d-4c0f-844e-207ed188d01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9342754-6f3d-4c0f-844e-207ed188d019&quot;:{&quot;relativeTransform&quot;:{&quot;translate&quot;:{&quot;x&quot;:705.3993666458797,&quot;y&quot;:89.2476753866514},&quot;rotate&quot;:0,&quot;skewX&quot;:0,&quot;scale&quot;:{&quot;x&quot;:1,&quot;y&quot;:1}},&quot;type&quot;:&quot;FIGURE_OBJECT&quot;,&quot;id&quot;:&quot;e9342754-6f3d-4c0f-844e-207ed188d019&quot;,&quot;parent&quot;:{&quot;type&quot;:&quot;CHILD&quot;,&quot;parentId&quot;:&quot;33da049f-3882-499c-a8b9-53536cd2c694&quot;,&quot;order&quot;:&quot;999999999705&quot;},&quot;name&quot;:&quot;Lymphocyte (editable)&quot;,&quot;displayName&quot;:&quot;Lymphocyte (editable)&quot;,&quot;source&quot;:{&quot;id&quot;:&quot;672e538830331cf63e86a430&quot;,&quot;type&quot;:&quot;ASSETS&quot;},&quot;isPremium&quot;:true,&quot;opacity&quot;:1},&quot;236605a5-e2e6-49bb-8bc3-ad414e3d3206&quot;:{&quot;type&quot;:&quot;FIGURE_OBJECT&quot;,&quot;id&quot;:&quot;236605a5-e2e6-49bb-8bc3-ad414e3d3206&quot;,&quot;path&quot;:{&quot;type&quot;:&quot;POLY_LINE&quot;,&quot;points&quot;:[{&quot;x&quot;:-249.51472324833918,&quot;y&quot;:-151.0678901080881},{&quot;x&quot;:-211.98224794410518,&quot;y&quot;:-132.8604416393155},{&quot;x&quot;:-202.1384632849402,&quot;y&quot;:-91.4622187466248},{&quot;x&quot;:-221.4259754427013,&quot;y&quot;:-59.04554563185669},{&quot;x&quot;:-264.7485527088023,&quot;y&quot;:-53.577191998015735},{&quot;x&quot;:-296.0228728071275,&quot;y&quot;:-87.18267961536712},{&quot;x&quot;:-288.7131910462422,&quot;y&quot;:-130.01104795589472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76, 222, 229, 1)&quot;},{&quot;type&quot;:&quot;STROKE&quot;,&quot;strokeStyle&quot;:&quot;rgba(70, 146, 176, 1)&quot;,&quot;lineWidth&quot;:1.5039140726243074,&quot;lineJoin&quot;:&quot;round&quot;}],&quot;relativeTransform&quot;:{&quot;translate&quot;:{&quot;x&quot;:-106.16644025179065,&quot;y&quot;:-15.431147351751141},&quot;rotate&quot;:1.110223024625157e-16},&quot;parent&quot;:{&quot;type&quot;:&quot;CHILD&quot;,&quot;parentId&quot;:&quot;e9342754-6f3d-4c0f-844e-207ed188d019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2ba87e7e-c576-4373-89fb-d1b6923ce565&quot;:{&quot;type&quot;:&quot;FIGURE_OBJECT&quot;,&quot;id&quot;:&quot;2ba87e7e-c576-4373-89fb-d1b6923ce565&quot;,&quot;path&quot;:{&quot;type&quot;:&quot;POLY_LINE&quot;,&quot;points&quot;:[{&quot;x&quot;:-158.50910844034806,&quot;y&quot;:-89.68687636643448},{&quot;x&quot;:-133.62555781528252,&quot;y&quot;:-79.58281834258551},{&quot;x&quot;:-126.59982895233603,&quot;y&quot;:-54.899015352406934},{&quot;x&quot;:-138.67964642204066,&quot;y&quot;:-35.44132605305037},{&quot;x&quot;:-165.8126857384198,&quot;y&quot;:-32.159017421020785},{&quot;x&quot;:-184.539329504351,&quot;y&quot;:-50.51587626894019},{&quot;x&quot;:-180.8217991210014,&quot;y&quot;:-78.03745213623054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38, 203, 219, 1)&quot;},{&quot;type&quot;:&quot;STROKE&quot;,&quot;strokeStyle&quot;:&quot;rgba(124, 196, 213, 1)&quot;,&quot;lineWidth&quot;:1.0026093817495383,&quot;lineJoin&quot;:&quot;round&quot;}],&quot;relativeTransform&quot;:{&quot;translate&quot;:{&quot;x&quot;:-194.32463991196866,&quot;y&quot;:-52.065018761250776},&quot;rotate&quot;:1.110223024625157e-16},&quot;parent&quot;:{&quot;type&quot;:&quot;CHILD&quot;,&quot;parentId&quot;:&quot;e9342754-6f3d-4c0f-844e-207ed188d019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eb9a1d3a-c75c-437c-bd9d-8e8a947dcf6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b9a1d3a-c75c-437c-bd9d-8e8a947dcf67&quot;:{&quot;relativeTransform&quot;:{&quot;translate&quot;:{&quot;x&quot;:606.1721035545206,&quot;y&quot;:-337.93539139325594},&quot;rotate&quot;:-1.074187321342002,&quot;skewX&quot;:0,&quot;scale&quot;:{&quot;x&quot;:1,&quot;y&quot;:1}},&quot;type&quot;:&quot;FIGURE_OBJECT&quot;,&quot;id&quot;:&quot;eb9a1d3a-c75c-437c-bd9d-8e8a947dcf67&quot;,&quot;parent&quot;:{&quot;type&quot;:&quot;CHILD&quot;,&quot;parentId&quot;:&quot;33da049f-3882-499c-a8b9-53536cd2c694&quot;,&quot;order&quot;:&quot;99999999971&quot;},&quot;name&quot;:&quot;Dendritic cell (editable)&quot;,&quot;displayName&quot;:&quot;Dendritic cell (editable)&quot;,&quot;source&quot;:{&quot;id&quot;:&quot;672e54a238b8c0fd46925877&quot;,&quot;type&quot;:&quot;ASSETS&quot;},&quot;isPremium&quot;:true,&quot;opacity&quot;:1},&quot;e8d3ebd4-ddbf-4a64-afdd-6918d52cc642&quot;:{&quot;type&quot;:&quot;FIGURE_OBJECT&quot;,&quot;id&quot;:&quot;e8d3ebd4-ddbf-4a64-afdd-6918d52cc642&quot;,&quot;path&quot;:{&quot;type&quot;:&quot;POLY_LINE&quot;,&quot;points&quot;:[{&quot;x&quot;:-125.26686288615215,&quot;y&quot;:-60.06080193490865},{&quot;x&quot;:-105.60184580958604,&quot;y&quot;:-53.29439583074495},{&quot;x&quot;:-100.04954018620786,&quot;y&quot;:-36.76434079419491},{&quot;x&quot;:-114.94780164402825,&quot;y&quot;:-24.525669999451225},{&quot;x&quot;:-135.28535765124292,&quot;y&quot;:-19.974658412543103},{&quot;x&quot;:-145.83807273651723,&quot;y&quot;:-33.829074688263546},{&quot;x&quot;:-137.8404856236648,&quot;y&quot;:-52.9464060514508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49, 147, 199, 1)&quot;},{&quot;type&quot;:&quot;STROKE&quot;,&quot;strokeStyle&quot;:&quot;rgba(127, 123, 169, 1)&quot;,&quot;lineWidth&quot;:0.8193319798249641,&quot;lineJoin&quot;:&quot;round&quot;}],&quot;relativeTransform&quot;:{&quot;translate&quot;:{&quot;x&quot;:-356.80063285071566,&quot;y&quot;:-194.4673811624692},&quot;rotate&quot;:-0.09822548199301405},&quot;parent&quot;:{&quot;type&quot;:&quot;CHILD&quot;,&quot;parentId&quot;:&quot;eb9a1d3a-c75c-437c-bd9d-8e8a947dcf67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3dcd52a8-7f00-42b4-899d-6882b599307a&quot;:{&quot;type&quot;:&quot;FIGURE_OBJECT&quot;,&quot;id&quot;:&quot;3dcd52a8-7f00-42b4-899d-6882b599307a&quot;,&quot;path&quot;:{&quot;type&quot;:&quot;POLY_LINE&quot;,&quot;points&quot;:[{&quot;x&quot;:-419.62822156715873,&quot;y&quot;:-31.909970288148507},{&quot;x&quot;:-410.55453771271954,&quot;y&quot;:-40.88661973650129},{&quot;x&quot;:-412.4243594830678,&quot;y&quot;:-46.177798318006},{&quot;x&quot;:-418.4030307663526,&quot;y&quot;:-57.21411271445335},{&quot;x&quot;:-421.7957269284105,&quot;y&quot;:-68.17440615609367},{&quot;x&quot;:-418.4893429590799,&quot;y&quot;:-69.8712596092163},{&quot;x&quot;:-413.22321716905657,&quot;y&quot;:-61.37402806819363},{&quot;x&quot;:-408.2027003147188,&quot;y&quot;:-52.747106404427505},{&quot;x&quot;:-402.90073433048224,&quot;y&quot;:-45.42825383482874},{&quot;x&quot;:-398.89916900772425,&quot;y&quot;:-43.601406798015454},{&quot;x&quot;:-386.4121292932898,&quot;y&quot;:-43.033475557250966},{&quot;x&quot;:-376.33255674888846,&quot;y&quot;:-41.057083060909854},{&quot;x&quot;:-371.4864451126912,&quot;y&quot;:-39.55694539178027},{&quot;x&quot;:-368.6361981736268,&quot;y&quot;:-40.346335969607594},{&quot;x&quot;:-361.6043623784175,&quot;y&quot;:-51.04425807474344},{&quot;x&quot;:-355.9600996419284,&quot;y&quot;:-58.24651856784392},{&quot;x&quot;:-350.37184866198226,&quot;y&quot;:-64.26029535979309},{&quot;x&quot;:-346.3066818612372,&quot;y&quot;:-66.84977238385055},{&quot;x&quot;:-343.90250539690555,&quot;y&quot;:-63.90406673364683},{&quot;x&quot;:-346.7845522235873,&quot;y&quot;:-59.83354481047486},{&quot;x&quot;:-351.9140929813852,&quot;y&quot;:-54.12022209721123},{&quot;x&quot;:-355.75614883540146,&quot;y&quot;:-49.23866271415215},{&quot;x&quot;:-360.8562204563976,&quot;y&quot;:-38.689018832170404},{&quot;x&quot;:-360.11975255873443,&quot;y&quot;:-31.811054150209532},{&quot;x&quot;:-355.0606143923979,&quot;y&quot;:-26.67484223444399},{&quot;x&quot;:-346.6249311653838,&quot;y&quot;:-27.578105071464098},{&quot;x&quot;:-334.6538136364108,&quot;y&quot;:-31.678861269541493},{&quot;x&quot;:-321.57741497781956,&quot;y&quot;:-37.71995909463898},{&quot;x&quot;:-328.7870991371029,&quot;y&quot;:-27.443996398693944},{&quot;x&quot;:-349.9284318078885,&quot;y&quot;:-16.33852094622144},{&quot;x&quot;:-349.7999840841832,&quot;y&quot;:-15.138931785680505},{&quot;x&quot;:-347.78279894004675,&quot;y&quot;:-9.02993585185143},{&quot;x&quot;:-345.2499287687683,&quot;y&quot;:6.839286344807465},{&quot;x&quot;:-340.18145758706726,&quot;y&quot;:9.536440099720824},{&quot;x&quot;:-324.5539751561709,&quot;y&quot;:13.24672145396947},{&quot;x&quot;:-315.91762189827193,&quot;y&quot;:21.027983813001704},{&quot;x&quot;:-331.25597340110386,&quot;y&quot;:18.222415369585953},{&quot;x&quot;:-347.6786612210261,&quot;y&quot;:17.395101484201685},{&quot;x&quot;:-355.9159885461157,&quot;y&quot;:26.41495919414408},{&quot;x&quot;:-362.0606427918113,&quot;y&quot;:33.828419949057874},{&quot;x&quot;:-369.25629754556195,&quot;y&quot;:38.919289288740785},{&quot;x&quot;:-381.96881933132,&quot;y&quot;:43.556690845735},{&quot;x&quot;:-397.16632337785495,&quot;y&quot;:44.089026739407515},{&quot;x&quot;:-406.0730545099799,&quot;y&quot;:41.39882501643288},{&quot;x&quot;:-415.7086874311765,&quot;y&quot;:39.09013456251531},{&quot;x&quot;:-430.6543325438311,&quot;y&quot;:50.2045133394131},{&quot;x&quot;:-436.8382515265468,&quot;y&quot;:60.789658747599105},{&quot;x&quot;:-439.7747764334564,&quot;y&quot;:59.401801449641596},{&quot;x&quot;:-437.524692981061,&quot;y&quot;:49.46203723666013},{&quot;x&quot;:-424.0991083459994,&quot;y&quot;:31.576022625859892},{&quot;x&quot;:-428.90247424380146,&quot;y&quot;:21.32542475816274},{&quot;x&quot;:-431.7306678485758,&quot;y&quot;:14.368311337760828},{&quot;x&quot;:-434.5146031067852,&quot;y&quot;:2.745545508598002},{&quot;x&quot;:-439.8909731677472,&quot;y&quot;:-1.6745586075858343},{&quot;x&quot;:-447.60756355237754,&quot;y&quot;:-3.266195185969266},{&quot;x&quot;:-456.73515190180734,&quot;y&quot;:-2.2888456191606346},{&quot;x&quot;:-466.6844924220175,&quot;y&quot;:-0.2580962205484225},{&quot;x&quot;:-469.0488274529739,&quot;y&quot;:-2.13204335266561},{&quot;x&quot;:-465.57647214783276,&quot;y&quot;:-6.4541240772798405},{&quot;x&quot;:-450.1905890914895,&quot;y&quot;:-9.318670677335227},{&quot;x&quot;:-434.9578492503944,&quot;y&quot;:-10.94973806502405},{&quot;x&quot;:-431.92464258192564,&quot;y&quot;:-14.887606781233524},{&quot;x&quot;:-425.494422421836,&quot;y&quot;:-26.51755076137497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6,&quot;lineJoin&quot;:&quot;round&quot;}],&quot;relativeTransform&quot;:{&quot;translate&quot;:{&quot;x&quot;:-91.70937951828263,&quot;y&quot;:-173.74672274849542},&quot;rotate&quot;:0.10666999806263862},&quot;parent&quot;:{&quot;type&quot;:&quot;CHILD&quot;,&quot;parentId&quot;:&quot;eb9a1d3a-c75c-437c-bd9d-8e8a947dcf67&quot;,&quot;order&quot;:&quot;2&quot;},&quot;connectorInfo&quot;:{&quot;connectedObjects&quot;:[],&quot;type&quot;:&quot;CUBIC&quot;,&quot;offset&quot;:{&quot;x&quot;:0,&quot;y&quot;:0},&quot;bending&quot;:0.1,&quot;firstElementIsHead&quot;:true,&quot;customized&quot;:true}},&quot;0cae1e25-bf73-4f0b-98db-8f62b9c4a674&quot;:{&quot;type&quot;:&quot;FIGURE_OBJECT&quot;,&quot;id&quot;:&quot;0cae1e25-bf73-4f0b-98db-8f62b9c4a674&quot;,&quot;path&quot;:{&quot;type&quot;:&quot;POLY_LINE&quot;,&quot;points&quot;:[{&quot;x&quot;:-421.3982126718027,&quot;y&quot;:-30.690514864300912},{&quot;x&quot;:-410.5545377127192,&quot;y&quot;:-40.8866197365013},{&quot;x&quot;:-411.13152858695145,&quot;y&quot;:-46.275208794320335},{&quot;x&quot;:-420.4867174213834,&quot;y&quot;:-60.98196159564586},{&quot;x&quot;:-423.11847912433194,&quot;y&quot;:-71.80883083534783},{&quot;x&quot;:-420.51351435576777,&quot;y&quot;:-73.30906034429817},{&quot;x&quot;:-414.0496528141753,&quot;y&quot;:-62.25284322673054},{&quot;x&quot;:-408.71982017552773,&quot;y&quot;:-53.96140256359252},{&quot;x&quot;:-404.1321351538668,&quot;y&quot;:-46.393123517544524},{&quot;x&quot;:-398.89916900772397,&quot;y&quot;:-43.60140679801547},{&quot;x&quot;:-386.3827322533442,&quot;y&quot;:-42.760368387234905},{&quot;x&quot;:-376.3325567488882,&quot;y&quot;:-41.05708306090987},{&quot;x&quot;:-369.8566466281908,&quot;y&quot;:-42.70141085994308},{&quot;x&quot;:-361.60436237841725,&quot;y&quot;:-51.04425807474345},{&quot;x&quot;:-355.96009964192825,&quot;y&quot;:-58.246518567843935},{&quot;x&quot;:-350.44534126184544,&quot;y&quot;:-64.94306328483314},{&quot;x&quot;:-343.2939691805528,&quot;y&quot;:-69.66050139333886},{&quot;x&quot;:-341.13350284629183,&quot;y&quot;:-66.41229153317381},{&quot;x&quot;:-346.784552223587,&quot;y&quot;:-59.833544810474876},{&quot;x&quot;:-351.9140929813849,&quot;y&quot;:-54.120222097211254},{&quot;x&quot;:-355.7561488354013,&quot;y&quot;:-49.23866271415216},{&quot;x&quot;:-360.8562204563974,&quot;y&quot;:-38.68901883217042},{&quot;x&quot;:-360.36772959405886,&quot;y&quot;:-30.26486915520334},{&quot;x&quot;:-358.81915598326657,&quot;y&quot;:-23.09315418007949},{&quot;x&quot;:-353.17790196181596,&quot;y&quot;:-13.533336825744875},{&quot;x&quot;:-337.72610223986743,&quot;y&quot;:-11.496599538177293},{&quot;x&quot;:-339.26542302652456,&quot;y&quot;:-7.745209182082103},{&quot;x&quot;:-347.7003111124678,&quot;y&quot;:-4.7814902266724575},{&quot;x&quot;:-356.4794616807073,&quot;y&quot;:9.192837557622862},{&quot;x&quot;:-366.00625531673575,&quot;y&quot;:27.63920325712998},{&quot;x&quot;:-367.53132000263946,&quot;y&quot;:36.90372231805447},{&quot;x&quot;:-362.9018113321622,&quot;y&quot;:47.90479796036757},{&quot;x&quot;:-373.4136957342401,&quot;y&quot;:40.49147298085376},{&quot;x&quot;:-382.9191299759653,&quot;y&quot;:36.59107576126938},{&quot;x&quot;:-397.49158862146425,&quot;y&quot;:37.217251929088825},{&quot;x&quot;:-410.7168966699812,&quot;y&quot;:34.13247904335203},{&quot;x&quot;:-426.3984023709719,&quot;y&quot;:38.430191393470686},{&quot;x&quot;:-426.1663037742228,&quot;y&quot;:31.804702129826},{&quot;x&quot;:-427.1462430639236,&quot;y&quot;:22.241471198554844},{&quot;x&quot;:-431.73066784857554,&quot;y&quot;:14.368311337760831},{&quot;x&quot;:-435.12530493934014,&quot;y&quot;:-9.344662571970476},{&quot;x&quot;:-443.2312128258238,&quot;y&quot;:-10.091505335326673},{&quot;x&quot;:-443.0249045465949,&quot;y&quot;:-14.434330475624645},{&quot;x&quot;:-433.6444714739076,&quot;y&quot;:-17.997895115014753},{&quot;x&quot;:-426.8074601925492,&quot;y&quot;:-23.906282802981575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184, 184, 230, 1)&quot;},{&quot;type&quot;:&quot;STROKE&quot;,&quot;strokeStyle&quot;:&quot;rgba(136, 132, 178, 1)&quot;,&quot;lineWidth&quot;:1.2289979697374451,&quot;lineJoin&quot;:&quot;round&quot;}],&quot;relativeTransform&quot;:{&quot;translate&quot;:{&quot;x&quot;:-845.1251316315453,&quot;y&quot;:-68.40562359297834},&quot;rotate&quot;:2.7522100289842553},&quot;parent&quot;:{&quot;type&quot;:&quot;CHILD&quot;,&quot;parentId&quot;:&quot;eb9a1d3a-c75c-437c-bd9d-8e8a947dcf67&quot;,&quot;order&quot;:&quot;1&quot;},&quot;connectorInfo&quot;:{&quot;connectedObjects&quot;:[],&quot;type&quot;:&quot;CUBIC&quot;,&quot;offset&quot;:{&quot;x&quot;:0,&quot;y&quot;:0},&quot;bending&quot;:0.1,&quot;firstElementIsHead&quot;:true,&quot;customized&quot;:true},&quot;opacity&quot;:0.45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60634ff4-24fe-42aa-b7db-7dda82deafa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0634ff4-24fe-42aa-b7db-7dda82deafa3&quot;:{&quot;relativeTransform&quot;:{&quot;translate&quot;:{&quot;x&quot;:195.831345890767,&quot;y&quot;:15.285925538573451},&quot;rotate&quot;:-1.570796326794897,&quot;skewX&quot;:0,&quot;scale&quot;:{&quot;x&quot;:1,&quot;y&quot;:1}},&quot;type&quot;:&quot;FIGURE_OBJECT&quot;,&quot;id&quot;:&quot;60634ff4-24fe-42aa-b7db-7dda82deafa3&quot;,&quot;parent&quot;:{&quot;type&quot;:&quot;CHILD&quot;,&quot;parentId&quot;:&quot;33da049f-3882-499c-a8b9-53536cd2c694&quot;,&quot;order&quot;:&quot;999999999712&quot;},&quot;name&quot;:&quot;T cell receptor (TCR, editable)&quot;,&quot;displayName&quot;:&quot;T cell receptor (TCR, editable)&quot;,&quot;source&quot;:{&quot;id&quot;:&quot;678564c616ae62dcc3c388dd&quot;,&quot;type&quot;:&quot;ASSETS&quot;},&quot;isPremium&quot;:true},&quot;80bed5bb-7d50-49d4-9606-8b1aa214b6fc&quot;:{&quot;type&quot;:&quot;FIGURE_OBJECT&quot;,&quot;id&quot;:&quot;80bed5bb-7d50-49d4-9606-8b1aa214b6fc&quot;,&quot;parent&quot;:{&quot;type&quot;:&quot;CHILD&quot;,&quot;parentId&quot;:&quot;60634ff4-24fe-42aa-b7db-7dda82deafa3&quot;,&quot;order&quot;:&quot;5&quot;},&quot;relativeTransform&quot;:{&quot;translate&quot;:{&quot;x&quot;:246.56531316119748,&quot;y&quot;:124.7975588398555},&quot;rotate&quot;:0}},&quot;56f45a42-cc5b-4fca-ac65-eca03b2fc5cc&quot;:{&quot;type&quot;:&quot;FIGURE_OBJECT&quot;,&quot;id&quot;:&quot;56f45a42-cc5b-4fca-ac65-eca03b2fc5cc&quot;,&quot;relativeTransform&quot;:{&quot;translate&quot;:{&quot;x&quot;:-194.58789846667003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1&quot;},&quot;connectorInfo&quot;:{&quot;connectedObjects&quot;:[],&quot;type&quot;:&quot;ELBOW&quot;,&quot;offset&quot;:{&quot;x&quot;:0,&quot;y&quot;:0},&quot;bending&quot;:0.1,&quot;firstElementIsHead&quot;:true,&quot;customized&quot;:true}},&quot;0fdab7eb-d093-4d23-9201-c46d31638d28&quot;:{&quot;type&quot;:&quot;FIGURE_OBJECT&quot;,&quot;id&quot;:&quot;0fdab7eb-d093-4d23-9201-c46d31638d28&quot;,&quot;relativeTransform&quot;:{&quot;translate&quot;:{&quot;x&quot;:-201.44925733804794,&quot;y&quot;:-41.79457733022628},&quot;rotate&quot;:0},&quot;opacity&quot;:1,&quot;path&quot;:{&quot;type&quot;:&quot;POLY_LINE&quot;,&quot;points&quot;:[{&quot;x&quot;:-4.8315012048236,&quot;y&quot;:10.772647393218536},{&quot;x&quot;:-4.831501204823612,&quot;y&quot;:-1.6855667495497328},{&quot;x&quot;:1.0033202456366261,&quot;y&quot;:-1.6855667495497333},{&quot;x&quot;:1.0033202456366312,&quot;y&quot;:10.659991775198847}],&quot;closed&quot;:true,&quot;cornerRounding&quot;:{&quot;type&quot;:&quot;ARC_LENGTH&quot;,&quot;global&quot;:1.6582289289400067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b4e3ad1a-45a1-4f24-8f55-b51976f21aad&quot;:{&quot;type&quot;:&quot;FIGURE_OBJECT&quot;,&quot;id&quot;:&quot;b4e3ad1a-45a1-4f24-8f55-b51976f21aad&quot;,&quot;relativeTransform&quot;:{&quot;translate&quot;:{&quot;x&quot;:-198.42251120695826,&quot;y&quot;:-54.0822541706165},&quot;rotate&quot;:-2.4492935982947064e-16},&quot;opacity&quot;:1,&quot;path&quot;:{&quot;type&quot;:&quot;POLY_LINE&quot;,&quot;points&quot;:[{&quot;x&quot;:4.847792123192965,&quot;y&quot;:10.680881779587171},{&quot;x&quot;:4.847792123192948,&quot;y&quot;:-3.0998193577541113},{&quot;x&quot;:3.998222077873082,&quot;y&quot;:-2.5150299791166355},{&quot;x&quot;:2.8917727025507487,&quot;y&quot;:-2.5150299791166355},{&quot;x&quot;:1.7844521648724272,&quot;y&quot;:-2.8267521496853454},{&quot;x&quot;:1.1632503051999632,&quot;y&quot;:-3.400746848321626},{&quot;x&quot;:1.1632503051999656,&quot;y&quot;:-3.8481393652652036},{&quot;x&quot;:0.6688774049193605,&quot;y&quot;:-2.8859200516107086},{&quot;x&quot;:-0.3822620098962903,&quot;y&quot;:-2.351499350243029},{&quot;x&quot;:-1.0067032538419647,&quot;y&quot;:-2.351499350243028},{&quot;x&quot;:-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fd81900c-023b-48eb-ab3b-7c38014b1730&quot;:{&quot;type&quot;:&quot;FIGURE_OBJECT&quot;,&quot;id&quot;:&quot;fd81900c-023b-48eb-ab3b-7c38014b1730&quot;,&quot;relativeTransform&quot;:{&quot;translate&quot;:{&quot;x&quot;:-201.44277911506526,&quot;y&quot;:-54.0822541706165},&quot;rotate&quot;:0},&quot;opacity&quot;:1,&quot;path&quot;:{&quot;type&quot;:&quot;POLY_LINE&quot;,&quot;points&quot;:[{&quot;x&quot;:-4.847792123192965,&quot;y&quot;:10.680881779587171},{&quot;x&quot;:-4.847792123192948,&quot;y&quot;:-3.0998193577541113},{&quot;x&quot;:-3.998222077873082,&quot;y&quot;:-2.5150299791166355},{&quot;x&quot;:-2.8917727025507487,&quot;y&quot;:-2.5150299791166355},{&quot;x&quot;:-1.7844521648724272,&quot;y&quot;:-2.8267521496853454},{&quot;x&quot;:-1.1632503051999632,&quot;y&quot;:-3.400746848321626},{&quot;x&quot;:-1.1632503051999656,&quot;y&quot;:-3.8481393652652036},{&quot;x&quot;:-0.6688774049193605,&quot;y&quot;:-2.8859200516107086},{&quot;x&quot;:0.3822620098962903,&quot;y&quot;:-2.351499350243029},{&quot;x&quot;:1.0067032538419647,&quot;y&quot;:-2.351499350243028},{&quot;x&quot;:1.0067032538419647,&quot;y&quot;:10.569185806076325}],&quot;closed&quot;:true,&quot;cornerRounding&quot;:{&quot;type&quot;:&quot;ARC_LENGTH&quot;,&quot;global&quot;:1.559972368890498},&quot;selectedObjectIds&quot;:[&quot;17b2f1dc-4a80-4fb5-b210-5f6bc23b7b88&quot;]},&quot;pathStyles&quot;:[{&quot;type&quot;:&quot;FILL&quot;,&quot;fillStyle&quot;:&quot;rgba(26, 111, 156, 1)&quot;},{&quot;type&quot;:&quot;STROKE&quot;,&quot;strokeStyle&quot;:&quot;rgba(8, 50, 69, 1)&quot;,&quot;lineWidth&quot;:0.31868459691346596,&quot;lineJoin&quot;:&quot;round&quot;,&quot;dashArray&quot;:[0]}],&quot;isLocked&quot;:false,&quot;parent&quot;:{&quot;type&quot;:&quot;CHILD&quot;,&quot;parentId&quot;:&quot;80bed5bb-7d50-49d4-9606-8b1aa214b6fc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7bc06130-a389-4fe1-a759-62c489ddbec3&quot;:{&quot;type&quot;:&quot;FIGURE_OBJECT&quot;,&quot;id&quot;:&quot;7bc06130-a389-4fe1-a759-62c489ddbec3&quot;,&quot;parent&quot;:{&quot;type&quot;:&quot;CHILD&quot;,&quot;parentId&quot;:&quot;60634ff4-24fe-42aa-b7db-7dda82deafa3&quot;,&quot;order&quot;:&quot;2&quot;},&quot;relativeTransform&quot;:{&quot;translate&quot;:{&quot;x&quot;:246.56531316119748,&quot;y&quot;:124.7975588398555},&quot;rotate&quot;:0}},&quot;2c188711-b934-4da8-b995-34816d310db0&quot;:{&quot;type&quot;:&quot;FIGURE_OBJECT&quot;,&quot;id&quot;:&quot;2c188711-b934-4da8-b995-34816d310db0&quot;,&quot;relativeTransform&quot;:{&quot;translate&quot;:{&quot;x&quot;:-203.41113012615472,&quot;y&quot;:-17.919678603489082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7bc06130-a389-4fe1-a759-62c489ddbec3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6b3a44f-3fc6-4516-baf5-1613e2b13085&quot;:{&quot;type&quot;:&quot;FIGURE_OBJECT&quot;,&quot;id&quot;:&quot;a6b3a44f-3fc6-4516-baf5-1613e2b13085&quot;,&quot;relativeTransform&quot;:{&quot;translate&quot;:{&quot;x&quot;:-196.5593750603453,&quot;y&quot;:-17.919678603489075},&quot;rotate&quot;:0},&quot;opacity&quot;:1,&quot;path&quot;:{&quot;type&quot;:&quot;POLY_LINE&quot;,&quot;points&quot;:[{&quot;x&quot;:0,&quot;y&quot;:-13.07595477237614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7bc06130-a389-4fe1-a759-62c489ddbec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c730c71a-428f-4003-aaab-c4dae4da1d5c&quot;:{&quot;type&quot;:&quot;FIGURE_OBJECT&quot;,&quot;id&quot;:&quot;c730c71a-428f-4003-aaab-c4dae4da1d5c&quot;,&quot;relativeTransform&quot;:{&quot;translate&quot;:{&quot;x&quot;:-194.04057101344017,&quot;y&quot;:-27.66280525357906},&quot;rotate&quot;:1.5707963267948966},&quot;opacity&quot;:1,&quot;path&quot;:{&quot;type&quot;:&quot;POLY_LINE&quot;,&quot;points&quot;:[{&quot;x&quot;:0,&quot;y&quot;:3.185461019296168},{&quot;x&quot;:0,&quot;y&quot;:9.370822060349536}],&quot;closed&quot;:false},&quot;pathStyles&quot;:[{&quot;type&quot;:&quot;FILL&quot;,&quot;fillStyle&quot;:&quot;rgba(0,0,0,0)&quot;},{&quot;type&quot;:&quot;STROKE&quot;,&quot;strokeStyle&quot;:&quot;rgba(8, 50, 69, 1)&quot;,&quot;lineWidth&quot;:1.3722713554915982,&quot;lineJoin&quot;:&quot;round&quot;}],&quot;isLocked&quot;:false,&quot;parent&quot;:{&quot;type&quot;:&quot;CHILD&quot;,&quot;parentId&quot;:&quot;7bc06130-a389-4fe1-a759-62c489ddbec3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490326ad-9ce3-418c-b9c4-1ba4de3d38a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90326ad-9ce3-418c-b9c4-1ba4de3d38a7&quot;:{&quot;relativeTransform&quot;:{&quot;translate&quot;:{&quot;x&quot;:397.50676281154097,&quot;y&quot;:60.934160889069034},&quot;rotate&quot;:1.5707963267948966,&quot;skewX&quot;:0,&quot;scale&quot;:{&quot;x&quot;:1,&quot;y&quot;:1}},&quot;type&quot;:&quot;FIGURE_OBJECT&quot;,&quot;id&quot;:&quot;490326ad-9ce3-418c-b9c4-1ba4de3d38a7&quot;,&quot;parent&quot;:{&quot;type&quot;:&quot;CHILD&quot;,&quot;parentId&quot;:&quot;33da049f-3882-499c-a8b9-53536cd2c694&quot;,&quot;order&quot;:&quot;999999999715&quot;},&quot;name&quot;:&quot;CD86 (dimer, editable) &quot;,&quot;displayName&quot;:&quot;CD86 (dimer, editable) &quot;,&quot;source&quot;:{&quot;id&quot;:&quot;678565d75f1e9115893188ec&quot;,&quot;type&quot;:&quot;ASSETS&quot;},&quot;isPremium&quot;:true},&quot;163c9075-147f-4ba2-9c34-dc089247741f&quot;:{&quot;type&quot;:&quot;FIGURE_OBJECT&quot;,&quot;id&quot;:&quot;163c9075-147f-4ba2-9c34-dc089247741f&quot;,&quot;parent&quot;:{&quot;type&quot;:&quot;CHILD&quot;,&quot;parentId&quot;:&quot;490326ad-9ce3-418c-b9c4-1ba4de3d38a7&quot;,&quot;order&quot;:&quot;2&quot;},&quot;relativeTransform&quot;:{&quot;translate&quot;:{&quot;x&quot;:246.25602897914652,&quot;y&quot;:92.68213542057826},&quot;rotate&quot;:0}},&quot;9ab854db-570b-40a9-80c8-c4285960c090&quot;:{&quot;type&quot;:&quot;FIGURE_OBJECT&quot;,&quot;id&quot;:&quot;9ab854db-570b-40a9-80c8-c4285960c090&quot;,&quot;relativeTransform&quot;:{&quot;translate&quot;:{&quot;x&quot;:-314.20117627994614,&quot;y&quot;:69.65009878312854},&quot;rotate&quot;:3.141592653589793},&quot;opacity&quot;:1,&quot;path&quot;:{&quot;type&quot;:&quot;POLY_LINE&quot;,&quot;points&quot;:[{&quot;x&quot;:0,&quot;y&quot;:-12.854134289770233},{&quot;x&quot;:0,&quot;y&quot;:12.854134289770233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163c9075-147f-4ba2-9c34-dc089247741f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5f09a78-766e-4976-9519-64b6dc3cf535&quot;:{&quot;type&quot;:&quot;FIGURE_OBJECT&quot;,&quot;id&quot;:&quot;a5f09a78-766e-4976-9519-64b6dc3cf535&quot;,&quot;parent&quot;:{&quot;type&quot;:&quot;CHILD&quot;,&quot;parentId&quot;:&quot;163c9075-147f-4ba2-9c34-dc089247741f&quot;,&quot;order&quot;:&quot;7&quot;},&quot;relativeTransform&quot;:{&quot;translate&quot;:{&quot;x&quot;:0,&quot;y&quot;:0},&quot;rotate&quot;:0}},&quot;41ef7ba7-d235-4b59-b9d4-8fcd9ab80d6f&quot;:{&quot;type&quot;:&quot;FIGURE_OBJECT&quot;,&quot;id&quot;:&quot;41ef7ba7-d235-4b59-b9d4-8fcd9ab80d6f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a5f09a78-766e-4976-9519-64b6dc3cf535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c0939049-14e4-426f-bd31-4ef6d619b20c&quot;:{&quot;type&quot;:&quot;FIGURE_OBJECT&quot;,&quot;id&quot;:&quot;c0939049-14e4-426f-bd31-4ef6d619b20c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95, 61, 121, 1)&quot;,&quot;lineWidth&quot;:0.4817408368377417,&quot;lineJoin&quot;:&quot;round&quot;}],&quot;isLocked&quot;:false,&quot;parent&quot;:{&quot;type&quot;:&quot;CHILD&quot;,&quot;parentId&quot;:&quot;a5f09a78-766e-4976-9519-64b6dc3cf535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12d79d72-ec40-44e9-95d8-74b4afa87438&quot;:{&quot;type&quot;:&quot;FIGURE_OBJECT&quot;,&quot;id&quot;:&quot;12d79d72-ec40-44e9-95d8-74b4afa87438&quot;,&quot;parent&quot;:{&quot;type&quot;:&quot;CHILD&quot;,&quot;parentId&quot;:&quot;490326ad-9ce3-418c-b9c4-1ba4de3d38a7&quot;,&quot;order&quot;:&quot;5&quot;},&quot;relativeTransform&quot;:{&quot;translate&quot;:{&quot;x&quot;:253.43719782603824,&quot;y&quot;:92.68213542057826},&quot;rotate&quot;:0}},&quot;c264488f-f3cf-4565-b79a-e09b0776ff04&quot;:{&quot;type&quot;:&quot;FIGURE_OBJECT&quot;,&quot;id&quot;:&quot;c264488f-f3cf-4565-b79a-e09b0776ff04&quot;,&quot;relativeTransform&quot;:{&quot;translate&quot;:{&quot;x&quot;:-314.20117627994614,&quot;y&quot;:69.58988688998076},&quot;rotate&quot;:3.141592653589793},&quot;opacity&quot;:1,&quot;path&quot;:{&quot;type&quot;:&quot;POLY_LINE&quot;,&quot;points&quot;:[{&quot;x&quot;:0,&quot;y&quot;:-12.79392239662247},{&quot;x&quot;:0,&quot;y&quot;:12.79392239662247}],&quot;closed&quot;:false},&quot;pathStyles&quot;:[{&quot;type&quot;:&quot;FILL&quot;,&quot;fillStyle&quot;:&quot;rgba(0,0,0,0)&quot;},{&quot;type&quot;:&quot;STROKE&quot;,&quot;strokeStyle&quot;:&quot;rgba(85, 48, 112, 1)&quot;,&quot;lineWidth&quot;:1.1240619526213973,&quot;lineJoin&quot;:&quot;round&quot;}],&quot;isLocked&quot;:false,&quot;parent&quot;:{&quot;type&quot;:&quot;CHILD&quot;,&quot;parentId&quot;:&quot;12d79d72-ec40-44e9-95d8-74b4afa87438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a48739f-1476-4061-a9d0-8ed6636f46e4&quot;:{&quot;type&quot;:&quot;FIGURE_OBJECT&quot;,&quot;id&quot;:&quot;3a48739f-1476-4061-a9d0-8ed6636f46e4&quot;,&quot;parent&quot;:{&quot;type&quot;:&quot;CHILD&quot;,&quot;parentId&quot;:&quot;12d79d72-ec40-44e9-95d8-74b4afa87438&quot;,&quot;order&quot;:&quot;7&quot;},&quot;relativeTransform&quot;:{&quot;translate&quot;:{&quot;x&quot;:0,&quot;y&quot;:0},&quot;rotate&quot;:0}},&quot;6101ad3e-7f42-4fc2-8ac7-ea0ef7e3f301&quot;:{&quot;type&quot;:&quot;FIGURE_OBJECT&quot;,&quot;id&quot;:&quot;6101ad3e-7f42-4fc2-8ac7-ea0ef7e3f301&quot;,&quot;relativeTransform&quot;:{&quot;translate&quot;:{&quot;x&quot;:-316.15558734273446,&quot;y&quot;:41.37028682919196},&quot;rotate&quot;:-3.141592653589793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0.7257538297072608,&quot;y&quot;:11.060004887310495},{&quot;x&quot;:-0.5341552188294809,&quot;y&quot;:12.205816974555887},{&quot;x&quot;:-3.5958751844494756,&quot;y&quot;:12.205816974555887},{&quot;x&quot;:-4.685024415392113,&quot;y&quot;:11.237015383785268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3a48739f-1476-4061-a9d0-8ed6636f46e4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55de2b4e-12e9-463c-96c0-a47e693469d0&quot;:{&quot;type&quot;:&quot;FIGURE_OBJECT&quot;,&quot;id&quot;:&quot;55de2b4e-12e9-463c-96c0-a47e693469d0&quot;,&quot;relativeTransform&quot;:{&quot;translate&quot;:{&quot;x&quot;:-312.0385331571148,&quot;y&quot;:46.09350407862195},&quot;rotate&quot;:0},&quot;opacity&quot;:1,&quot;path&quot;:{&quot;type&quot;:&quot;POLY_LINE&quot;,&quot;points&quot;:[{&quot;x&quot;:-5.1960846339851035,&quot;y&quot;:10.139749568048067},{&quot;x&quot;:-5.1960846339851114,&quot;y&quot;:0.024669279172302154},{&quot;x&quot;:-5.196084633985115,&quot;y&quot;:2.179181848780985},{&quot;x&quot;:-5.196084633985115,&quot;y&quot;:-0.757683122321144},{&quot;x&quot;:-4.4246146799556145,&quot;y&quot;:-1.8482690269166737},{&quot;x&quot;:-3.5059102227753205,&quot;y&quot;:-2.3627794913008393},{&quot;x&quot;:-2.0352869250313255,&quot;y&quot;:-2.362779491300846},{&quot;x&quot;:-0.38945923704438007,&quot;y&quot;:-2.3518421992920517},{&quot;x&quot;:0.608198434418045,&quot;y&quot;:-1.5048254026589925},{&quot;x&quot;:1.0790304483653748,&quot;y&quot;:-0.4212886669861289},{&quot;x&quot;:1.0790304483653905,&quot;y&quot;:9.749651022065006},{&quot;x&quot;:-0.5341552188294809,&quot;y&quot;:12.205816974555887},{&quot;x&quot;:-3.5958751844494756,&quot;y&quot;:12.205816974555887}],&quot;closed&quot;:true,&quot;cornerRounding&quot;:{&quot;type&quot;:&quot;ARC_LENGTH&quot;,&quot;global&quot;:1.8962958348798165},&quot;selectedObjectIds&quot;:[&quot;fac0b916-3b10-40db-ad00-d62f3bfec3f7&quot;]},&quot;pathStyles&quot;:[{&quot;type&quot;:&quot;FILL&quot;,&quot;fillStyle&quot;:&quot;rgba(135, 103, 154, 1)&quot;},{&quot;type&quot;:&quot;STROKE&quot;,&quot;strokeStyle&quot;:&quot;rgba(85, 48, 112, 1)&quot;,&quot;lineWidth&quot;:0.4817408368377417,&quot;lineJoin&quot;:&quot;round&quot;}],&quot;isLocked&quot;:false,&quot;parent&quot;:{&quot;type&quot;:&quot;CHILD&quot;,&quot;parentId&quot;:&quot;3a48739f-1476-4061-a9d0-8ed6636f46e4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4314e07d-91e5-4055-919c-24286ad90a0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314e07d-91e5-4055-919c-24286ad90a05&quot;:{&quot;relativeTransform&quot;:{&quot;translate&quot;:{&quot;x&quot;:162.7918376472403,&quot;y&quot;:166.33994929578125},&quot;rotate&quot;:-1.5707963267948966,&quot;skewX&quot;:0,&quot;scale&quot;:{&quot;x&quot;:1,&quot;y&quot;:1}},&quot;type&quot;:&quot;FIGURE_OBJECT&quot;,&quot;id&quot;:&quot;4314e07d-91e5-4055-919c-24286ad90a05&quot;,&quot;parent&quot;:{&quot;type&quot;:&quot;CHILD&quot;,&quot;parentId&quot;:&quot;33da049f-3882-499c-a8b9-53536cd2c694&quot;,&quot;order&quot;:&quot;999999999752&quot;},&quot;name&quot;:&quot;CD28 (relaxed, editable)&quot;,&quot;displayName&quot;:&quot;CD28 (relaxed, editable)&quot;,&quot;source&quot;:{&quot;id&quot;:&quot;6785667d9d463cd270edb5ac&quot;,&quot;type&quot;:&quot;ASSETS&quot;},&quot;isPremium&quot;:true},&quot;5c4913ad-01b6-42dc-b65f-d10fa049f59a&quot;:{&quot;type&quot;:&quot;FIGURE_OBJECT&quot;,&quot;id&quot;:&quot;5c4913ad-01b6-42dc-b65f-d10fa049f59a&quot;,&quot;parent&quot;:{&quot;type&quot;:&quot;CHILD&quot;,&quot;parentId&quot;:&quot;4314e07d-91e5-4055-919c-24286ad90a05&quot;,&quot;order&quot;:&quot;5&quot;},&quot;relativeTransform&quot;:{&quot;translate&quot;:{&quot;x&quot;:282.6093049035799,&quot;y&quot;:161.6656304291086},&quot;rotate&quot;:0}},&quot;c831a3ec-0698-4a51-9848-148bb357755f&quot;:{&quot;type&quot;:&quot;FIGURE_OBJECT&quot;,&quot;id&quot;:&quot;c831a3ec-0698-4a51-9848-148bb357755f&quot;,&quot;relativeTransform&quot;:{&quot;translate&quot;:{&quot;x&quot;:-103.9938230012894,&quot;y&quot;:-45.39920486845889},&quot;rotate&quot;:0.25876586615201375},&quot;opacity&quot;:1,&quot;path&quot;:{&quot;type&quot;:&quot;POLY_LINE&quot;,&quot;points&quot;:[{&quot;x&quot;:-5.600105816222394,&quot;y&quot;:11.829623631194034},{&quot;x&quot;:-5.600105816222421,&quot;y&quot;:0.026111514007899985},{&quot;x&quot;:-5.600105816222425,&quot;y&quot;:2.3065828949754428},{&quot;x&quot;:-5.600105816222425,&quot;y&quot;:-0.8019793899876512},{&quot;x&quot;:-4.768650272110549,&quot;y&quot;:-1.9563239869970892},{&quot;x&quot;:-3.778512016779821,&quot;y&quot;:-2.5009141675266537},{&quot;x&quot;:-2.118395663929901,&quot;y&quot;:-2.98339078043814},{&quot;x&quot;:-0.41974161165289986,&quot;y&quot;:-2.4893374509350874},{&quot;x&quot;:0.655488859385585,&quot;y&quot;:-1.5928016909829772},{&quot;x&quot;:1.1629303822824026,&quot;y&quot;:-0.44591837696371744},{&quot;x&quot;:1.1629303822824137,&quot;y&quot;:11.88689428019579},{&quot;x&quot;:-0.25652500153742014,&quot;y&quot;:12.982836420621139},{&quot;x&quot;:-4.0350539062083435,&quot;y&quot;:12.919403063337942}],&quot;closed&quot;:true,&quot;cornerRounding&quot;:{&quot;type&quot;:&quot;ARC_LENGTH&quot;,&quot;global&quot;:1.9247405741649208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57,&quot;lineJoin&quot;:&quot;round&quot;}],&quot;isLocked&quot;:false,&quot;parent&quot;:{&quot;type&quot;:&quot;CHILD&quot;,&quot;parentId&quot;:&quot;5c4913ad-01b6-42dc-b65f-d10fa049f59a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82859f8a-f4c9-482f-af89-9804835d6ded&quot;:{&quot;type&quot;:&quot;FIGURE_OBJECT&quot;,&quot;id&quot;:&quot;82859f8a-f4c9-482f-af89-9804835d6ded&quot;,&quot;relativeTransform&quot;:{&quot;translate&quot;:{&quot;x&quot;:-121.6207813646426,&quot;y&quot;:-45.54949456175899},&quot;rotate&quot;:-0.2587658661520138},&quot;opacity&quot;:1,&quot;path&quot;:{&quot;type&quot;:&quot;POLY_LINE&quot;,&quot;points&quot;:[{&quot;x&quot;:5.600105816222395,&quot;y&quot;:11.829623631194034},{&quot;x&quot;:5.600105816222422,&quot;y&quot;:0.026111514007899992},{&quot;x&quot;:5.600105816222426,&quot;y&quot;:2.3065828949754428},{&quot;x&quot;:5.600105816222426,&quot;y&quot;:-0.8019793899876512},{&quot;x&quot;:4.76865027211055,&quot;y&quot;:-1.9563239869970892},{&quot;x&quot;:3.7785120167798216,&quot;y&quot;:-2.500914167526654},{&quot;x&quot;:2.1183956639299013,&quot;y&quot;:-2.98339078043814},{&quot;x&quot;:0.4197416116528999,&quot;y&quot;:-2.489337450935088},{&quot;x&quot;:-0.6554888593855851,&quot;y&quot;:-1.5928016909829772},{&quot;x&quot;:-1.1629303822824026,&quot;y&quot;:-0.4459183769637176},{&quot;x&quot;:-1.162930382282414,&quot;y&quot;:11.886894280195795},{&quot;x&quot;:0.2565250015374202,&quot;y&quot;:12.982836420621139},{&quot;x&quot;:4.035053906208344,&quot;y&quot;:12.919403063337946}],&quot;closed&quot;:true,&quot;cornerRounding&quot;:{&quot;type&quot;:&quot;ARC_LENGTH&quot;,&quot;global&quot;:1.924740574164921},&quot;selectedObjectIds&quot;:[&quot;fac0b916-3b10-40db-ad00-d62f3bfec3f7&quot;]},&quot;pathStyles&quot;:[{&quot;type&quot;:&quot;FILL&quot;,&quot;fillStyle&quot;:&quot;rgba(82, 70, 137, 1)&quot;},{&quot;type&quot;:&quot;STROKE&quot;,&quot;strokeStyle&quot;:&quot;rgba(33, 28, 73, 1)&quot;,&quot;lineWidth&quot;:0.4694637377170646,&quot;lineJoin&quot;:&quot;round&quot;}],&quot;isLocked&quot;:false,&quot;parent&quot;:{&quot;type&quot;:&quot;CHILD&quot;,&quot;parentId&quot;:&quot;5c4913ad-01b6-42dc-b65f-d10fa049f59a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a97071e2-2d04-4ff5-a99c-f09209eaac92&quot;:{&quot;type&quot;:&quot;FIGURE_OBJECT&quot;,&quot;id&quot;:&quot;a97071e2-2d04-4ff5-a99c-f09209eaac92&quot;,&quot;parent&quot;:{&quot;type&quot;:&quot;CHILD&quot;,&quot;parentId&quot;:&quot;4314e07d-91e5-4055-919c-24286ad90a05&quot;,&quot;order&quot;:&quot;2&quot;},&quot;relativeTransform&quot;:{&quot;translate&quot;:{&quot;x&quot;:282.6093049035799,&quot;y&quot;:161.6656304291086},&quot;rotate&quot;:0}},&quot;281f9cdc-f08d-4298-ac3c-1c51d00dabfc&quot;:{&quot;type&quot;:&quot;FIGURE_OBJECT&quot;,&quot;id&quot;:&quot;281f9cdc-f08d-4298-ac3c-1c51d00dabfc&quot;,&quot;relativeTransform&quot;:{&quot;translate&quot;:{&quot;x&quot;:-116.10729241296409,&quot;y&quot;:-20.63373000273332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a97071e2-2d04-4ff5-a99c-f09209eaac92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f93e008-1f45-47b1-a8af-86503a6b0361&quot;:{&quot;type&quot;:&quot;FIGURE_OBJECT&quot;,&quot;id&quot;:&quot;4f93e008-1f45-47b1-a8af-86503a6b0361&quot;,&quot;relativeTransform&quot;:{&quot;translate&quot;:{&quot;x&quot;:-109.38635751700996,&quot;y&quot;:-20.633730002733305},&quot;rotate&quot;:0},&quot;opacity&quot;:1,&quot;path&quot;:{&quot;type&quot;:&quot;POLY_LINE&quot;,&quot;points&quot;:[{&quot;x&quot;:0,&quot;y&quot;:-13.447870473007093},{&quot;x&quot;:0,&quot;y&quot;:9.63735371426941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a97071e2-2d04-4ff5-a99c-f09209eaac92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1e2afbd9-4aa9-4bcc-82a6-fd497b910108&quot;:{&quot;type&quot;:&quot;FIGURE_OBJECT&quot;,&quot;id&quot;:&quot;1e2afbd9-4aa9-4bcc-82a6-fd497b910108&quot;,&quot;relativeTransform&quot;:{&quot;translate&quot;:{&quot;x&quot;:-106.9148934040773,&quot;y&quot;:-30.353398274782972},&quot;rotate&quot;:1.5707963267948966},&quot;opacity&quot;:1,&quot;path&quot;:{&quot;type&quot;:&quot;POLY_LINE&quot;,&quot;points&quot;:[{&quot;x&quot;:0,&quot;y&quot;:2.7489169546482617},{&quot;x&quot;:5.3290957738057766e-17,&quot;y&quot;:9.191905487610963}],&quot;closed&quot;:false},&quot;pathStyles&quot;:[{&quot;type&quot;:&quot;FILL&quot;,&quot;fillStyle&quot;:&quot;rgba(0,0,0,0)&quot;},{&quot;type&quot;:&quot;STROKE&quot;,&quot;strokeStyle&quot;:&quot;rgba(33, 28, 73, 0.9254901960784314)&quot;,&quot;lineWidth&quot;:1.095415388006484,&quot;lineJoin&quot;:&quot;round&quot;}],&quot;isLocked&quot;:false,&quot;parent&quot;:{&quot;type&quot;:&quot;CHILD&quot;,&quot;parentId&quot;:&quot;a97071e2-2d04-4ff5-a99c-f09209eaac92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93107a25-716e-4d51-ac29-f1eaa173ad0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3107a25-716e-4d51-ac29-f1eaa173ad0b&quot;:{&quot;relativeTransform&quot;:{&quot;translate&quot;:{&quot;x&quot;:271.17623216834164,&quot;y&quot;:-65.21514579026935},&quot;rotate&quot;:1.5707963267948966,&quot;skewX&quot;:0,&quot;scale&quot;:{&quot;x&quot;:1,&quot;y&quot;:1}},&quot;type&quot;:&quot;FIGURE_OBJECT&quot;,&quot;id&quot;:&quot;93107a25-716e-4d51-ac29-f1eaa173ad0b&quot;,&quot;parent&quot;:{&quot;type&quot;:&quot;CHILD&quot;,&quot;parentId&quot;:&quot;33da049f-3882-499c-a8b9-53536cd2c694&quot;,&quot;order&quot;:&quot;999999999755&quot;},&quot;name&quot;:&quot;MHC class I (editable)&quot;,&quot;displayName&quot;:&quot;MHC class I (editable)&quot;,&quot;source&quot;:{&quot;id&quot;:&quot;67856b660efb4e725db041ed&quot;,&quot;type&quot;:&quot;ASSETS&quot;},&quot;isPremium&quot;:true},&quot;725f14b6-a4fd-4e5f-87d8-7835dc7ffe61&quot;:{&quot;type&quot;:&quot;FIGURE_OBJECT&quot;,&quot;id&quot;:&quot;725f14b6-a4fd-4e5f-87d8-7835dc7ffe61&quot;,&quot;relativeTransform&quot;:{&quot;translate&quot;:{&quot;x&quot;:30.57405533210088,&quot;y&quot;:38.745575635814},&quot;rotate&quot;:0},&quot;opacity&quot;:1,&quot;path&quot;:{&quot;type&quot;:&quot;POLY_LINE&quot;,&quot;points&quot;:[{&quot;x&quot;:0,&quot;y&quot;:-12.58014759171294},{&quot;x&quot;:0,&quot;y&quot;:9.015504154535604}],&quot;closed&quot;:false},&quot;pathStyles&quot;:[{&quot;type&quot;:&quot;FILL&quot;,&quot;fillStyle&quot;:&quot;rgba(0,0,0,0)&quot;},{&quot;type&quot;:&quot;STROKE&quot;,&quot;strokeStyle&quot;:&quot;rgba(57, 30, 64, 1)&quot;,&quot;lineWidth&quot;:1.2575695805557754,&quot;lineJoin&quot;:&quot;round&quot;}],&quot;isLocked&quot;:false,&quot;parent&quot;:{&quot;type&quot;:&quot;CHILD&quot;,&quot;parentId&quot;:&quot;93107a25-716e-4d51-ac29-f1eaa173ad0b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18c0a045-2cb2-43c8-8f58-aa61e2da5c99&quot;:{&quot;type&quot;:&quot;FIGURE_OBJECT&quot;,&quot;id&quot;:&quot;18c0a045-2cb2-43c8-8f58-aa61e2da5c99&quot;,&quot;parent&quot;:{&quot;type&quot;:&quot;CHILD&quot;,&quot;parentId&quot;:&quot;93107a25-716e-4d51-ac29-f1eaa173ad0b&quot;,&quot;order&quot;:&quot;5&quot;},&quot;relativeTransform&quot;:{&quot;translate&quot;:{&quot;x&quot;:0,&quot;y&quot;:0},&quot;rotate&quot;:0}},&quot;afbc69f4-a652-47ba-89b5-69b3a82a3491&quot;:{&quot;type&quot;:&quot;FIGURE_OBJECT&quot;,&quot;id&quot;:&quot;afbc69f4-a652-47ba-89b5-69b3a82a3491&quot;,&quot;relativeTransform&quot;:{&quot;translate&quot;:{&quot;x&quot;:37.691444488007505,&quot;y&quot;:26.248971367766345},&quot;rotate&quot;:-2.775557561562892e-16,&quot;skewX&quot;:1.1102230246251565e-16},&quot;opacity&quot;:1,&quot;path&quot;:{&quot;type&quot;:&quot;RECT&quot;,&quot;size&quot;:{&quot;x&quot;:6.042151580899484,&quot;y&quot;:7.776968010288445},&quot;cornerRounding&quot;:{&quot;type&quot;:&quot;ARC_LENGTH&quot;,&quot;global&quot;:1.0595203113295335},&quot;selectedObjectIds&quot;:[&quot;62022a53-9641-4e2b-87cc-c664408c2993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18c0a045-2cb2-43c8-8f58-aa61e2da5c99&quot;,&quot;order&quot;:&quot;5&quot;}},&quot;9e054938-4962-45fd-abc7-ffde1c8686d9&quot;:{&quot;type&quot;:&quot;FIGURE_OBJECT&quot;,&quot;id&quot;:&quot;9e054938-4962-45fd-abc7-ffde1c8686d9&quot;,&quot;relativeTransform&quot;:{&quot;translate&quot;:{&quot;x&quot;:39.627431281119414,&quot;y&quot;:14.168358973088326},&quot;rotate&quot;:0},&quot;opacity&quot;:1,&quot;path&quot;:{&quot;type&quot;:&quot;POLY_LINE&quot;,&quot;points&quot;:[{&quot;x&quot;:-4.88236211845015,&quot;y&quot;:4.48340500652485},{&quot;x&quot;:-4.8823621184501365,&quot;y&quot;:1.4062980282338577},{&quot;x&quot;:-3.043051742386749,&quot;y&quot;:0.898255576669622},{&quot;x&quot;:-1.6168580403627828,&quot;y&quot;:-0.987825482759411},{&quot;x&quot;:-1.7881021688368754,&quot;y&quot;:-5.476905811849453},{&quot;x&quot;:1.0928073813759864,&quot;y&quot;:-5.476905811849453},{&quot;x&quot;:1.0928073813759864,&quot;y&quot;:1.8751931187511848},{&quot;x&quot;:1.0928073813759864,&quot;y&quot;:6.4100365871100715},{&quot;x&quot;:0.5201780450176148,&quot;y&quot;:6.954034593547557},{&quot;x&quot;:-1.963444207968624,&quot;y&quot;:6.954034593547557},{&quot;x&quot;:-4.9569885482202825,&quot;y&quot;:6.954034593547557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18c0a045-2cb2-43c8-8f58-aa61e2da5c99&quot;,&quot;order&quot;:&quot;7&quot;},&quot;connectorInfo&quot;:{&quot;connectedObjects&quot;:[],&quot;type&quot;:&quot;ELBOW&quot;,&quot;offset&quot;:{&quot;x&quot;:0,&quot;y&quot;:0},&quot;bending&quot;:0.1,&quot;firstElementIsHead&quot;:true,&quot;customized&quot;:true}},&quot;906fa601-8d39-40b8-b593-497c0ac76e02&quot;:{&quot;type&quot;:&quot;FIGURE_OBJECT&quot;,&quot;id&quot;:&quot;906fa601-8d39-40b8-b593-497c0ac76e02&quot;,&quot;relativeTransform&quot;:{&quot;translate&quot;:{&quot;x&quot;:28.73082622318417,&quot;y&quot;:14.06163424416489},&quot;rotate&quot;:-6.938893903907228e-18},&quot;opacity&quot;:1,&quot;path&quot;:{&quot;type&quot;:&quot;POLY_LINE&quot;,&quot;points&quot;:[{&quot;x&quot;:4.882362118450136,&quot;y&quot;:14.983773388486963},{&quot;x&quot;:4.8823621184501365,&quot;y&quot;:1.4062980282338577},{&quot;x&quot;:3.043051742386749,&quot;y&quot;:0.898255576669622},{&quot;x&quot;:1.6168580403627828,&quot;y&quot;:-0.987825482759411},{&quot;x&quot;:1.7881021688368754,&quot;y&quot;:-5.476905811849453},{&quot;x&quot;:-1.199683231356409,&quot;y&quot;:-5.352596835406145},{&quot;x&quot;:-1.199683231356403,&quot;y&quot;:6.611373263062762},{&quot;x&quot;:-1.199683231356403,&quot;y&quot;:15.747435257761252},{&quot;x&quot;:-0.3144724228740185,&quot;y&quot;:16.05924913454966},{&quot;x&quot;:2.2571608060654813,&quot;y&quot;:16.05924913454966},{&quot;x&quot;:4.920273973458186,&quot;y&quot;:16.020140265176636}],&quot;closed&quot;:true,&quot;cornerRounding&quot;:{&quot;type&quot;:&quot;ARC_LENGTH&quot;,&quot;global&quot;:3.0957935209076735},&quot;selectedObjectIds&quot;:[&quot;c368ce60-c07d-4c26-9a36-c01b9827887d&quot;]},&quot;pathStyles&quot;:[{&quot;type&quot;:&quot;FILL&quot;,&quot;fillStyle&quot;:&quot;rgba(111, 61, 123, 1)&quot;},{&quot;type&quot;:&quot;STROKE&quot;,&quot;strokeStyle&quot;:&quot;rgba(57, 30, 64, 1)&quot;,&quot;lineWidth&quot;:0.3772708741667325,&quot;lineJoin&quot;:&quot;round&quot;}],&quot;isLocked&quot;:false,&quot;parent&quot;:{&quot;type&quot;:&quot;CHILD&quot;,&quot;parentId&quot;:&quot;18c0a045-2cb2-43c8-8f58-aa61e2da5c99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2739fbdb-bfaf-478b-b147-5ff65941956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739fbdb-bfaf-478b-b147-5ff65941956c&quot;:{&quot;type&quot;:&quot;FIGURE_OBJECT&quot;,&quot;id&quot;:&quot;2739fbdb-bfaf-478b-b147-5ff65941956c&quot;,&quot;relativeTransform&quot;:{&quot;translate&quot;:{&quot;x&quot;:259.88021933699827,&quot;y&quot;:-31.27588719660575},&quot;rotate&quot;:0,&quot;skewX&quot;:0,&quot;scale&quot;:{&quot;x&quot;:1,&quot;y&quot;:1}},&quot;opacity&quot;:1,&quot;path&quot;:{&quot;type&quot;:&quot;ELLIPSE&quot;,&quot;size&quot;:{&quot;x&quot;:4.730580467033069,&quot;y&quot;:4.915991878949783}},&quot;isLocked&quot;:false,&quot;pathStyles&quot;:[{&quot;type&quot;:&quot;FILL&quot;,&quot;fillStyle&quot;:&quot;rgba(49,126,194,1)&quot;},{&quot;type&quot;:&quot;STROKE&quot;,&quot;strokeStyle&quot;:&quot;rgba(23,23,23,1)&quot;,&quot;lineWidth&quot;:0.8193319798249639,&quot;lineJoin&quot;:&quot;round&quot;}],&quot;parent&quot;:{&quot;type&quot;:&quot;CHILD&quot;,&quot;parentId&quot;:&quot;33da049f-3882-499c-a8b9-53536cd2c694&quot;,&quot;order&quot;:&quot;99999999976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b1495aeb-06c5-46c6-96b2-ebd5270857b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1495aeb-06c5-46c6-96b2-ebd5270857b2&quot;:{&quot;type&quot;:&quot;FIGURE_OBJECT&quot;,&quot;id&quot;:&quot;b1495aeb-06c5-46c6-96b2-ebd5270857b2&quot;,&quot;parent&quot;:{&quot;type&quot;:&quot;CHILD&quot;,&quot;parentId&quot;:&quot;33da049f-3882-499c-a8b9-53536cd2c694&quot;,&quot;order&quot;:&quot;999999999762&quot;},&quot;relativeTransform&quot;:{&quot;translate&quot;:{&quot;x&quot;:263.46856395417956,&quot;y&quot;:-30.534019859831673},&quot;rotate&quot;:0,&quot;skewX&quot;:0,&quot;scale&quot;:{&quot;x&quot;:1,&quot;y&quot;:1}}},&quot;f33e0e83-0904-46f8-8820-50739ce9c7f8&quot;:{&quot;type&quot;:&quot;FIGURE_OBJECT&quot;,&quot;id&quot;:&quot;f33e0e83-0904-46f8-8820-50739ce9c7f8&quot;,&quot;parent&quot;:{&quot;type&quot;:&quot;CHILD&quot;,&quot;parentId&quot;:&quot;b1495aeb-06c5-46c6-96b2-ebd5270857b2&quot;,&quot;order&quot;:&quot;2&quot;},&quot;relativeTransform&quot;:{&quot;translate&quot;:{&quot;x&quot;:0,&quot;y&quot;:0},&quot;rotate&quot;:0}},&quot;bc28fccb-cb1f-4dfc-a7ad-a1dbcb97b66c&quot;:{&quot;type&quot;:&quot;FIGURE_OBJECT&quot;,&quot;id&quot;:&quot;bc28fccb-cb1f-4dfc-a7ad-a1dbcb97b66c&quot;,&quot;relativeTransform&quot;:{&quot;translate&quot;:{&quot;x&quot;:-15.255087772145869,&quot;y&quot;:-20.386447594603286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1, 79, 79, 1)&quot;},{&quot;type&quot;:&quot;STROKE&quot;,&quot;strokeStyle&quot;:&quot;rgba(122, 23, 23, 1)&quot;,&quot;lineWidth&quot;:0.40966598991248193,&quot;lineJoin&quot;:&quot;round&quot;}],&quot;isLocked&quot;:false,&quot;parent&quot;:{&quot;type&quot;:&quot;CHILD&quot;,&quot;parentId&quot;:&quot;f33e0e83-0904-46f8-8820-50739ce9c7f8&quot;,&quot;order&quot;:&quot;5&quot;}},&quot;d018607f-d907-49fc-9531-f08af2f5f164&quot;:{&quot;type&quot;:&quot;FIGURE_OBJECT&quot;,&quot;id&quot;:&quot;d018607f-d907-49fc-9531-f08af2f5f164&quot;,&quot;relativeTransform&quot;:{&quot;translate&quot;:{&quot;x&quot;:17.94572260813848,&quot;y&quot;:-20.386447594603286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22, 23, 23, 1)&quot;,&quot;lineWidth&quot;:1.2289979697374458,&quot;lineJoin&quot;:&quot;round&quot;}],&quot;isLocked&quot;:false,&quot;parent&quot;:{&quot;type&quot;:&quot;CHILD&quot;,&quot;parentId&quot;:&quot;f33e0e83-0904-46f8-8820-50739ce9c7f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08ef096-facd-47c5-b252-2725a6819100&quot;:{&quot;type&quot;:&quot;FIGURE_OBJECT&quot;,&quot;id&quot;:&quot;608ef096-facd-47c5-b252-2725a6819100&quot;,&quot;parent&quot;:{&quot;type&quot;:&quot;CHILD&quot;,&quot;parentId&quot;:&quot;b1495aeb-06c5-46c6-96b2-ebd5270857b2&quot;,&quot;order&quot;:&quot;5&quot;},&quot;relativeTransform&quot;:{&quot;translate&quot;:{&quot;x&quot;:0,&quot;y&quot;:0},&quot;rotate&quot;:0}},&quot;30e25f77-2506-4966-bf53-3821caa19047&quot;:{&quot;type&quot;:&quot;FIGURE_OBJECT&quot;,&quot;id&quot;:&quot;30e25f77-2506-4966-bf53-3821caa19047&quot;,&quot;relativeTransform&quot;:{&quot;translate&quot;:{&quot;x&quot;:-15.255087680985357,&quot;y&quot;:-12.029260945454247},&quot;rotate&quot;:0},&quot;opacity&quot;:1,&quot;path&quot;:{&quot;type&quot;:&quot;RECT&quot;,&quot;size&quot;:{&quot;x&quot;:12.891577821972566,&quot;y&quot;:6.994295246251291},&quot;cornerRounding&quot;:{&quot;type&quot;:&quot;ARC_LENGTH&quot;,&quot;global&quot;:1.4285300515037274},&quot;selectedObjectIds&quot;:[&quot;7608b7f3-eb5d-492d-98f1-d8b3ea42f0cb&quot;]},&quot;pathStyles&quot;:[{&quot;type&quot;:&quot;FILL&quot;,&quot;fillStyle&quot;:&quot;rgba(209, 82, 113, 1)&quot;},{&quot;type&quot;:&quot;STROKE&quot;,&quot;strokeStyle&quot;:&quot;rgba(132, 28, 70, 1)&quot;,&quot;lineWidth&quot;:0.40966598991248193,&quot;lineJoin&quot;:&quot;round&quot;}],&quot;isLocked&quot;:false,&quot;parent&quot;:{&quot;type&quot;:&quot;CHILD&quot;,&quot;parentId&quot;:&quot;608ef096-facd-47c5-b252-2725a6819100&quot;,&quot;order&quot;:&quot;5&quot;}},&quot;1fd0cbd2-f429-4af0-b2bd-4d5cf7df7f5f&quot;:{&quot;type&quot;:&quot;FIGURE_OBJECT&quot;,&quot;id&quot;:&quot;1fd0cbd2-f429-4af0-b2bd-4d5cf7df7f5f&quot;,&quot;relativeTransform&quot;:{&quot;translate&quot;:{&quot;x&quot;:18.02359440521595,&quot;y&quot;:-12.029260945454247},&quot;rotate&quot;:0},&quot;opacity&quot;:1,&quot;path&quot;:{&quot;type&quot;:&quot;POLY_LINE&quot;,&quot;points&quot;:[{&quot;x&quot;:-28.698897726141535,&quot;y&quot;:0},{&quot;x&quot;:30.20594326440929,&quot;y&quot;:0}],&quot;closed&quot;:false},&quot;pathStyles&quot;:[{&quot;type&quot;:&quot;FILL&quot;,&quot;fillStyle&quot;:&quot;rgba(0,0,0,0)&quot;},{&quot;type&quot;:&quot;STROKE&quot;,&quot;strokeStyle&quot;:&quot;rgba(132, 28, 70, 1)&quot;,&quot;lineWidth&quot;:1.2289979697374458,&quot;lineJoin&quot;:&quot;round&quot;}],&quot;isLocked&quot;:false,&quot;parent&quot;:{&quot;type&quot;:&quot;CHILD&quot;,&quot;parentId&quot;:&quot;608ef096-facd-47c5-b252-2725a6819100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37319835-c4ab-4316-9106-e07e948408b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7319835-c4ab-4316-9106-e07e948408ba&quot;:{&quot;type&quot;:&quot;FIGURE_OBJECT&quot;,&quot;id&quot;:&quot;37319835-c4ab-4316-9106-e07e948408ba&quot;,&quot;relativeTransform&quot;:{&quot;translate&quot;:{&quot;x&quot;:490.9874317304657,&quot;y&quot;:-26.334997986240744},&quot;rotate&quot;:-1.5707963267948968,&quot;skewX&quot;:0,&quot;scale&quot;:{&quot;x&quot;:1,&quot;y&quot;:1}},&quot;opacity&quot;:1,&quot;path&quot;:{&quot;type&quot;:&quot;POLY_LINE&quot;,&quot;points&quot;:[{&quot;x&quot;:7.802938098399085e-16,&quot;y&quot;:-86.20223689939964},{&quot;x&quot;:-4.0003845940013096e-16,&quot;y&quot;:44.19387878157846}],&quot;closed&quot;:false,&quot;cornerRounding&quot;:{&quot;type&quot;:&quot;ARC_LENGTH&quot;,&quot;global&quot;:48.30965997554861}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2.774101845844814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77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6d849426-4aa2-44cc-b344-9c05b1fde47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d849426-4aa2-44cc-b344-9c05b1fde476&quot;:{&quot;type&quot;:&quot;FIGURE_OBJECT&quot;,&quot;id&quot;:&quot;6d849426-4aa2-44cc-b344-9c05b1fde476&quot;,&quot;name&quot;:&quot;Sphere&quot;,&quot;relativeTransform&quot;:{&quot;translate&quot;:{&quot;x&quot;:431.5956849613755,&quot;y&quot;:-30.67377751230776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72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776654e7-081a-4e90-9a42-b3cf18dab62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76654e7-081a-4e90-9a42-b3cf18dab620&quot;:{&quot;type&quot;:&quot;FIGURE_OBJECT&quot;,&quot;id&quot;:&quot;776654e7-081a-4e90-9a42-b3cf18dab620&quot;,&quot;name&quot;:&quot;Sphere&quot;,&quot;relativeTransform&quot;:{&quot;translate&quot;:{&quot;x&quot;:454.0538570256879,&quot;y&quot;:-46.3821435346591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7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8c70e4f8-37b1-4cbe-b5d6-5ef642a82c5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c70e4f8-37b1-4cbe-b5d6-5ef642a82c59&quot;:{&quot;type&quot;:&quot;FIGURE_OBJECT&quot;,&quot;id&quot;:&quot;8c70e4f8-37b1-4cbe-b5d6-5ef642a82c59&quot;,&quot;name&quot;:&quot;Sphere&quot;,&quot;relativeTransform&quot;:{&quot;translate&quot;:{&quot;x&quot;:449.0371951168088,&quot;y&quot;:-33.8751643600437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0a315387-9d08-427d-8e37-94d7be73473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a315387-9d08-427d-8e37-94d7be734730&quot;:{&quot;type&quot;:&quot;FIGURE_OBJECT&quot;,&quot;id&quot;:&quot;0a315387-9d08-427d-8e37-94d7be734730&quot;,&quot;name&quot;:&quot;Sphere&quot;,&quot;relativeTransform&quot;:{&quot;translate&quot;:{&quot;x&quot;:444.9562994176898,&quot;y&quot;:-20.005398726182193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8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b78241ad-b718-4496-9eec-cb2f3e6a20d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78241ad-b718-4496-9eec-cb2f3e6a20d0&quot;:{&quot;type&quot;:&quot;FIGURE_OBJECT&quot;,&quot;id&quot;:&quot;b78241ad-b718-4496-9eec-cb2f3e6a20d0&quot;,&quot;name&quot;:&quot;Sphere&quot;,&quot;relativeTransform&quot;:{&quot;translate&quot;:{&quot;x&quot;:461.4552833009029,&quot;y&quot;:-16.72585183836469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79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1f54ec78-dbe9-419e-951c-494f8579dc0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f54ec78-dbe9-419e-951c-494f8579dc08&quot;:{&quot;type&quot;:&quot;FIGURE_OBJECT&quot;,&quot;id&quot;:&quot;1f54ec78-dbe9-419e-951c-494f8579dc08&quot;,&quot;name&quot;:&quot;Sphere&quot;,&quot;relativeTransform&quot;:{&quot;translate&quot;:{&quot;x&quot;:432.5492447408524,&quot;y&quot;:-17.72854319760432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fc69c392-8d3d-4483-a74d-705532e13b1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c69c392-8d3d-4483-a74d-705532e13b1b&quot;:{&quot;type&quot;:&quot;FIGURE_OBJECT&quot;,&quot;id&quot;:&quot;fc69c392-8d3d-4483-a74d-705532e13b1b&quot;,&quot;name&quot;:&quot;Sphere&quot;,&quot;relativeTransform&quot;:{&quot;translate&quot;:{&quot;x&quot;:421.521941922279,&quot;y&quot;:-20.918892704988536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0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6af01633-62c3-4eab-9225-69ec3efc8d1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af01633-62c3-4eab-9225-69ec3efc8d1b&quot;:{&quot;type&quot;:&quot;FIGURE_OBJECT&quot;,&quot;id&quot;:&quot;6af01633-62c3-4eab-9225-69ec3efc8d1b&quot;,&quot;name&quot;:&quot;Sphere&quot;,&quot;relativeTransform&quot;:{&quot;translate&quot;:{&quot;x&quot;:455.79667547486315,&quot;y&quot;:-1.871051580387757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1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9bba2c79-a8ec-42ff-94b9-6685e3d2e21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bba2c79-a8ec-42ff-94b9-6685e3d2e211&quot;:{&quot;type&quot;:&quot;FIGURE_OBJECT&quot;,&quot;id&quot;:&quot;9bba2c79-a8ec-42ff-94b9-6685e3d2e211&quot;,&quot;name&quot;:&quot;Sphere&quot;,&quot;relativeTransform&quot;:{&quot;translate&quot;:{&quot;x&quot;:421.63982364916257,&quot;y&quot;:-41.7504575918873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2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af0245fd-982a-4672-a507-5948c09e082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f0245fd-982a-4672-a507-5948c09e082f&quot;:{&quot;type&quot;:&quot;FIGURE_OBJECT&quot;,&quot;id&quot;:&quot;af0245fd-982a-4672-a507-5948c09e082f&quot;,&quot;name&quot;:&quot;Sphere&quot;,&quot;relativeTransform&quot;:{&quot;translate&quot;:{&quot;x&quot;:436.8117754223254,&quot;y&quot;:-40.29550945693938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2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6a916061-bf6e-4418-ac4e-5d601e9c41f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a916061-bf6e-4418-ac4e-5d601e9c41f6&quot;:{&quot;type&quot;:&quot;FIGURE_OBJECT&quot;,&quot;id&quot;:&quot;6a916061-bf6e-4418-ac4e-5d601e9c41f6&quot;,&quot;name&quot;:&quot;Sphere&quot;,&quot;relativeTransform&quot;:{&quot;translate&quot;:{&quot;x&quot;:460.2704670660726,&quot;y&quot;:-36.79676281232775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3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06b04f7a-913b-41f6-93ab-c01679d516c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6b04f7a-913b-41f6-93ab-c01679d516c1&quot;:{&quot;type&quot;:&quot;FIGURE_OBJECT&quot;,&quot;id&quot;:&quot;06b04f7a-913b-41f6-93ab-c01679d516c1&quot;,&quot;name&quot;:&quot;Sphere&quot;,&quot;relativeTransform&quot;:{&quot;translate&quot;:{&quot;x&quot;:420.00762721932847,&quot;y&quot;:-12.281419558113157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f7f42faf-df2f-4c5b-84bf-0500e75c846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7f42faf-df2f-4c5b-84bf-0500e75c8460&quot;:{&quot;type&quot;:&quot;FIGURE_OBJECT&quot;,&quot;id&quot;:&quot;f7f42faf-df2f-4c5b-84bf-0500e75c8460&quot;,&quot;name&quot;:&quot;Sphere&quot;,&quot;relativeTransform&quot;:{&quot;translate&quot;:{&quot;x&quot;:433.02944835243153,&quot;y&quot;:-5.78177494414956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5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dece3ed8-36f6-4733-86b3-d7b5a3afc5c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ece3ed8-36f6-4733-86b3-d7b5a3afc5c3&quot;:{&quot;type&quot;:&quot;FIGURE_OBJECT&quot;,&quot;id&quot;:&quot;dece3ed8-36f6-4733-86b3-d7b5a3afc5c3&quot;,&quot;name&quot;:&quot;Sphere&quot;,&quot;relativeTransform&quot;:{&quot;translate&quot;:{&quot;x&quot;:451.24229877574294,&quot;y&quot;:-10.73567782394394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6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512d4b01-e0bc-4d2f-a8f9-60a796e3650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12d4b01-e0bc-4d2f-a8f9-60a796e3650c&quot;:{&quot;type&quot;:&quot;FIGURE_OBJECT&quot;,&quot;id&quot;:&quot;512d4b01-e0bc-4d2f-a8f9-60a796e3650c&quot;,&quot;name&quot;:&quot;Sphere&quot;,&quot;relativeTransform&quot;:{&quot;translate&quot;:{&quot;x&quot;:487.3134078639373,&quot;y&quot;:-31.74243239808152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7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112976df-bbb0-4168-b11f-6c9d01186ec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12976df-bbb0-4168-b11f-6c9d01186eca&quot;:{&quot;type&quot;:&quot;FIGURE_OBJECT&quot;,&quot;id&quot;:&quot;112976df-bbb0-4168-b11f-6c9d01186eca&quot;,&quot;name&quot;:&quot;Sphere&quot;,&quot;relativeTransform&quot;:{&quot;translate&quot;:{&quot;x&quot;:509.7715799282496,&quot;y&quot;:-47.450798420432875},&quot;rotate&quot;:1.346145417358002e-15,&quot;skewX&quot;:1.3877787807813334e-17,&quot;scale&quot;:{&quot;x&quot;:0.028727392029080586,&quot;y&quot;:0.028727392029080576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8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a0d12023-4dd2-4953-97bc-bb646e25288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0d12023-4dd2-4953-97bc-bb646e25288f&quot;:{&quot;type&quot;:&quot;FIGURE_OBJECT&quot;,&quot;id&quot;:&quot;a0d12023-4dd2-4953-97bc-bb646e25288f&quot;,&quot;name&quot;:&quot;Sphere&quot;,&quot;relativeTransform&quot;:{&quot;translate&quot;:{&quot;x&quot;:504.7549180193705,&quot;y&quot;:-34.943819245817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245b14c3-e7d4-458d-9cb3-e6abfdc5958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45b14c3-e7d4-458d-9cb3-e6abfdc59583&quot;:{&quot;type&quot;:&quot;FIGURE_OBJECT&quot;,&quot;id&quot;:&quot;245b14c3-e7d4-458d-9cb3-e6abfdc59583&quot;,&quot;name&quot;:&quot;Sphere&quot;,&quot;relativeTransform&quot;:{&quot;translate&quot;:{&quot;x&quot;:500.67402232025165,&quot;y&quot;:-21.074053611955954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0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24f14090-0fb5-4710-abd1-8d0c07f3684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4f14090-0fb5-4710-abd1-8d0c07f36845&quot;:{&quot;type&quot;:&quot;FIGURE_OBJECT&quot;,&quot;id&quot;:&quot;24f14090-0fb5-4710-abd1-8d0c07f36845&quot;,&quot;name&quot;:&quot;Sphere&quot;,&quot;relativeTransform&quot;:{&quot;translate&quot;:{&quot;x&quot;:517.1730062034642,&quot;y&quot;:-17.7945067241384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1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a3e5e849-2c02-4080-94c3-ca1a365569a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3e5e849-2c02-4080-94c3-ca1a365569a5&quot;:{&quot;type&quot;:&quot;FIGURE_OBJECT&quot;,&quot;id&quot;:&quot;a3e5e849-2c02-4080-94c3-ca1a365569a5&quot;,&quot;name&quot;:&quot;Sphere&quot;,&quot;relativeTransform&quot;:{&quot;translate&quot;:{&quot;x&quot;:488.2669676434142,&quot;y&quot;:-18.797198083378085},&quot;rotate&quot;:1.346145417358002e-15,&quot;skewX&quot;:1.3877787807813737e-17,&quot;scale&quot;:{&quot;x&quot;:0.023804648798571644,&quot;y&quot;:0.023804648798571734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2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87006feb-ea09-44f5-8a18-db58149cd06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7006feb-ea09-44f5-8a18-db58149cd069&quot;:{&quot;type&quot;:&quot;FIGURE_OBJECT&quot;,&quot;id&quot;:&quot;87006feb-ea09-44f5-8a18-db58149cd069&quot;,&quot;name&quot;:&quot;Sphere&quot;,&quot;relativeTransform&quot;:{&quot;translate&quot;:{&quot;x&quot;:477.2396648248408,&quot;y&quot;:-21.987547590762297},&quot;rotate&quot;:1.346145417358002e-15,&quot;skewX&quot;:1.3877787807813377e-17,&quot;scale&quot;:{&quot;x&quot;:0.03145007347588928,&quot;y&quot;:0.03145007347588927}},&quot;opacity&quot;:0.75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2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09a9c4a8-022b-4d95-99db-26d1472085d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9a9c4a8-022b-4d95-99db-26d1472085de&quot;:{&quot;type&quot;:&quot;FIGURE_OBJECT&quot;,&quot;id&quot;:&quot;09a9c4a8-022b-4d95-99db-26d1472085de&quot;,&quot;name&quot;:&quot;Sphere&quot;,&quot;relativeTransform&quot;:{&quot;translate&quot;:{&quot;x&quot;:511.51439837742487,&quot;y&quot;:-2.9397064661615175},&quot;rotate&quot;:1.3461454173580017e-15,&quot;skewX&quot;:1.387778780781219e-17,&quot;scale&quot;:{&quot;x&quot;:0.025780900092588637,&quot;y&quot;:0.025780900092588627}},&quot;opacity&quot;:0.48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3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c2b18837-48ce-4197-a0ae-7bd867ce53c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2b18837-48ce-4197-a0ae-7bd867ce53c8&quot;:{&quot;type&quot;:&quot;FIGURE_OBJECT&quot;,&quot;id&quot;:&quot;c2b18837-48ce-4197-a0ae-7bd867ce53c8&quot;,&quot;name&quot;:&quot;Sphere&quot;,&quot;relativeTransform&quot;:{&quot;translate&quot;:{&quot;x&quot;:477.35754655172434,&quot;y&quot;:-42.819112477661065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4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2636fadd-c105-4d2e-9afa-d82312d7bcb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636fadd-c105-4d2e-9afa-d82312d7bcbe&quot;:{&quot;type&quot;:&quot;FIGURE_OBJECT&quot;,&quot;id&quot;:&quot;2636fadd-c105-4d2e-9afa-d82312d7bcbe&quot;,&quot;name&quot;:&quot;Sphere&quot;,&quot;relativeTransform&quot;:{&quot;translate&quot;:{&quot;x&quot;:492.5294983248872,&quot;y&quot;:-41.36416434271314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4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dfca02d9-e9fc-4d52-b71b-a0b482fa5e9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fca02d9-e9fc-4d52-b71b-a0b482fa5e93&quot;:{&quot;type&quot;:&quot;FIGURE_OBJECT&quot;,&quot;id&quot;:&quot;dfca02d9-e9fc-4d52-b71b-a0b482fa5e93&quot;,&quot;name&quot;:&quot;Sphere&quot;,&quot;relativeTransform&quot;:{&quot;translate&quot;:{&quot;x&quot;:515.9881899686341,&quot;y&quot;:-37.8654176981015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713b5af0-7c6e-4d08-944d-78807cb39e5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13b5af0-7c6e-4d08-944d-78807cb39e5c&quot;:{&quot;type&quot;:&quot;FIGURE_OBJECT&quot;,&quot;id&quot;:&quot;713b5af0-7c6e-4d08-944d-78807cb39e5c&quot;,&quot;name&quot;:&quot;Sphere&quot;,&quot;relativeTransform&quot;:{&quot;translate&quot;:{&quot;x&quot;:475.7253501218903,&quot;y&quot;:-13.350074443886918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6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fcbacd87-8f72-49d5-baa1-65c8f06ee00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cbacd87-8f72-49d5-baa1-65c8f06ee007&quot;:{&quot;type&quot;:&quot;FIGURE_OBJECT&quot;,&quot;id&quot;:&quot;fcbacd87-8f72-49d5-baa1-65c8f06ee007&quot;,&quot;name&quot;:&quot;Sphere&quot;,&quot;relativeTransform&quot;:{&quot;translate&quot;:{&quot;x&quot;:488.7471712549933,&quot;y&quot;:-6.850429829923321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6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62d54643-9f98-453b-8178-f6e8be96e07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2d54643-9f98-453b-8178-f6e8be96e078&quot;:{&quot;type&quot;:&quot;FIGURE_OBJECT&quot;,&quot;id&quot;:&quot;62d54643-9f98-453b-8178-f6e8be96e078&quot;,&quot;name&quot;:&quot;Sphere&quot;,&quot;relativeTransform&quot;:{&quot;translate&quot;:{&quot;x&quot;:506.96002167830466,&quot;y&quot;:-11.804332709717706},&quot;rotate&quot;:2.0122792321330954e-15,&quot;skewX&quot;:1.3877787807812551e-17,&quot;scale&quot;:{&quot;x&quot;:0.03302736722097739,&quot;y&quot;:0.03302736722097738}},&quot;opacity&quot;:1,&quot;image&quot;:{&quot;url&quot;:&quot;https://icons.cdn.biorender.com/biorender/5f4529c2929bce0028c9f877/5b8847989629ce1400901caa.png&quot;,&quot;size&quot;:{&quot;x&quot;:150,&quot;y&quot;:150},&quot;isPremium&quot;:false,&quot;isPacked&quot;:true,&quot;fallbackUrl&quot;:&quot;sources/icons/5f4529c2929bce0028c9f877/5b8847989629ce1400901caa.svg&quot;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7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c6d1bfe5-9e0b-4861-a18a-1caa48d7a61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6d1bfe5-9e0b-4861-a18a-1caa48d7a610&quot;:{&quot;type&quot;:&quot;FIGURE_OBJECT&quot;,&quot;id&quot;:&quot;c6d1bfe5-9e0b-4861-a18a-1caa48d7a610&quot;,&quot;relativeTransform&quot;:{&quot;translate&quot;:{&quot;x&quot;:103.41592531640096,&quot;y&quot;:-536.1998340025517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8&quot;},&quot;connectorInfo&quot;:{&quot;type&quot;:&quot;LINE&quot;,&quot;offset&quot;:{&quot;x&quot;:0,&quot;y&quot;:0},&quot;bending&quot;:0.1,&quot;customized&quot;:fals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fbe73655-e8c5-4ad7-9f70-0fd6499d982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be73655-e8c5-4ad7-9f70-0fd6499d982d&quot;:{&quot;type&quot;:&quot;FIGURE_OBJECT&quot;,&quot;id&quot;:&quot;fbe73655-e8c5-4ad7-9f70-0fd6499d982d&quot;,&quot;relativeTransform&quot;:{&quot;translate&quot;:{&quot;x&quot;:104.85898091982132,&quot;y&quot;:-300.8053937290163},&quot;rotate&quot;:1.5707963267948966,&quot;skewX&quot;:0,&quot;scale&quot;:{&quot;x&quot;:1.0000000000000002,&quot;y&quot;:1.0000000000000002}},&quot;opacity&quot;:1,&quot;path&quot;:{&quot;type&quot;:&quot;POLY_LINE&quot;,&quot;points&quot;:[{&quot;x&quot;:340.07378328549316,&quot;y&quot;:-202.4752065929505},{&quot;x&quot;:381.82613854489284,&quot;y&quot;:-202.475206592950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&quot;},&quot;connectorInfo&quot;:{&quot;type&quot;:&quot;LINE&quot;,&quot;offset&quot;:{&quot;x&quot;:0,&quot;y&quot;:0},&quot;bending&quot;:0.1,&quot;customized&quot;:fals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85619361-7e66-4078-bc76-5530d6a8b1e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5619361-7e66-4078-bc76-5530d6a8b1ea&quot;:{&quot;id&quot;:&quot;85619361-7e66-4078-bc76-5530d6a8b1ea&quot;,&quot;name&quot;:&quot;Lymphocyte (T-cell)&quot;,&quot;type&quot;:&quot;FIGURE_OBJECT&quot;,&quot;relativeTransform&quot;:{&quot;translate&quot;:{&quot;x&quot;:401.41031811147064,&quot;y&quot;:214.8646460863955},&quot;rotate&quot;:0.8688862113474182,&quot;skewX&quot;:0,&quot;scale&quot;:{&quot;x&quot;:0.899414036277648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3da049f-3882-499c-a8b9-53536cd2c694&quot;,&quot;order&quot;:&quot;999999999999902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4a8653b2-029a-49da-b418-bcdc85deb42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a8653b2-029a-49da-b418-bcdc85deb422&quot;:{&quot;relativeTransform&quot;:{&quot;translate&quot;:{&quot;x&quot;:466.7446925394203,&quot;y&quot;:223.51407507170217},&quot;rotate&quot;:1.5707963267948966,&quot;skewX&quot;:0,&quot;scale&quot;:{&quot;x&quot;:1,&quot;y&quot;:1}},&quot;type&quot;:&quot;FIGURE_OBJECT&quot;,&quot;id&quot;:&quot;4a8653b2-029a-49da-b418-bcdc85deb422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99905&quot;}},&quot;c37add99-0524-4503-a0f4-69f77f068bd1&quot;:{&quot;type&quot;:&quot;FIGURE_OBJECT&quot;,&quot;id&quot;:&quot;c37add99-0524-4503-a0f4-69f77f068bd1&quot;,&quot;name&quot;:&quot;MHC class I&quot;,&quot;relativeTransform&quot;:{&quot;translate&quot;:{&quot;x&quot;:-7.656678409126611,&quot;y&quot;:-20.39037422774477},&quot;rotate&quot;:3.141592653589793,&quot;skewX&quot;:0,&quot;scale&quot;:{&quot;x&quot;:0.18046853572737134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4a8653b2-029a-49da-b418-bcdc85deb422&quot;,&quot;order&quot;:&quot;1&quot;}},&quot;26cd6e68-2a71-4660-b41d-4d93d3123615&quot;:{&quot;type&quot;:&quot;FIGURE_OBJECT&quot;,&quot;id&quot;:&quot;26cd6e68-2a71-4660-b41d-4d93d3123615&quot;,&quot;name&quot;:&quot;T cell receptor (TCR)&quot;,&quot;relativeTransform&quot;:{&quot;translate&quot;:{&quot;x&quot;:-7.656678409126608,&quot;y&quot;:16.571824074058775},&quot;rotate&quot;:0,&quot;skewX&quot;:0,&quot;scale&quot;:{&quot;x&quot;:0.17636697809720378,&quot;y&quot;:0.17636697809720378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4a8653b2-029a-49da-b418-bcdc85deb422&quot;,&quot;order&quot;:&quot;2&quot;}},&quot;75529ff8-8b19-4bc8-abb1-6d7d81736662&quot;:{&quot;type&quot;:&quot;FIGURE_OBJECT&quot;,&quot;id&quot;:&quot;75529ff8-8b19-4bc8-abb1-6d7d81736662&quot;,&quot;relativeTransform&quot;:{&quot;translate&quot;:{&quot;x&quot;:-7.6754462320477925,&quot;y&quot;:-6.453040261045326},&quot;rotate&quot;:0},&quot;opacity&quot;:1,&quot;path&quot;:{&quot;type&quot;:&quot;ELLIPSE&quot;,&quot;size&quot;:{&quot;x&quot;:4.3081466944727325,&quot;y&quot;:4.317508403119233}},&quot;pathStyles&quot;:[{&quot;type&quot;:&quot;FILL&quot;,&quot;fillStyle&quot;:&quot;rgba(189,28,99,1)&quot;},{&quot;type&quot;:&quot;STROKE&quot;,&quot;strokeStyle&quot;:&quot;rgba(49,126,194,1)&quot;,&quot;lineWidth&quot;:0.41387450860143826,&quot;lineJoin&quot;:&quot;round&quot;}],&quot;isLocked&quot;:false,&quot;parent&quot;:{&quot;type&quot;:&quot;CHILD&quot;,&quot;parentId&quot;:&quot;4a8653b2-029a-49da-b418-bcdc85deb422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174283a7-1f67-477c-b5a8-cd00dd8d9f1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74283a7-1f67-477c-b5a8-cd00dd8d9f1d&quot;:{&quot;type&quot;:&quot;FIGURE_OBJECT&quot;,&quot;id&quot;:&quot;174283a7-1f67-477c-b5a8-cd00dd8d9f1d&quot;,&quot;relativeTransform&quot;:{&quot;translate&quot;:{&quot;x&quot;:305.11272046119825,&quot;y&quot;:214.86460138347854},&quot;rotate&quot;:0,&quot;skewX&quot;:0,&quot;scale&quot;:{&quot;x&quot;:1,&quot;y&quot;:1}},&quot;opacity&quot;:1,&quot;path&quot;:{&quot;type&quot;:&quot;POLY_LINE&quot;,&quot;points&quot;:[{&quot;x&quot;:-41.59126491402562,&quot;y&quot;:0},{&quot;x&quot;:41.59126491402562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3863754971341875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07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ed2a770a-a222-46e0-a22f-3ea7fa8b7c7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d2a770a-a222-46e0-a22f-3ea7fa8b7c76&quot;:{&quot;type&quot;:&quot;FIGURE_OBJECT&quot;,&quot;id&quot;:&quot;ed2a770a-a222-46e0-a22f-3ea7fa8b7c76&quot;,&quot;relativeTransform&quot;:{&quot;translate&quot;:{&quot;x&quot;:470.2831958788731,&quot;y&quot;:151.54153778844423},&quot;rotate&quot;:-1.570796326794897,&quot;skewX&quot;:0,&quot;scale&quot;:{&quot;x&quot;:1,&quot;y&quot;:1}},&quot;opacity&quot;:1,&quot;path&quot;:{&quot;type&quot;:&quot;POLY_LINE&quot;,&quot;points&quot;:[{&quot;x&quot;:-9.64061036005359,&quot;y&quot;:-52.082389758941254},{&quot;x&quot;:9.64061036005359,&quot;y&quot;:-0.946952541071656},{&quot;x&quot;:-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5B1D1D00&quot;,&quot;1&quot;:&quot;#5B1D1D&quot;,&quot;0.45&quot;:&quot;#5B1D1D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1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fd48b899-7cc9-4e61-953e-cd9dd0d7166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d48b899-7cc9-4e61-953e-cd9dd0d71664&quot;:{&quot;type&quot;:&quot;FIGURE_OBJECT&quot;,&quot;id&quot;:&quot;fd48b899-7cc9-4e61-953e-cd9dd0d71664&quot;,&quot;parent&quot;:{&quot;type&quot;:&quot;CHILD&quot;,&quot;parentId&quot;:&quot;33da049f-3882-499c-a8b9-53536cd2c694&quot;,&quot;order&quot;:&quot;999999999999912&quot;},&quot;relativeTransform&quot;:{&quot;translate&quot;:{&quot;x&quot;:306.41294376187176,&quot;y&quot;:199.1610698585684},&quot;rotate&quot;:0,&quot;skewX&quot;:0,&quot;scale&quot;:{&quot;x&quot;:1,&quot;y&quot;:1}}},&quot;e8f41649-d9a3-4857-ba5a-63ad271cf378&quot;:{&quot;type&quot;:&quot;FIGURE_OBJECT&quot;,&quot;id&quot;:&quot;e8f41649-d9a3-4857-ba5a-63ad271cf378&quot;,&quot;name&quot;:&quot;Sphere&quot;,&quot;relativeTransform&quot;:{&quot;translate&quot;:{&quot;x&quot;:168.80548963085752,&quot;y&quot;:-70.97358038618782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1&quot;}},&quot;fc54f0e2-3a79-4002-8cfe-823065d345a0&quot;:{&quot;type&quot;:&quot;FIGURE_OBJECT&quot;,&quot;id&quot;:&quot;fc54f0e2-3a79-4002-8cfe-823065d345a0&quot;,&quot;name&quot;:&quot;Sphere&quot;,&quot;relativeTransform&quot;:{&quot;translate&quot;:{&quot;x&quot;:214.35650040074242,&quot;y&quot;:-52.88087329875401},&quot;rotate&quot;:-0.23754472528910814,&quot;skewX&quot;:0,&quot;scale&quot;:{&quot;x&quot;:0.027646090219500825,&quot;y&quot;:0.027646090219500822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2&quot;}},&quot;c1e04b33-510f-4f40-a035-d550681d921c&quot;:{&quot;type&quot;:&quot;FIGURE_OBJECT&quot;,&quot;id&quot;:&quot;c1e04b33-510f-4f40-a035-d550681d921c&quot;,&quot;name&quot;:&quot;Sphere&quot;,&quot;relativeTransform&quot;:{&quot;translate&quot;:{&quot;x&quot;:128.29240871051078,&quot;y&quot;:-42.25197473794076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3&quot;}},&quot;1bcfff69-4508-4a2f-8a0c-c1060c738ac4&quot;:{&quot;type&quot;:&quot;FIGURE_OBJECT&quot;,&quot;id&quot;:&quot;1bcfff69-4508-4a2f-8a0c-c1060c738ac4&quot;,&quot;name&quot;:&quot;Sphere&quot;,&quot;relativeTransform&quot;:{&quot;translate&quot;:{&quot;x&quot;:105.84417815980774,&quot;y&quot;:-35.71279895878394},&quot;rotate&quot;:-0.23754472528910806,&quot;skewX&quot;:-1.0688529295385154e-16,&quot;scale&quot;:{&quot;x&quot;:0.022520662531457236,&quot;y&quot;:0.02252066253145724}},&quot;opacity&quot;:0.75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5&quot;}},&quot;063a09ce-037d-4263-a50e-39f850eb06f0&quot;:{&quot;type&quot;:&quot;FIGURE_OBJECT&quot;,&quot;id&quot;:&quot;063a09ce-037d-4263-a50e-39f850eb06f0&quot;,&quot;name&quot;:&quot;Sphere&quot;,&quot;relativeTransform&quot;:{&quot;translate&quot;:{&quot;x&quot;:127.93033943656945,&quot;y&quot;:-53.17868021216357},&quot;rotate&quot;:-0.2375447252891078,&quot;skewX&quot;:0,&quot;scale&quot;:{&quot;x&quot;:0.026519393870735684,&quot;y&quot;:0.026519393870735677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6&quot;}},&quot;11e24900-4407-457b-b6d5-ad088104c349&quot;:{&quot;type&quot;:&quot;FIGURE_OBJECT&quot;,&quot;id&quot;:&quot;11e24900-4407-457b-b6d5-ad088104c349&quot;,&quot;name&quot;:&quot;Sphere&quot;,&quot;relativeTransform&quot;:{&quot;translate&quot;:{&quot;x&quot;:197.83314914531815,&quot;y&quot;:-41.93056087984699},&quot;rotate&quot;:-0.23754472528910783,&quot;skewX&quot;:-7.974239393808257e-17,&quot;scale&quot;:{&quot;x&quot;:0.026073270123862423,&quot;y&quot;:0.02607327012386243}},&quot;opacity&quot;:0.48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7&quot;}},&quot;a8cb3d5a-1329-47b7-a8b5-f434405f2d6b&quot;:{&quot;type&quot;:&quot;FIGURE_OBJECT&quot;,&quot;id&quot;:&quot;a8cb3d5a-1329-47b7-a8b5-f434405f2d6b&quot;,&quot;name&quot;:&quot;Sphere&quot;,&quot;relativeTransform&quot;:{&quot;translate&quot;:{&quot;x&quot;:157.481242863133,&quot;y&quot;:-50.78971093728193},&quot;rotate&quot;:-0.23754472528910814,&quot;skewX&quot;:0,&quot;scale&quot;:{&quot;x&quot;:0.027646090219500825,&quot;y&quot;:0.027646090219500822}},&quot;opacity&quot;:1,&quot;image&quot;:{&quot;url&quot;:&quot;https://icons.biorender.com/biorender/5f4529c2929bce0028c9f878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fd48b899-7cc9-4e61-953e-cd9dd0d71664&quot;,&quot;order&quot;:&quot;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6bb1650e-22f0-4e66-92cb-a66e66b1b7c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bb1650e-22f0-4e66-92cb-a66e66b1b7cb&quot;:{&quot;type&quot;:&quot;FIGURE_OBJECT&quot;,&quot;id&quot;:&quot;6bb1650e-22f0-4e66-92cb-a66e66b1b7cb&quot;,&quot;parent&quot;:{&quot;type&quot;:&quot;CHILD&quot;,&quot;parentId&quot;:&quot;33da049f-3882-499c-a8b9-53536cd2c694&quot;,&quot;order&quot;:&quot;999999999999915&quot;},&quot;relativeTransform&quot;:{&quot;translate&quot;:{&quot;x&quot;:306.41294376187176,&quot;y&quot;:199.1610698585684},&quot;rotate&quot;:0,&quot;skewX&quot;:0,&quot;scale&quot;:{&quot;x&quot;:1,&quot;y&quot;:1}}},&quot;26d54f69-40d2-4927-8bee-a124067840d5&quot;:{&quot;type&quot;:&quot;FIGURE_OBJECT&quot;,&quot;id&quot;:&quot;26d54f69-40d2-4927-8bee-a124067840d5&quot;,&quot;name&quot;:&quot;Sphere&quot;,&quot;relativeTransform&quot;:{&quot;translate&quot;:{&quot;x&quot;:202.29747568122391,&quot;y&quot;:-66.83164295551195},&quot;rotate&quot;:-0.2375447252891081,&quot;skewX&quot;:-2.511706430480995e-16,&quot;scale&quot;:{&quot;x&quot;:0.023228742749907105,&quot;y&quot;:0.02322874274990714}},&quot;opacity&quot;:0.75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05&quot;}},&quot;dab25116-7fa0-40f3-8935-966787493b7c&quot;:{&quot;type&quot;:&quot;FIGURE_OBJECT&quot;,&quot;id&quot;:&quot;dab25116-7fa0-40f3-8935-966787493b7c&quot;,&quot;name&quot;:&quot;Sphere&quot;,&quot;relativeTransform&quot;:{&quot;translate&quot;:{&quot;x&quot;:188.9075382282111,&quot;y&quot;:-40.401705084962906},&quot;rotate&quot;:-0.23754472528910786,&quot;skewX&quot;:9.492779006951139e-17,&quot;scale&quot;:{&quot;x&quot;:0.029267732902065843,&quot;y&quot;:0.02926773290206587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1&quot;}},&quot;466a9cc0-9b05-417f-9410-ed88d685f127&quot;:{&quot;type&quot;:&quot;FIGURE_OBJECT&quot;,&quot;id&quot;:&quot;466a9cc0-9b05-417f-9410-ed88d685f127&quot;,&quot;name&quot;:&quot;Sphere&quot;,&quot;relativeTransform&quot;:{&quot;translate&quot;:{&quot;x&quot;:198.23707330016984,&quot;y&quot;:-57.53695538939444},&quot;rotate&quot;:-0.23754472528910786,&quot;skewX&quot;:2.900422628318716e-17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2&quot;}},&quot;14983a2c-44ef-4763-adc0-8f0394c7d771&quot;:{&quot;type&quot;:&quot;FIGURE_OBJECT&quot;,&quot;id&quot;:&quot;14983a2c-44ef-4763-adc0-8f0394c7d771&quot;,&quot;name&quot;:&quot;Sphere&quot;,&quot;relativeTransform&quot;:{&quot;translate&quot;:{&quot;x&quot;:178.00656239160386,&quot;y&quot;:-49.17719055934721},&quot;rotate&quot;:-0.23754472528910792,&quot;skewX&quot;:-3.084384882740924e-17,&quot;scale&quot;:{&quot;x&quot;:0.029644276676495177,&quot;y&quot;:0.029644276676495173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3&quot;}},&quot;2df10997-ecf6-4505-82e7-9bf11be9f50d&quot;:{&quot;type&quot;:&quot;FIGURE_OBJECT&quot;,&quot;id&quot;:&quot;2df10997-ecf6-4505-82e7-9bf11be9f50d&quot;,&quot;name&quot;:&quot;Sphere&quot;,&quot;relativeTransform&quot;:{&quot;translate&quot;:{&quot;x&quot;:157.6780480603039,&quot;y&quot;:-65.58350456420926},&quot;rotate&quot;:-0.23754472528910783,&quot;skewX&quot;:0,&quot;scale&quot;:{&quot;x&quot;:0.025473835810851955,&quot;y&quot;:0.02547383581085195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5&quot;}},&quot;ec1be151-1d55-46ce-86d5-6d51340ce8f3&quot;:{&quot;type&quot;:&quot;FIGURE_OBJECT&quot;,&quot;id&quot;:&quot;ec1be151-1d55-46ce-86d5-6d51340ce8f3&quot;,&quot;name&quot;:&quot;Sphere&quot;,&quot;relativeTransform&quot;:{&quot;translate&quot;:{&quot;x&quot;:141.1574117836194,&quot;y&quot;:-66.10574207217857},&quot;rotate&quot;:-0.23754472528910783,&quot;skewX&quot;:2.4986539460306388e-16,&quot;scale&quot;:{&quot;x&quot;:0.031245921659250546,&quot;y&quot;:0.031245921659250584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55&quot;}},&quot;9ebf5199-f3f8-4b54-9ddf-baeb7179020f&quot;:{&quot;type&quot;:&quot;FIGURE_OBJECT&quot;,&quot;id&quot;:&quot;9ebf5199-f3f8-4b54-9ddf-baeb7179020f&quot;,&quot;name&quot;:&quot;Sphere&quot;,&quot;relativeTransform&quot;:{&quot;translate&quot;:{&quot;x&quot;:183.519568446281,&quot;y&quot;:-66.1057056070755},&quot;rotate&quot;:-0.23754472528910783,&quot;skewX&quot;:1.6657692973537594e-16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6&quot;}},&quot;ac30cf51-7a66-4f68-b688-11fd03c50900&quot;:{&quot;type&quot;:&quot;FIGURE_OBJECT&quot;,&quot;id&quot;:&quot;ac30cf51-7a66-4f68-b688-11fd03c50900&quot;,&quot;name&quot;:&quot;Sphere&quot;,&quot;relativeTransform&quot;:{&quot;translate&quot;:{&quot;x&quot;:114.72763621189453,&quot;y&quot;:-48.48447710152391},&quot;rotate&quot;:-0.23754472528910783,&quot;skewX&quot;:2.776282162256265e-17,&quot;scale&quot;:{&quot;x&quot;:0.031245921659250546,&quot;y&quot;:0.03124592165925058}},&quot;opacity&quot;:1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7&quot;}},&quot;db9c6217-86de-423f-bf6e-da993108f4ef&quot;:{&quot;type&quot;:&quot;FIGURE_OBJECT&quot;,&quot;id&quot;:&quot;db9c6217-86de-423f-bf6e-da993108f4ef&quot;,&quot;name&quot;:&quot;Sphere&quot;,&quot;relativeTransform&quot;:{&quot;translate&quot;:{&quot;x&quot;:142.02921005378371,&quot;y&quot;:-49.355999812864134},&quot;rotate&quot;:-0.23754472528910786,&quot;skewX&quot;:1.1601690513274865e-16,&quot;scale&quot;:{&quot;x&quot;:0.02161620750588143,&quot;y&quot;:0.021616207505881432}},&quot;opacity&quot;:0.48,&quot;image&quot;:{&quot;url&quot;:&quot;https://icons.biorender.com/biorender/5f4529c2929bce0028c9f875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bb1650e-22f0-4e66-92cb-a66e66b1b7cb&quot;,&quot;order&quot;:&quot;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0b1017f5-256e-4979-9f84-026a208664e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b1017f5-256e-4979-9f84-026a208664e1&quot;:{&quot;type&quot;:&quot;FIGURE_OBJECT&quot;,&quot;id&quot;:&quot;0b1017f5-256e-4979-9f84-026a208664e1&quot;,&quot;relativeTransform&quot;:{&quot;translate&quot;:{&quot;x&quot;:470.28365800403884,&quot;y&quot;:280.17366721131464},&quot;rotate&quot;:-1.5707963267948974,&quot;skewX&quot;:0,&quot;scale&quot;:{&quot;x&quot;:1,&quot;y&quot;:1}},&quot;opacity&quot;:1,&quot;path&quot;:{&quot;type&quot;:&quot;POLY_LINE&quot;,&quot;points&quot;:[{&quot;x&quot;:9.64061036005359,&quot;y&quot;:-52.082389758941254},{&quot;x&quot;:-9.64061036005359,&quot;y&quot;:-0.946952541071656},{&quot;x&quot;:9.64061036005359,&quot;y&quot;:52.08238975894125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024F6600&quot;,&quot;1&quot;:&quot;#024F66ff&quot;,&quot;0.45&quot;:&quot;#024F66ff&quot;}},&quot;lineWidth&quot;:1.8135877358020678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3da049f-3882-499c-a8b9-53536cd2c694&quot;,&quot;order&quot;:&quot;999999999999917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b03f14f8-bee1-4eeb-b28d-28b6503a37d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03f14f8-bee1-4eeb-b28d-28b6503a37df&quot;:{&quot;type&quot;:&quot;FIGURE_OBJECT&quot;,&quot;id&quot;:&quot;b03f14f8-bee1-4eeb-b28d-28b6503a37df&quot;,&quot;parent&quot;:{&quot;type&quot;:&quot;CHILD&quot;,&quot;parentId&quot;:&quot;33da049f-3882-499c-a8b9-53536cd2c694&quot;,&quot;order&quot;:&quot;99999999999992&quot;},&quot;relativeTransform&quot;:{&quot;translate&quot;:{&quot;x&quot;:306.41294376187176,&quot;y&quot;:199.1610698585684},&quot;rotate&quot;:0,&quot;skewX&quot;:0,&quot;scale&quot;:{&quot;x&quot;:1,&quot;y&quot;:1}}},&quot;18fe18a8-4775-4705-a187-5bbb2ccb7a06&quot;:{&quot;type&quot;:&quot;FIGURE_OBJECT&quot;,&quot;id&quot;:&quot;18fe18a8-4775-4705-a187-5bbb2ccb7a06&quot;,&quot;name&quot;:&quot;Sphere&quot;,&quot;relativeTransform&quot;:{&quot;translate&quot;:{&quot;x&quot;:135.4407667377129,&quot;y&quot;:76.08085370055072},&quot;rotate&quot;:3.3791373788789003,&quot;skewX&quot;:-3.014047716577197e-16,&quot;scale&quot;:{&quot;x&quot;:-0.023228742749907095,&quot;y&quot;:0.023228742749907126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1&quot;}},&quot;36a56ee7-e4a0-4c12-b533-56f8ae7a7238&quot;:{&quot;type&quot;:&quot;FIGURE_OBJECT&quot;,&quot;id&quot;:&quot;36a56ee7-e4a0-4c12-b533-56f8ae7a7238&quot;,&quot;name&quot;:&quot;Sphere&quot;,&quot;relativeTransform&quot;:{&quot;translate&quot;:{&quot;x&quot;:168.49080112370717,&quot;y&quot;:103.44171151498766},&quot;rotate&quot;:3.3791373788789003,&quot;skewX&quot;:-8.016396971538869e-17,&quot;scale&quot;:{&quot;x&quot;:-0.02252066253145723,&quot;y&quot;:0.02252066253145722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2&quot;}},&quot;8fd95a99-0631-49cd-9622-239bfbf1a996&quot;:{&quot;type&quot;:&quot;FIGURE_OBJECT&quot;,&quot;id&quot;:&quot;8fd95a99-0631-49cd-9622-239bfbf1a996&quot;,&quot;name&quot;:&quot;Sphere&quot;,&quot;relativeTransform&quot;:{&quot;translate&quot;:{&quot;x&quot;:144.65968992174777,&quot;y&quot;:98.89962695171896},&quot;rotate&quot;:3.3791373788789003,&quot;skewX&quot;:0,&quot;scale&quot;:{&quot;x&quot;:-0.027646090219500822,&quot;y&quot;:0.02764609021950082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3&quot;}},&quot;cb70acff-936c-4664-b101-7fa22aadadec&quot;:{&quot;type&quot;:&quot;FIGURE_OBJECT&quot;,&quot;id&quot;:&quot;cb70acff-936c-4664-b101-7fa22aadadec&quot;,&quot;name&quot;:&quot;Sphere&quot;,&quot;relativeTransform&quot;:{&quot;translate&quot;:{&quot;x&quot;:122.39870220590085,&quot;y&quot;:71.9385238708478},&quot;rotate&quot;:3.3791373788789003,&quot;skewX&quot;:-2.6721323238462895e-17,&quot;scale&quot;:{&quot;x&quot;:-0.02252066253145723,&quot;y&quot;:0.022520662531457212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5&quot;}},&quot;fb34fafc-3e72-4ef4-8ff0-38e257e6eacf&quot;:{&quot;type&quot;:&quot;FIGURE_OBJECT&quot;,&quot;id&quot;:&quot;fb34fafc-3e72-4ef4-8ff0-38e257e6eacf&quot;,&quot;name&quot;:&quot;Sphere&quot;,&quot;relativeTransform&quot;:{&quot;translate&quot;:{&quot;x&quot;:108.84284280266236,&quot;y&quot;:67.0791503053093},&quot;rotate&quot;:3.3791373788789003,&quot;skewX&quot;:-1.0688529295385158e-16,&quot;scale&quot;:{&quot;x&quot;:-0.02252066253145723,&quot;y&quot;:0.022520662531457233}},&quot;opacity&quot;:0.75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6&quot;}},&quot;fee7f48a-4d89-454c-8201-0208649fd3cf&quot;:{&quot;type&quot;:&quot;FIGURE_OBJECT&quot;,&quot;id&quot;:&quot;fee7f48a-4d89-454c-8201-0208649fd3cf&quot;,&quot;name&quot;:&quot;Sphere&quot;,&quot;relativeTransform&quot;:{&quot;translate&quot;:{&quot;x&quot;:193.75435608502795,&quot;y&quot;:68.7839203237347},&quot;rotate&quot;:3.3791373788789003,&quot;skewX&quot;:-3.987119696904128e-17,&quot;scale&quot;:{&quot;x&quot;:-0.026073270123862426,&quot;y&quot;:0.026073270123862416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7&quot;}},&quot;4d0f16cf-c357-400b-8ee8-bdd8ab62e31e&quot;:{&quot;type&quot;:&quot;FIGURE_OBJECT&quot;,&quot;id&quot;:&quot;4d0f16cf-c357-400b-8ee8-bdd8ab62e31e&quot;,&quot;name&quot;:&quot;Sphere&quot;,&quot;relativeTransform&quot;:{&quot;translate&quot;:{&quot;x&quot;:183.66541674698487,&quot;y&quot;:82.93228674870913},&quot;rotate&quot;:3.3791373788789003,&quot;skewX&quot;:0,&quot;scale&quot;:{&quot;x&quot;:-0.029644276676495183,&quot;y&quot;:0.029644276676495173}},&quot;opacity&quot;:0.48,&quot;image&quot;:{&quot;url&quot;:&quot;https://icons.biorender.com/biorender/5f4529c2929bce0028c9f879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03f14f8-bee1-4eeb-b28d-28b6503a37df&quot;,&quot;order&quot;:&quot;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e44cd8bc-54ac-46d1-beca-7c9a0d73bdf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44cd8bc-54ac-46d1-beca-7c9a0d73bdf5&quot;:{&quot;type&quot;:&quot;FIGURE_OBJECT&quot;,&quot;id&quot;:&quot;e44cd8bc-54ac-46d1-beca-7c9a0d73bdf5&quot;,&quot;parent&quot;:{&quot;type&quot;:&quot;CHILD&quot;,&quot;parentId&quot;:&quot;33da049f-3882-499c-a8b9-53536cd2c694&quot;,&quot;order&quot;:&quot;999999999999922&quot;},&quot;relativeTransform&quot;:{&quot;translate&quot;:{&quot;x&quot;:306.41294376187176,&quot;y&quot;:199.1610698585684},&quot;rotate&quot;:0,&quot;skewX&quot;:0,&quot;scale&quot;:{&quot;x&quot;:1,&quot;y&quot;:1}}},&quot;31293b9c-f1a7-40d8-b0aa-bc64986daf02&quot;:{&quot;type&quot;:&quot;FIGURE_OBJECT&quot;,&quot;id&quot;:&quot;31293b9c-f1a7-40d8-b0aa-bc64986daf02&quot;,&quot;name&quot;:&quot;Sphere&quot;,&quot;relativeTransform&quot;:{&quot;translate&quot;:{&quot;x&quot;:158.75487385187844,&quot;y&quot;:96.85567985209074},&quot;rotate&quot;:3.3791373788789003,&quot;skewX&quot;:-2.6721323238462895e-17,&quot;scale&quot;:{&quot;x&quot;:-0.02252066253145723,&quot;y&quot;:0.022520662531457188}},&quot;opacity&quot;:0.75,&quot;image&quot;:{&quot;url&quot;:&quot;https://icons.biorender.com/biorender/5b8847989629ce1400901caa/20200825150931/image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05&quot;}},&quot;83c0b678-60d3-41c3-8492-15d9a945e816&quot;:{&quot;type&quot;:&quot;FIGURE_OBJECT&quot;,&quot;id&quot;:&quot;83c0b678-60d3-41c3-8492-15d9a945e816&quot;,&quot;name&quot;:&quot;Sphere&quot;,&quot;relativeTransform&quot;:{&quot;translate&quot;:{&quot;x&quot;:210.75235096069332,&quot;y&quot;:94.67167648816073},&quot;rotate&quot;:3.3791373788789003,&quot;skewX&quot;:1.5821298344918559e-16,&quot;scale&quot;:{&quot;x&quot;:-0.02926773290206585,&quot;y&quot;:0.029267732902065878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1&quot;}},&quot;b446967d-3490-4754-91d5-61c3b267cbd7&quot;:{&quot;type&quot;:&quot;FIGURE_OBJECT&quot;,&quot;id&quot;:&quot;b446967d-3490-4754-91d5-61c3b267cbd7&quot;,&quot;name&quot;:&quot;Sphere&quot;,&quot;relativeTransform&quot;:{&quot;translate&quot;:{&quot;x&quot;:198.07248572627526,&quot;y&quot;:90.67145467787212},&quot;rotate&quot;:3.3791373788789003,&quot;skewX&quot;:-5.800845256637433e-17,&quot;scale&quot;:{&quot;x&quot;:-0.02161620750588143,&quot;y&quot;:0.021616207505881432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2&quot;}},&quot;486c3f4e-6107-4f46-8f4b-a1052aa5628e&quot;:{&quot;type&quot;:&quot;FIGURE_OBJECT&quot;,&quot;id&quot;:&quot;486c3f4e-6107-4f46-8f4b-a1052aa5628e&quot;,&quot;name&quot;:&quot;Sphere&quot;,&quot;relativeTransform&quot;:{&quot;translate&quot;:{&quot;x&quot;:144.85686089066547,&quot;y&quot;:83.31001202733067},&quot;rotate&quot;:3.3791373788789003,&quot;skewX&quot;:-4.176972262229446e-17,&quot;scale&quot;:{&quot;x&quot;:-0.02547383581085195,&quot;y&quot;:0.025473835810851955}},&quot;opacity&quot;:0.48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3&quot;}},&quot;23c5ed73-317d-4fcd-9c66-1b0fb66d3a1c&quot;:{&quot;type&quot;:&quot;FIGURE_OBJECT&quot;,&quot;id&quot;:&quot;23c5ed73-317d-4fcd-9c66-1b0fb66d3a1c&quot;,&quot;name&quot;:&quot;Sphere&quot;,&quot;relativeTransform&quot;:{&quot;translate&quot;:{&quot;x&quot;:132.32971164622737,&quot;y&quot;:90.1788385112105},&quot;rotate&quot;:3.3791373788789003,&quot;skewX&quot;:0,&quot;scale&quot;:{&quot;x&quot;:-0.02751740542743292,&quot;y&quot;:0.02897094653918018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5&quot;}},&quot;8d7cbd36-a995-43f4-a633-a77404160df3&quot;:{&quot;type&quot;:&quot;FIGURE_OBJECT&quot;,&quot;id&quot;:&quot;8d7cbd36-a995-43f4-a633-a77404160df3&quot;,&quot;name&quot;:&quot;Sphere&quot;,&quot;relativeTransform&quot;:{&quot;translate&quot;:{&quot;x&quot;:180.1043815226204,&quot;y&quot;:97.64562398379718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6&quot;}},&quot;b3f04d4e-ee3b-4a38-aeb9-39a0526c53f9&quot;:{&quot;type&quot;:&quot;FIGURE_OBJECT&quot;,&quot;id&quot;:&quot;b3f04d4e-ee3b-4a38-aeb9-39a0526c53f9&quot;,&quot;name&quot;:&quot;Sphere&quot;,&quot;relativeTransform&quot;:{&quot;translate&quot;:{&quot;x&quot;:117.19886634610442,&quot;y&quot;:82.1513168095293},&quot;rotate&quot;:3.3791373788789003,&quot;skewX&quot;:1.8444520038018278e-16,&quot;scale&quot;:{&quot;x&quot;:-0.027106688423271266,&quot;y&quot;:0.027106688423271304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7&quot;}},&quot;9b8e25b1-5aaa-4869-903f-e1f17bd30364&quot;:{&quot;type&quot;:&quot;FIGURE_OBJECT&quot;,&quot;id&quot;:&quot;9b8e25b1-5aaa-4869-903f-e1f17bd30364&quot;,&quot;name&quot;:&quot;Sphere&quot;,&quot;relativeTransform&quot;:{&quot;translate&quot;:{&quot;x&quot;:163.62292242060929,&quot;y&quot;:85.01384915514842},&quot;rotate&quot;:3.3791373788789003,&quot;skewX&quot;:8.328846486768797e-17,&quot;scale&quot;:{&quot;x&quot;:-0.031245921659250542,&quot;y&quot;:0.031245921659250595}},&quot;opacity&quot;:1,&quot;image&quot;:{&quot;url&quot;:&quot;https://icons.biorender.com/biorender/5b8847fb65c02914004ccfa2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44cd8bc-54ac-46d1-beca-7c9a0d73bdf5&quot;,&quot;order&quot;:&quot;8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90a12d48-7da8-48b8-bfd5-5283aff23e0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0a12d48-7da8-48b8-bfd5-5283aff23e06&quot;:{&quot;id&quot;:&quot;90a12d48-7da8-48b8-bfd5-5283aff23e06&quot;,&quot;name&quot;:&quot;Dendritic cell 2&quot;,&quot;type&quot;:&quot;FIGURE_OBJECT&quot;,&quot;relativeTransform&quot;:{&quot;translate&quot;:{&quot;x&quot;:81.25250793213517,&quot;y&quot;:207.59069972206208},&quot;rotate&quot;:-0.28368762828830935,&quot;skewX&quot;:-2.78240086584617e-16,&quot;scale&quot;:{&quot;x&quot;:1.339989890591463,&quot;y&quot;:1.3399898905914618}},&quot;image&quot;:{&quot;url&quot;:&quot;https://icons.biorender.com/biorender/6154afba5275170029fdb5c7/20210929182737/image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3da049f-3882-499c-a8b9-53536cd2c694&quot;,&quot;order&quot;:&quot;99999999999993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4d4b2eb2-5323-44df-8192-f202612b01a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d4b2eb2-5323-44df-8192-f202612b01a0&quot;:{&quot;id&quot;:&quot;4d4b2eb2-5323-44df-8192-f202612b01a0&quot;,&quot;name&quot;:&quot;Lymphocyte (T-cell)&quot;,&quot;type&quot;:&quot;FIGURE_OBJECT&quot;,&quot;relativeTransform&quot;:{&quot;translate&quot;:{&quot;x&quot;:218.98089580231542,&quot;y&quot;:216.5267508129831},&quot;rotate&quot;:0,&quot;skewX&quot;:0,&quot;scale&quot;:{&quot;x&quot;:0.899414036277649,&quot;y&quot;:0.899414036277649}},&quot;image&quot;:{&quot;url&quot;:&quot;https://icons.biorender.com/biorender/61532fe8e75ac20029699b8c/20210928151717/image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3da049f-3882-499c-a8b9-53536cd2c694&quot;,&quot;order&quot;:&quot;999999999999977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e3d7738e-b43f-41ff-b1b7-6b882eef29d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3d7738e-b43f-41ff-b1b7-6b882eef29d6&quot;:{&quot;relativeTransform&quot;:{&quot;translate&quot;:{&quot;x&quot;:149.00380593883662,&quot;y&quot;:198.57356643470797},&quot;rotate&quot;:-1.5707963267948966,&quot;skewX&quot;:0,&quot;scale&quot;:{&quot;x&quot;:1,&quot;y&quot;:1}},&quot;type&quot;:&quot;FIGURE_OBJECT&quot;,&quot;id&quot;:&quot;e3d7738e-b43f-41ff-b1b7-6b882eef29d6&quot;,&quot;name&quot;:&quot;MHC1-TCR (with CD8)&quot;,&quot;opacity&quot;:1,&quot;source&quot;:{&quot;id&quot;:&quot;5d9b49aa94e11e007fbdbf2f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9998&quot;}},&quot;e33f0ab8-6d50-4f30-9a18-3046e9d70c21&quot;:{&quot;type&quot;:&quot;FIGURE_OBJECT&quot;,&quot;id&quot;:&quot;e33f0ab8-6d50-4f30-9a18-3046e9d70c21&quot;,&quot;name&quot;:&quot;MHC class I&quot;,&quot;relativeTransform&quot;:{&quot;translate&quot;:{&quot;x&quot;:-7.65667840912661,&quot;y&quot;:-20.390374227744765},&quot;rotate&quot;:3.141592653589793,&quot;skewX&quot;:0,&quot;scale&quot;:{&quot;x&quot;:0.18046853572737132,&quot;y&quot;:0.18046853572737132}},&quot;opacity&quot;:1,&quot;image&quot;:{&quot;url&quot;:&quot;https://icons.biorender.com/biorender/5d9b3c97dd52690004bb5465/20191007133051/imag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e3d7738e-b43f-41ff-b1b7-6b882eef29d6&quot;,&quot;order&quot;:&quot;1&quot;}},&quot;f9d10fe0-1382-4a6d-a32c-a6ecb09163ff&quot;:{&quot;type&quot;:&quot;FIGURE_OBJECT&quot;,&quot;id&quot;:&quot;f9d10fe0-1382-4a6d-a32c-a6ecb09163ff&quot;,&quot;name&quot;:&quot;T cell receptor (TCR)&quot;,&quot;relativeTransform&quot;:{&quot;translate&quot;:{&quot;x&quot;:-7.656678409126607,&quot;y&quot;:16.57182407405877},&quot;rotate&quot;:0,&quot;skewX&quot;:0,&quot;scale&quot;:{&quot;x&quot;:0.17636697809720375,&quot;y&quot;:0.17636697809720375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e3d7738e-b43f-41ff-b1b7-6b882eef29d6&quot;,&quot;order&quot;:&quot;2&quot;}},&quot;f7dc9aec-0f74-4582-ad91-f2f54c3f110a&quot;:{&quot;type&quot;:&quot;FIGURE_OBJECT&quot;,&quot;id&quot;:&quot;f7dc9aec-0f74-4582-ad91-f2f54c3f110a&quot;,&quot;relativeTransform&quot;:{&quot;translate&quot;:{&quot;x&quot;:-7.675446232047792,&quot;y&quot;:-6.4530402610453255},&quot;rotate&quot;:0},&quot;opacity&quot;:1,&quot;path&quot;:{&quot;type&quot;:&quot;ELLIPSE&quot;,&quot;size&quot;:{&quot;x&quot;:4.308146694472732,&quot;y&quot;:4.317508403119232}},&quot;pathStyles&quot;:[{&quot;type&quot;:&quot;FILL&quot;,&quot;fillStyle&quot;:&quot;rgba(49,126,194,1)&quot;},{&quot;type&quot;:&quot;STROKE&quot;,&quot;strokeStyle&quot;:&quot;rgba(49,126,194,1)&quot;,&quot;lineWidth&quot;:0.4138745086014382,&quot;lineJoin&quot;:&quot;round&quot;}],&quot;isLocked&quot;:false,&quot;parent&quot;:{&quot;type&quot;:&quot;CHILD&quot;,&quot;parentId&quot;:&quot;e3d7738e-b43f-41ff-b1b7-6b882eef29d6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72360e2d-bcb2-4029-be11-1d2eaadffde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2360e2d-bcb2-4029-be11-1d2eaadffdef&quot;:{&quot;relativeTransform&quot;:{&quot;translate&quot;:{&quot;x&quot;:172.7335784661178,&quot;y&quot;:284.9845347821474},&quot;rotate&quot;:-1.570796326794897,&quot;skewX&quot;:0,&quot;scale&quot;:{&quot;x&quot;:1,&quot;y&quot;:1}},&quot;type&quot;:&quot;FIGURE_OBJECT&quot;,&quot;id&quot;:&quot;72360e2d-bcb2-4029-be11-1d2eaadffdef&quot;,&quot;name&quot;:&quot;CD28-CD80 complex&quot;,&quot;opacity&quot;:1,&quot;source&quot;:{&quot;id&quot;:&quot;5e5452cb83e60d0088781f01&quot;,&quot;type&quot;:&quot;ASSETS&quot;},&quot;pathStyles&quot;:[{&quot;type&quot;:&quot;FILL&quot;,&quot;fillStyle&quot;:&quot;rgb(0,0,0)&quot;}],&quot;isLocked&quot;:false,&quot;parent&quot;:{&quot;type&quot;:&quot;CHILD&quot;,&quot;parentId&quot;:&quot;33da049f-3882-499c-a8b9-53536cd2c694&quot;,&quot;order&quot;:&quot;999999999999985&quot;}},&quot;1fce631f-596f-4da1-9684-f1a419273d53&quot;:{&quot;type&quot;:&quot;FIGURE_OBJECT&quot;,&quot;id&quot;:&quot;1fce631f-596f-4da1-9684-f1a419273d53&quot;,&quot;name&quot;:&quot;CD28 (relaxed)&quot;,&quot;relativeTransform&quot;:{&quot;translate&quot;:{&quot;x&quot;:58.59711826268714,&quot;y&quot;:-1.5612756330361168},&quot;rotate&quot;:0,&quot;skewX&quot;:0,&quot;scale&quot;:{&quot;x&quot;:0.23644396829000297,&quot;y&quot;:0.23644396829000297}},&quot;opacity&quot;:1,&quot;image&quot;:{&quot;url&quot;:&quot;https://icons.biorender.com/biorender/5db0c4a6ebe9af00044f1322/cd28-relaxed.png&quot;,&quot;size&quot;:{&quot;x&quot;:64,&quot;y&quot;:123},&quot;isPremium&quot;:false,&quot;isPacked&quot;:true},&quot;source&quot;:{&quot;id&quot;:&quot;5db0c41febe9af00044f1313&quot;,&quot;type&quot;:&quot;ASSETS&quot;},&quot;pathStyles&quot;:[{&quot;type&quot;:&quot;FILL&quot;,&quot;fillStyle&quot;:&quot;rgb(0,0,0)&quot;}],&quot;isLocked&quot;:false,&quot;parent&quot;:{&quot;type&quot;:&quot;CHILD&quot;,&quot;parentId&quot;:&quot;72360e2d-bcb2-4029-be11-1d2eaadffdef&quot;,&quot;order&quot;:&quot;2&quot;}},&quot;df64555b-b479-408b-88ae-961988202dc3&quot;:{&quot;type&quot;:&quot;FIGURE_OBJECT&quot;,&quot;id&quot;:&quot;df64555b-b479-408b-88ae-961988202dc3&quot;,&quot;name&quot;:&quot;CD80 (dimer)&quot;,&quot;relativeTransform&quot;:{&quot;translate&quot;:{&quot;x&quot;:58.59711826268714,&quot;y&quot;:-34.71573472812122},&quot;rotate&quot;:3.141592653589793},&quot;opacity&quot;:1,&quot;source&quot;:{&quot;id&quot;:&quot;5e5451fc83e60d0088781e0e&quot;,&quot;type&quot;:&quot;ASSETS&quot;},&quot;pathStyles&quot;:[{&quot;type&quot;:&quot;FILL&quot;,&quot;fillStyle&quot;:&quot;rgb(0,0,0)&quot;}],&quot;isLocked&quot;:false,&quot;parent&quot;:{&quot;type&quot;:&quot;CHILD&quot;,&quot;parentId&quot;:&quot;72360e2d-bcb2-4029-be11-1d2eaadffdef&quot;,&quot;order&quot;:&quot;5&quot;}},&quot;38199626-245c-4239-a73e-92641ce1f565&quot;:{&quot;type&quot;:&quot;FIGURE_OBJECT&quot;,&quot;id&quot;:&quot;38199626-245c-4239-a73e-92641ce1f565&quot;,&quot;relativeTransform&quot;:{&quot;translate&quot;:{&quot;x&quot;:-2.622951754897099,&quot;y&quot;:9.326052483402835},&quot;rotate&quot;:0},&quot;opacity&quot;:1,&quot;path&quot;:{&quot;type&quot;:&quot;POLY_LINE&quot;,&quot;points&quot;:[{&quot;x&quot;:0,&quot;y&quot;:-9.634442616763534},{&quot;x&quot;:0,&quot;y&quot;:15.249798148696303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df64555b-b479-408b-88ae-961988202dc3&quot;,&quot;order&quot;:&quot;1&quot;}},&quot;afc717d3-7131-4319-b187-b4eff6d59947&quot;:{&quot;type&quot;:&quot;FIGURE_OBJECT&quot;,&quot;id&quot;:&quot;afc717d3-7131-4319-b187-b4eff6d59947&quot;,&quot;name&quot;:&quot;CD80 (extracellular domain)&quot;,&quot;relativeTransform&quot;:{&quot;translate&quot;:{&quot;x&quot;:-2.622951754897101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2&quot;}},&quot;422fa248-23fd-4c21-b5a7-ba54cdb3d5f5&quot;:{&quot;type&quot;:&quot;FIGURE_OBJECT&quot;,&quot;id&quot;:&quot;422fa248-23fd-4c21-b5a7-ba54cdb3d5f5&quot;,&quot;name&quot;:&quot;CD80 (extracellular domain)&quot;,&quot;relativeTransform&quot;:{&quot;translate&quot;:{&quot;x&quot;:-2.622951754897101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3&quot;}},&quot;cfb9ec45-cd4b-4458-adc7-3fe3067fdf6c&quot;:{&quot;type&quot;:&quot;FIGURE_OBJECT&quot;,&quot;id&quot;:&quot;cfb9ec45-cd4b-4458-adc7-3fe3067fdf6c&quot;,&quot;relativeTransform&quot;:{&quot;translate&quot;:{&quot;x&quot;:2.622951754897099,&quot;y&quot;:9.326052483402835},&quot;rotate&quot;:0},&quot;opacity&quot;:1,&quot;path&quot;:{&quot;type&quot;:&quot;POLY_LINE&quot;,&quot;points&quot;:[{&quot;x&quot;:0,&quot;y&quot;:-9.634442616763534},{&quot;x&quot;:0,&quot;y&quot;:15.215556440545855}],&quot;closed&quot;:false},&quot;pathStyles&quot;:[{&quot;type&quot;:&quot;FILL&quot;,&quot;fillStyle&quot;:&quot;rgba(0,0,0,0)&quot;},{&quot;type&quot;:&quot;STROKE&quot;,&quot;strokeStyle&quot;:&quot;rgba(79,22,64,1)&quot;,&quot;lineWidth&quot;:1.008827598037346,&quot;lineJoin&quot;:&quot;round&quot;}],&quot;pathMarkers&quot;:{&quot;markerStart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0.3},&quot;orient&quot;:{&quot;type&quot;:&quot;AUTO_START_REVERSE&quot;},&quot;name&quot;:&quot;dot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1.7,&quot;y&quot;:0,&quot;isEndPoint&quot;:true},{&quot;x&quot;:-1.6999999999999997,&quot;y&quot;:0.9388840747123488,&quot;isEndPoint&quot;:false},{&quot;x&quot;:-0.9388840747123485,&quot;y&quot;:1.7,&quot;isEndPoint&quot;:false},{&quot;x&quot;:1.0409497792752501e-16,&quot;y&quot;:1.7,&quot;isEndPoint&quot;:true},{&quot;x&quot;:0.9388840747123488,&quot;y&quot;:1.7,&quot;isEndPoint&quot;:false},{&quot;x&quot;:1.7,&quot;y&quot;:0.9388840747123487,&quot;isEndPoint&quot;:false},{&quot;x&quot;:1.7,&quot;y&quot;:0,&quot;isEndPoint&quot;:true},{&quot;x&quot;:1.7,&quot;y&quot;:-0.9388840747123487,&quot;isEndPoint&quot;:false},{&quot;x&quot;:0.9388840747123488,&quot;y&quot;:-1.7,&quot;isEndPoint&quot;:false},{&quot;x&quot;:1.0409497792752501e-16,&quot;y&quot;:-1.7,&quot;isEndPoint&quot;:true},{&quot;x&quot;:-0.9388840747123485,&quot;y&quot;:-1.7,&quot;isEndPoint&quot;:false},{&quot;x&quot;:-1.6999999999999997,&quot;y&quot;:-0.9388840747123488,&quot;isEndPoint&quot;:false},{&quot;x&quot;:-1.7,&quot;y&quot;:-2.0818995585505003e-16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df64555b-b479-408b-88ae-961988202dc3&quot;,&quot;order&quot;:&quot;5&quot;}},&quot;3f01d1ca-eb0d-4032-b1d9-e2327c455f0d&quot;:{&quot;type&quot;:&quot;FIGURE_OBJECT&quot;,&quot;id&quot;:&quot;3f01d1ca-eb0d-4032-b1d9-e2327c455f0d&quot;,&quot;name&quot;:&quot;CD80 (extracellular domain)&quot;,&quot;relativeTransform&quot;:{&quot;translate&quot;:{&quot;x&quot;:2.6229517548970973,&quot;y&quot;:-4.544348724212688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6&quot;}},&quot;13b719f7-6fcc-4d18-871d-c8e02f1fd8c2&quot;:{&quot;type&quot;:&quot;FIGURE_OBJECT&quot;,&quot;id&quot;:&quot;13b719f7-6fcc-4d18-871d-c8e02f1fd8c2&quot;,&quot;name&quot;:&quot;CD80 (extracellular domain)&quot;,&quot;relativeTransform&quot;:{&quot;translate&quot;:{&quot;x&quot;:2.6229517548970973,&quot;y&quot;:-14.22909366537121},&quot;rotate&quot;:0,&quot;skewX&quot;:0,&quot;scale&quot;:{&quot;x&quot;:0.019076012762887985,&quot;y&quot;:0.019076012762887985}},&quot;opacity&quot;:1,&quot;image&quot;:{&quot;url&quot;:&quot;https://icons.biorender.com/biorender/5e5451146227cb0028830006/cd80-extracellular-domain.png&quot;,&quot;size&quot;:{&quot;x&quot;:267,&quot;y&quot;:550},&quot;isPremium&quot;:false,&quot;isPacked&quot;:true},&quot;source&quot;:{&quot;id&quot;:&quot;5e5450846227cb002882fff2&quot;,&quot;type&quot;:&quot;ASSETS&quot;},&quot;pathStyles&quot;:[{&quot;type&quot;:&quot;FILL&quot;,&quot;fillStyle&quot;:&quot;rgb(0,0,0)&quot;}],&quot;isLocked&quot;:false,&quot;parent&quot;:{&quot;type&quot;:&quot;CHILD&quot;,&quot;parentId&quot;:&quot;df64555b-b479-408b-88ae-961988202dc3&quot;,&quot;order&quot;:&quot;7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3344df61-8005-4632-ad48-e889e2339c4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344df61-8005-4632-ad48-e889e2339c4d&quot;:{&quot;id&quot;:&quot;3344df61-8005-4632-ad48-e889e2339c4d&quot;,&quot;name&quot;:&quot;Cancer cell (apoptosis)&quot;,&quot;type&quot;:&quot;FIGURE_OBJECT&quot;,&quot;relativeTransform&quot;:{&quot;translate&quot;:{&quot;x&quot;:559.0358718243132,&quot;y&quot;:215.12872925679432},&quot;rotate&quot;:0,&quot;skewX&quot;:0,&quot;scale&quot;:{&quot;x&quot;:1.0028439484474978,&quot;y&quot;:1.0028439484474982}},&quot;image&quot;:{&quot;url&quot;:&quot;https://icons.biorender.com/biorender/6176ff7caa87c30029843e79/cancer-cell-apoptosis-01.png&quot;,&quot;isPremium&quot;:false,&quot;isPacked&quot;:true,&quot;size&quot;:{&quot;x&quot;:115,&quot;y&quot;:117.52747252747253}},&quot;source&quot;:{&quot;id&quot;:&quot;61537482e75ac20029699fa6&quot;,&quot;type&quot;:&quot;ASSETS&quot;},&quot;isPremium&quot;:false,&quot;parent&quot;:{&quot;type&quot;:&quot;CHILD&quot;,&quot;parentId&quot;:&quot;33da049f-3882-499c-a8b9-53536cd2c694&quot;,&quot;order&quot;:&quot;99999999999999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84d48c42-5d5e-4174-9f42-2bef5265976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4d48c42-5d5e-4174-9f42-2bef52659765&quot;:{&quot;type&quot;:&quot;FIGURE_OBJECT&quot;,&quot;id&quot;:&quot;84d48c42-5d5e-4174-9f42-2bef52659765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52.9016006502622,&quot;y&quot;:170.01420492362575},{&quot;x&quot;:157.45385804814617,&quot;y&quot;:184.6622068476666},{&quot;x&quot;:146.30500312498123,&quot;y&quot;:201.16890062141297}],&quot;closed&quot;:false},&quot;pathStyles&quot;:[{&quot;type&quot;:&quot;FILL&quot;,&quot;fillStyle&quot;:&quot;rgba(0,0,0,0)&quot;},{&quot;type&quot;:&quot;STROKE&quot;,&quot;strokeStyle&quot;:&quot;rgba(49,126,194,1)&quot;,&quot;lineWidth&quot;:1.39005760704379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33da049f-3882-499c-a8b9-53536cd2c694&quot;,&quot;order&quot;:&quot;9999999999999975&quot;},&quot;connectorInfo&quot;:{&quot;type&quot;:&quot;QUADRATIC&quot;,&quot;offset&quot;:{&quot;x&quot;:0,&quot;y&quot;:0},&quot;bending&quot;:-0.1,&quot;customized&quot;:true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-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3da049f-3882-499c-a8b9-53536cd2c694"/>
  <p:tag name="SELECTIONIDS" val="7c14642a-bede-4f4f-932b-6804016d1d3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c14642a-bede-4f4f-932b-6804016d1d37&quot;:{&quot;type&quot;:&quot;FIGURE_OBJECT&quot;,&quot;id&quot;:&quot;7c14642a-bede-4f4f-932b-6804016d1d37&quot;,&quot;path&quot;:{&quot;type&quot;:&quot;RECT&quot;,&quot;size&quot;:{&quot;x&quot;:830.5878772168173,&quot;y&quot;:94.9137288315334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33da049f-3882-499c-a8b9-53536cd2c694&quot;,&quot;order&quot;:&quot;999999999999999&quot;},&quot;relativeTransform&quot;:{&quot;translate&quot;:{&quot;x&quot;:11.170634061538976,&quot;y&quot;:240.73598480234222},&quot;rotate&quot;:0},&quot;layout&quot;:{&quot;sizeRatio&quot;:{&quot;x&quot;:0.88,&quot;y&quot;:0.88},&quot;keepAspectRatio&quot;:false}},&quot;802e6845-7840-487a-8a6f-6cc930628335&quot;:{&quot;id&quot;:&quot;802e6845-7840-487a-8a6f-6cc93062833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120]}],&quot;text&quot;:&quot;Mimotopes are modified peptides that increase T-cell activation while preserving recognition of the native tumor antigen &quot;}],&quot;_lastCaretLocation&quot;:{&quot;lineIndex&quot;:0,&quot;runIndex&quot;:0,&quot;charIndex&quot;:0}},&quot;format&quot;:&quot;BETTER_TEXT&quot;,&quot;size&quot;:{&quot;x&quot;:730.9173319507993,&quot;y&quot;:60},&quot;targetSize&quot;:{&quot;x&quot;:730.9173319507993,&quot;y&quot;:2}},&quot;parent&quot;:{&quot;type&quot;:&quot;CHILD&quot;,&quot;parentId&quot;:&quot;7c14642a-bede-4f4f-932b-6804016d1d37&quot;,&quot;order&quot;:&quot;5&quot;}},&quot;33da049f-3882-499c-a8b9-53536cd2c694&quot;:{&quot;id&quot;:&quot;33da049f-3882-499c-a8b9-53536cd2c69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8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9864d9b9-ba5f-4413-be25-d0e2cf3cd41d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4e318185-bcf9-4f85-b71a-ec03fbb23dba&quot;:{&quot;id&quot;:&quot;4e318185-bcf9-4f85-b71a-ec03fbb23dba&quot;,&quot;name&quot;:&quot;Textbook (symbol)&quot;,&quot;displayName&quot;:&quot;&quot;,&quot;type&quot;:&quot;FIGURE_OBJECT&quot;,&quot;relativeTransform&quot;:{&quot;translate&quot;:{&quot;x&quot;:294.0274343823249,&quot;y&quot;:141.57846157864873},&quot;rotate&quot;:0,&quot;skewX&quot;:0,&quot;scale&quot;:{&quot;x&quot;:0.1961737185955314,&quot;y&quot;:0.1961737185955314}},&quot;image&quot;:{&quot;url&quot;:&quot;https://icons.cdn.biorender.com/biorender/63b8421ce550c50021c95205/20230106154729/image/63b8421ce550c50021c95205.png&quot;,&quot;isPremium&quot;:false,&quot;isOrgIcon&quot;:false,&quot;size&quot;:{&quot;x&quot;:150,&quot;y&quot;:150}},&quot;source&quot;:{&quot;id&quot;:&quot;63b8421ce550c50021c95205&quot;,&quot;version&quot;:&quot;20230106154729&quot;,&quot;type&quot;:&quot;ASSETS&quot;},&quot;isPremium&quot;:false,&quot;parent&quot;:{&quot;type&quot;:&quot;CHILD&quot;,&quot;parentId&quot;:&quot;9864d9b9-ba5f-4413-be25-d0e2cf3cd41d&quot;,&quot;order&quot;:&quot;99995&quot;}},&quot;74253216-fdd5-46f8-8191-cdc32e31d66c&quot;:{&quot;type&quot;:&quot;FIGURE_OBJECT&quot;,&quot;id&quot;:&quot;74253216-fdd5-46f8-8191-cdc32e31d66c&quot;,&quot;path&quot;:{&quot;type&quot;:&quot;RECT&quot;,&quot;size&quot;:{&quot;x&quot;:317.3167712500575,&quot;y&quot;:34.351250907382095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rgba(185,219,244,1)&quot;,&quot;lineWidth&quot;:2,&quot;lineJoin&quot;:&quot;round&quot;}],&quot;parent&quot;:{&quot;type&quot;:&quot;CHILD&quot;,&quot;parentId&quot;:&quot;9864d9b9-ba5f-4413-be25-d0e2cf3cd41d&quot;,&quot;order&quot;:&quot;9999&quot;},&quot;relativeTransform&quot;:{&quot;translate&quot;:{&quot;x&quot;:435.62446511350225,&quot;y&quot;:140.50788150551787},&quot;rotate&quot;:0,&quot;skewX&quot;:0,&quot;scale&quot;:{&quot;x&quot;:1,&quot;y&quot;:1}},&quot;layout&quot;:{&quot;sizeRatio&quot;:{&quot;x&quot;:0.88,&quot;y&quot;:0.88},&quot;keepAspectRatio&quot;:false}},&quot;ddd884d3-0c8b-47c0-946d-ce1f728fbf18&quot;:{&quot;id&quot;:&quot;ddd884d3-0c8b-47c0-946d-ce1f728fbf1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49,126,194,1)&quot;,&quot;fontWeight&quot;:&quot;normal&quot;,&quot;fontStyle&quot;:&quot;normal&quot;,&quot;decoration&quot;:&quot;none&quot;},&quot;range&quot;:[0,24]}],&quot;text&quot;:&quot;Rosenberg et al., Nat Med&quot;}],&quot;_lastCaretLocation&quot;:{&quot;lineIndex&quot;:0,&quot;runIndex&quot;:0,&quot;charIndex&quot;:9}},&quot;format&quot;:&quot;BETTER_TEXT&quot;,&quot;size&quot;:{&quot;x&quot;:279.23875870005054,&quot;y&quot;:19},&quot;targetSize&quot;:{&quot;x&quot;:279.23875870005054,&quot;y&quot;:2}},&quot;parent&quot;:{&quot;type&quot;:&quot;CHILD&quot;,&quot;parentId&quot;:&quot;74253216-fdd5-46f8-8191-cdc32e31d66c&quot;,&quot;order&quot;:&quot;5&quot;}},&quot;57f1b30f-f4ef-42de-9916-4253468d2472&quot;:{&quot;id&quot;:&quot;57f1b30f-f4ef-42de-9916-4253468d2472&quot;,&quot;type&quot;:&quot;FIGURE_OBJECT&quot;,&quot;relativeTransform&quot;:{&quot;translate&quot;:{&quot;x&quot;:432.7669145724721,&quot;y&quot;:35.744031897379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0,11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sub&quot;},&quot;range&quot;:[12,18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19,163]}],&quot;text&quot;:&quot;Native gp100209-217(ITDQVPFSV) produced minimal systemic T-cell responses in early human trials, necessitating anchor alteration (g209-2M) to stabilize the peptide.&quot;,&quot;base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}],&quot;_lastCaretLocation&quot;:{&quot;lineIndex&quot;:0,&quot;runIndex&quot;:2,&quot;charIndex&quot;:126}},&quot;format&quot;:&quot;BETTER_TEXT&quot;,&quot;size&quot;:{&quot;x&quot;:306.4966323119662,&quot;y&quot;:144},&quot;targetSize&quot;:{&quot;x&quot;:306.4966323119662,&quot;y&quot;:144}},&quot;parent&quot;:{&quot;type&quot;:&quot;CHILD&quot;,&quot;parentId&quot;:&quot;9864d9b9-ba5f-4413-be25-d0e2cf3cd41d&quot;,&quot;order&quot;:&quot;99985&quot;}},&quot;0cef8ff5-677e-49b9-b907-c5a7124f0eb7&quot;:{&quot;id&quot;:&quot;0cef8ff5-677e-49b9-b907-c5a7124f0eb7&quot;,&quot;type&quot;:&quot;FIGURE_OBJECT&quot;,&quot;relativeTransform&quot;:{&quot;translate&quot;:{&quot;x&quot;:429.17678360362413,&quot;y&quot;:-75.0731103990809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0,25]}],&quot;text&quot;:&quot;Target: Cutaneous Melanoma&quot;}],&quot;_lastCaretLocation&quot;:{&quot;lineIndex&quot;:0,&quot;runIndex&quot;:-1,&quot;charIndex&quot;:-1,&quot;endOfLine&quot;:true}},&quot;format&quot;:&quot;BETTER_TEXT&quot;,&quot;size&quot;:{&quot;x&quot;:236.46137240154428,&quot;y&quot;:48},&quot;targetSize&quot;:{&quot;x&quot;:236.46137240154428,&quot;y&quot;:48}},&quot;parent&quot;:{&quot;type&quot;:&quot;CHILD&quot;,&quot;parentId&quot;:&quot;9864d9b9-ba5f-4413-be25-d0e2cf3cd41d&quot;,&quot;order&quot;:&quot;9998&quot;}},&quot;a47a0905-9e9b-4195-81c0-2da58ad70e38&quot;:{&quot;type&quot;:&quot;FIGURE_OBJECT&quot;,&quot;id&quot;:&quot;a47a0905-9e9b-4195-81c0-2da58ad70e38&quot;,&quot;parent&quot;:{&quot;type&quot;:&quot;CHILD&quot;,&quot;parentId&quot;:&quot;9864d9b9-ba5f-4413-be25-d0e2cf3cd41d&quot;,&quot;order&quot;:&quot;99977&quot;},&quot;relativeTransform&quot;:{&quot;translate&quot;:{&quot;x&quot;:543.9282457474658,&quot;y&quot;:46.4446730906778},&quot;rotate&quot;:0,&quot;skewX&quot;:0,&quot;scale&quot;:{&quot;x&quot;:1,&quot;y&quot;:1}}},&quot;31967c0a-3e5d-4b60-b93f-4bcdebd003b4&quot;:{&quot;id&quot;:&quot;31967c0a-3e5d-4b60-b93f-4bcdebd003b4&quot;,&quot;name&quot;:&quot;X mark (thin)&quot;,&quot;displayName&quot;:&quot;&quot;,&quot;type&quot;:&quot;FIGURE_OBJECT&quot;,&quot;relativeTransform&quot;:{&quot;translate&quot;:{&quot;x&quot;:-223.52928279275625,&quot;y&quot;:-224.12680411072523},&quot;rotate&quot;:0,&quot;skewX&quot;:0,&quot;scale&quot;:{&quot;x&quot;:0.21849924204590254,&quot;y&quot;:0.21849924204590254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a47a0905-9e9b-4195-81c0-2da58ad70e38&quot;,&quot;order&quot;:&quot;5&quot;}},&quot;aa43354f-90db-4006-99fd-326e81c9b218&quot;:{&quot;type&quot;:&quot;FIGURE_OBJECT&quot;,&quot;id&quot;:&quot;aa43354f-90db-4006-99fd-326e81c9b218&quot;,&quot;path&quot;:{&quot;type&quot;:&quot;RECT&quot;,&quot;size&quot;:{&quot;x&quot;:291.9707229705445,&quot;y&quot;:30.470482487781993},&quot;cornerRounding&quot;:{&quot;type&quot;:&quot;ARC_LENGTH&quot;,&quot;global&quot;:15.707963267948966}},&quot;pathStyles&quot;:[{&quot;type&quot;:&quot;FILL&quot;,&quot;fillStyle&quot;:&quot;rgb(253, 238, 237)&quot;},{&quot;type&quot;:&quot;STROKE&quot;,&quot;strokeStyle&quot;:&quot;rgba(243,205,204,1)&quot;,&quot;lineWidth&quot;:2,&quot;lineJoin&quot;:&quot;round&quot;}],&quot;parent&quot;:{&quot;type&quot;:&quot;CHILD&quot;,&quot;parentId&quot;:&quot;a47a0905-9e9b-4195-81c0-2da58ad70e38&quot;,&quot;order&quot;:&quot;2&quot;},&quot;relativeTransform&quot;:{&quot;translate&quot;:{&quot;x&quot;:-106.46266356274404,&quot;y&quot;:-224.70019408133925},&quot;rotate&quot;:0},&quot;layout&quot;:{&quot;sizeRatio&quot;:{&quot;x&quot;:0.88,&quot;y&quot;:0.88},&quot;keepAspectRatio&quot;:false}},&quot;75e3abc9-f9ef-4fb8-bbe8-a933277d262c&quot;:{&quot;id&quot;:&quot;75e3abc9-f9ef-4fb8-bbe8-a933277d262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#DA291C&quot;,&quot;fontWeight&quot;:&quot;normal&quot;,&quot;fontStyle&quot;:&quot;normal&quot;,&quot;decoration&quot;:&quot;none&quot;},&quot;range&quot;:[0,19]}],&quot;text&quot;:&quot;Minimal CTL Response&quot;}],&quot;_lastCaretLocation&quot;:{&quot;lineIndex&quot;:0,&quot;runIndex&quot;:-1,&quot;charIndex&quot;:-1,&quot;endOfLine&quot;:true}},&quot;format&quot;:&quot;BETTER_TEXT&quot;,&quot;size&quot;:{&quot;x&quot;:256.93423621407914,&quot;y&quot;:22},&quot;targetSize&quot;:{&quot;x&quot;:256.93423621407914,&quot;y&quot;:2.32}},&quot;parent&quot;:{&quot;type&quot;:&quot;CHILD&quot;,&quot;parentId&quot;:&quot;aa43354f-90db-4006-99fd-326e81c9b218&quot;,&quot;order&quot;:&quot;5&quot;}},&quot;10c1f529-9add-4dee-adb8-7af0ecdaa1fe&quot;:{&quot;id&quot;:&quot;10c1f529-9add-4dee-adb8-7af0ecdaa1fe&quot;,&quot;type&quot;:&quot;FIGURE_OBJECT&quot;,&quot;relativeTransform&quot;:{&quot;translate&quot;:{&quot;x&quot;:437.465658441252,&quot;y&quot;:-125.2185362708108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7]}],&quot;text&quot;:&quot;gp100 WT (g209-1G)&quot;}],&quot;_lastCaretLocation&quot;:{&quot;lineIndex&quot;:0,&quot;runIndex&quot;:-1,&quot;charIndex&quot;:-1,&quot;endOfLine&quot;:true}},&quot;format&quot;:&quot;BETTER_TEXT&quot;,&quot;size&quot;:{&quot;x&quot;:264.204410299249,&quot;y&quot;:30.974987367431737},&quot;targetSize&quot;:{&quot;x&quot;:264.204410299249,&quot;y&quot;:30.974987367431737}},&quot;parent&quot;:{&quot;type&quot;:&quot;CHILD&quot;,&quot;parentId&quot;:&quot;9864d9b9-ba5f-4413-be25-d0e2cf3cd41d&quot;,&quot;order&quot;:&quot;99975&quot;}},&quot;bf8a95b2-2f17-468d-acb3-281a120193c6&quot;:{&quot;type&quot;:&quot;FIGURE_OBJECT&quot;,&quot;id&quot;:&quot;bf8a95b2-2f17-468d-acb3-281a120193c6&quot;,&quot;path&quot;:{&quot;type&quot;:&quot;RECT&quot;,&quot;size&quot;:{&quot;x&quot;:339.8344052707929,&quot;y&quot;:379.7776394521131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eaeaea&quot;,&quot;lineWidth&quot;:2,&quot;lineJoin&quot;:&quot;round&quot;}],&quot;parent&quot;:{&quot;type&quot;:&quot;CHILD&quot;,&quot;parentId&quot;:&quot;9864d9b9-ba5f-4413-be25-d0e2cf3cd41d&quot;,&quot;order&quot;:&quot;99972&quot;},&quot;relativeTransform&quot;:{&quot;translate&quot;:{&quot;x&quot;:437.466360331831,&quot;y&quot;:-16.918953830128924},&quot;rotate&quot;:0,&quot;skewX&quot;:0,&quot;scale&quot;:{&quot;x&quot;:1,&quot;y&quot;:1}}},&quot;88962a9e-f48a-45b1-8d94-48b97c03b8df&quot;:{&quot;id&quot;:&quot;88962a9e-f48a-45b1-8d94-48b97c03b8df&quot;,&quot;name&quot;:&quot;Textbook (symbol)&quot;,&quot;displayName&quot;:&quot;&quot;,&quot;type&quot;:&quot;FIGURE_OBJECT&quot;,&quot;relativeTransform&quot;:{&quot;translate&quot;:{&quot;x&quot;:-143.43896985985975,&quot;y&quot;:141.57855363615496},&quot;rotate&quot;:0,&quot;skewX&quot;:0,&quot;scale&quot;:{&quot;x&quot;:0.1961737185955314,&quot;y&quot;:0.1961737185955314}},&quot;image&quot;:{&quot;url&quot;:&quot;https://icons.cdn.biorender.com/biorender/63b8421ce550c50021c95205/20230106154729/image/63b8421ce550c50021c95205.png&quot;,&quot;isPremium&quot;:false,&quot;isOrgIcon&quot;:false,&quot;size&quot;:{&quot;x&quot;:150,&quot;y&quot;:150}},&quot;source&quot;:{&quot;id&quot;:&quot;63b8421ce550c50021c95205&quot;,&quot;version&quot;:&quot;20230106154729&quot;,&quot;type&quot;:&quot;ASSETS&quot;},&quot;isPremium&quot;:false,&quot;parent&quot;:{&quot;type&quot;:&quot;CHILD&quot;,&quot;parentId&quot;:&quot;9864d9b9-ba5f-4413-be25-d0e2cf3cd41d&quot;,&quot;order&quot;:&quot;9997&quot;}},&quot;489cd501-ba5f-4acc-b906-d4754dfb569f&quot;:{&quot;type&quot;:&quot;FIGURE_OBJECT&quot;,&quot;id&quot;:&quot;489cd501-ba5f-4acc-b906-d4754dfb569f&quot;,&quot;path&quot;:{&quot;type&quot;:&quot;RECT&quot;,&quot;size&quot;:{&quot;x&quot;:317.3167712500575,&quot;y&quot;:34.351250907382095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rgba(185,219,244,1)&quot;,&quot;lineWidth&quot;:2,&quot;lineJoin&quot;:&quot;round&quot;}],&quot;parent&quot;:{&quot;type&quot;:&quot;CHILD&quot;,&quot;parentId&quot;:&quot;9864d9b9-ba5f-4413-be25-d0e2cf3cd41d&quot;,&quot;order&quot;:&quot;9995&quot;},&quot;relativeTransform&quot;:{&quot;translate&quot;:{&quot;x&quot;:-1.8419391286823839,&quot;y&quot;:140.5079735630241},&quot;rotate&quot;:0,&quot;skewX&quot;:0,&quot;scale&quot;:{&quot;x&quot;:1,&quot;y&quot;:1}},&quot;layout&quot;:{&quot;sizeRatio&quot;:{&quot;x&quot;:0.88,&quot;y&quot;:0.88},&quot;keepAspectRatio&quot;:false}},&quot;5b52bfb5-d086-434e-a917-230ced4caf69&quot;:{&quot;id&quot;:&quot;5b52bfb5-d086-434e-a917-230ced4caf69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49,126,194,1)&quot;,&quot;fontWeight&quot;:&quot;normal&quot;,&quot;fontStyle&quot;:&quot;normal&quot;,&quot;decoration&quot;:&quot;none&quot;},&quot;range&quot;:[0,36]}],&quot;text&quot;:&quot;    Cole et al., PNAS/PubMed 25471691&quot;}],&quot;_lastCaretLocation&quot;:{&quot;lineIndex&quot;:0,&quot;runIndex&quot;:0,&quot;charIndex&quot;:4}},&quot;format&quot;:&quot;BETTER_TEXT&quot;,&quot;size&quot;:{&quot;x&quot;:279.23875870005054,&quot;y&quot;:19},&quot;targetSize&quot;:{&quot;x&quot;:279.23875870005054,&quot;y&quot;:2}},&quot;parent&quot;:{&quot;type&quot;:&quot;CHILD&quot;,&quot;parentId&quot;:&quot;489cd501-ba5f-4acc-b906-d4754dfb569f&quot;,&quot;order&quot;:&quot;5&quot;}},&quot;75ece6a1-2194-4225-8e12-062dab882a09&quot;:{&quot;id&quot;:&quot;75ece6a1-2194-4225-8e12-062dab882a09&quot;,&quot;type&quot;:&quot;FIGURE_OBJECT&quot;,&quot;relativeTransform&quot;:{&quot;translate&quot;:{&quot;x&quot;:0.0002276229955953113,&quot;y&quot;:16.206789193875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0,16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sub&quot;},&quot;range&quot;:[17,22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23,140]}],&quot;text&quot;:&quot;Unmodified MART-126-35 failed to consistently elicit CTL expansion in clinical trials. Native Alanine at P2 destabilizes MHC-I anchor binding&quot;}],&quot;_lastCaretLocation&quot;:{&quot;lineIndex&quot;:0,&quot;runIndex&quot;:-1,&quot;charIndex&quot;:-1,&quot;endOfLine&quot;:true}},&quot;format&quot;:&quot;BETTER_TEXT&quot;,&quot;size&quot;:{&quot;x&quot;:319.5964608295223,&quot;y&quot;:102.55677798728266},&quot;targetSize&quot;:{&quot;x&quot;:319.5964608295223,&quot;y&quot;:102.55677798728266}},&quot;parent&quot;:{&quot;type&quot;:&quot;CHILD&quot;,&quot;parentId&quot;:&quot;9864d9b9-ba5f-4413-be25-d0e2cf3cd41d&quot;,&quot;order&quot;:&quot;9992&quot;}},&quot;e06ae7cc-b833-4b8e-878c-1825138b59a9&quot;:{&quot;id&quot;:&quot;e06ae7cc-b833-4b8e-878c-1825138b59a9&quot;,&quot;type&quot;:&quot;FIGURE_OBJECT&quot;,&quot;relativeTransform&quot;:{&quot;translate&quot;:{&quot;x&quot;:-8.289620638560507,&quot;y&quot;:-75.0730183415747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0,26]}],&quot;text&quot;:&quot;Target: Metastatic Melanoma&quot;}],&quot;_lastCaretLocation&quot;:{&quot;lineIndex&quot;:0,&quot;runIndex&quot;:-1,&quot;charIndex&quot;:-1,&quot;endOfLine&quot;:true}},&quot;format&quot;:&quot;BETTER_TEXT&quot;,&quot;size&quot;:{&quot;x&quot;:236.46137240154428,&quot;y&quot;:48},&quot;targetSize&quot;:{&quot;x&quot;:236.46137240154428,&quot;y&quot;:48}},&quot;parent&quot;:{&quot;type&quot;:&quot;CHILD&quot;,&quot;parentId&quot;:&quot;9864d9b9-ba5f-4413-be25-d0e2cf3cd41d&quot;,&quot;order&quot;:&quot;999&quot;}},&quot;bfdf3839-03c4-4f14-b3a0-99b70427b3ac&quot;:{&quot;type&quot;:&quot;FIGURE_OBJECT&quot;,&quot;id&quot;:&quot;bfdf3839-03c4-4f14-b3a0-99b70427b3ac&quot;,&quot;parent&quot;:{&quot;type&quot;:&quot;CHILD&quot;,&quot;parentId&quot;:&quot;9864d9b9-ba5f-4413-be25-d0e2cf3cd41d&quot;,&quot;order&quot;:&quot;9987&quot;},&quot;relativeTransform&quot;:{&quot;translate&quot;:{&quot;x&quot;:106.46184150528114,&quot;y&quot;:46.44476514818403},&quot;rotate&quot;:0,&quot;skewX&quot;:0,&quot;scale&quot;:{&quot;x&quot;:1,&quot;y&quot;:1}}},&quot;e1d0e0d4-5228-4c16-88c4-1f2ecce4ebcb&quot;:{&quot;id&quot;:&quot;e1d0e0d4-5228-4c16-88c4-1f2ecce4ebcb&quot;,&quot;name&quot;:&quot;X mark (thin)&quot;,&quot;displayName&quot;:&quot;&quot;,&quot;type&quot;:&quot;FIGURE_OBJECT&quot;,&quot;relativeTransform&quot;:{&quot;translate&quot;:{&quot;x&quot;:-223.52928279275625,&quot;y&quot;:-224.12680411072523},&quot;rotate&quot;:0,&quot;skewX&quot;:0,&quot;scale&quot;:{&quot;x&quot;:0.21849924204590254,&quot;y&quot;:0.21849924204590254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bfdf3839-03c4-4f14-b3a0-99b70427b3ac&quot;,&quot;order&quot;:&quot;5&quot;}},&quot;7d1ef48b-a13e-41bc-abda-549b9e33577d&quot;:{&quot;type&quot;:&quot;FIGURE_OBJECT&quot;,&quot;id&quot;:&quot;7d1ef48b-a13e-41bc-abda-549b9e33577d&quot;,&quot;path&quot;:{&quot;type&quot;:&quot;RECT&quot;,&quot;size&quot;:{&quot;x&quot;:291.9707229705445,&quot;y&quot;:30.470482487781993},&quot;cornerRounding&quot;:{&quot;type&quot;:&quot;ARC_LENGTH&quot;,&quot;global&quot;:15.707963267948966}},&quot;pathStyles&quot;:[{&quot;type&quot;:&quot;FILL&quot;,&quot;fillStyle&quot;:&quot;rgb(253, 238, 237)&quot;},{&quot;type&quot;:&quot;STROKE&quot;,&quot;strokeStyle&quot;:&quot;rgba(243,205,204,1)&quot;,&quot;lineWidth&quot;:2,&quot;lineJoin&quot;:&quot;round&quot;}],&quot;parent&quot;:{&quot;type&quot;:&quot;CHILD&quot;,&quot;parentId&quot;:&quot;bfdf3839-03c4-4f14-b3a0-99b70427b3ac&quot;,&quot;order&quot;:&quot;2&quot;},&quot;relativeTransform&quot;:{&quot;translate&quot;:{&quot;x&quot;:-106.46266356274404,&quot;y&quot;:-224.70019408133925},&quot;rotate&quot;:0},&quot;layout&quot;:{&quot;sizeRatio&quot;:{&quot;x&quot;:0.88,&quot;y&quot;:0.88},&quot;keepAspectRatio&quot;:false}},&quot;8f150983-b148-4cde-b77b-bc1ebaf15802&quot;:{&quot;id&quot;:&quot;8f150983-b148-4cde-b77b-bc1ebaf15802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#DA291C&quot;,&quot;fontWeight&quot;:&quot;normal&quot;,&quot;fontStyle&quot;:&quot;normal&quot;,&quot;decoration&quot;:&quot;none&quot;},&quot;range&quot;:[0,18]}],&quot;text&quot;:&quot;Weak HLA-A2 Binding&quot;}],&quot;_lastCaretLocation&quot;:{&quot;lineIndex&quot;:0,&quot;runIndex&quot;:-1,&quot;charIndex&quot;:-1,&quot;endOfLine&quot;:true}},&quot;format&quot;:&quot;BETTER_TEXT&quot;,&quot;size&quot;:{&quot;x&quot;:256.93423621407914,&quot;y&quot;:22},&quot;targetSize&quot;:{&quot;x&quot;:256.93423621407914,&quot;y&quot;:2.32}},&quot;parent&quot;:{&quot;type&quot;:&quot;CHILD&quot;,&quot;parentId&quot;:&quot;7d1ef48b-a13e-41bc-abda-549b9e33577d&quot;,&quot;order&quot;:&quot;5&quot;}},&quot;51e7d60f-90ef-45e0-8c48-8b7abc77969b&quot;:{&quot;id&quot;:&quot;51e7d60f-90ef-45e0-8c48-8b7abc77969b&quot;,&quot;type&quot;:&quot;FIGURE_OBJECT&quot;,&quot;relativeTransform&quot;:{&quot;translate&quot;:{&quot;x&quot;:-0.8474241094690802,&quot;y&quot;:-129.0741221576924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21]}],&quot;text&quot;:&quot;MART-1 WT (EAAGIGILTV)&quot;}],&quot;_lastCaretLocation&quot;:{&quot;lineIndex&quot;:0,&quot;runIndex&quot;:-1,&quot;charIndex&quot;:-1,&quot;endOfLine&quot;:true}},&quot;format&quot;:&quot;BETTER_TEXT&quot;,&quot;size&quot;:{&quot;x&quot;:279.08834350687937,&quot;y&quot;:28},&quot;targetSize&quot;:{&quot;x&quot;:279.08834350687937,&quot;y&quot;:28}},&quot;parent&quot;:{&quot;type&quot;:&quot;CHILD&quot;,&quot;parentId&quot;:&quot;9864d9b9-ba5f-4413-be25-d0e2cf3cd41d&quot;,&quot;order&quot;:&quot;9985&quot;}},&quot;69028b9f-d1dc-43c6-ace9-57a1c56e776a&quot;:{&quot;type&quot;:&quot;FIGURE_OBJECT&quot;,&quot;id&quot;:&quot;69028b9f-d1dc-43c6-ace9-57a1c56e776a&quot;,&quot;path&quot;:{&quot;type&quot;:&quot;RECT&quot;,&quot;size&quot;:{&quot;x&quot;:339.8344052707929,&quot;y&quot;:379.7776394521131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eaeaea&quot;,&quot;lineWidth&quot;:2,&quot;lineJoin&quot;:&quot;round&quot;}],&quot;parent&quot;:{&quot;type&quot;:&quot;CHILD&quot;,&quot;parentId&quot;:&quot;9864d9b9-ba5f-4413-be25-d0e2cf3cd41d&quot;,&quot;order&quot;:&quot;9982&quot;},&quot;relativeTransform&quot;:{&quot;translate&quot;:{&quot;x&quot;:-0.00004391035361095419,&quot;y&quot;:-16.918861772622694},&quot;rotate&quot;:0,&quot;skewX&quot;:0,&quot;scale&quot;:{&quot;x&quot;:1,&quot;y&quot;:1}}},&quot;ed98d3c4-3aee-49da-9313-ee8fe045f0d4&quot;:{&quot;id&quot;:&quot;ed98d3c4-3aee-49da-9313-ee8fe045f0d4&quot;,&quot;name&quot;:&quot;Textbook (symbol)&quot;,&quot;displayName&quot;:&quot;&quot;,&quot;type&quot;:&quot;FIGURE_OBJECT&quot;,&quot;relativeTransform&quot;:{&quot;translate&quot;:{&quot;x&quot;:-567.8044661595508,&quot;y&quot;:141.5781186137605},&quot;rotate&quot;:0,&quot;skewX&quot;:0,&quot;scale&quot;:{&quot;x&quot;:0.1961737185955314,&quot;y&quot;:0.1961737185955314}},&quot;image&quot;:{&quot;url&quot;:&quot;https://icons.cdn.biorender.com/biorender/63b8421ce550c50021c95205/20230106154729/image/63b8421ce550c50021c95205.png&quot;,&quot;isPremium&quot;:false,&quot;isOrgIcon&quot;:false,&quot;size&quot;:{&quot;x&quot;:150,&quot;y&quot;:150}},&quot;source&quot;:{&quot;id&quot;:&quot;63b8421ce550c50021c95205&quot;,&quot;version&quot;:&quot;20230106154729&quot;,&quot;type&quot;:&quot;ASSETS&quot;},&quot;isPremium&quot;:false,&quot;parent&quot;:{&quot;type&quot;:&quot;CHILD&quot;,&quot;parentId&quot;:&quot;9864d9b9-ba5f-4413-be25-d0e2cf3cd41d&quot;,&quot;order&quot;:&quot;998&quot;}},&quot;177af037-b64e-4a1a-98e9-e7f24ae1ca5c&quot;:{&quot;type&quot;:&quot;FIGURE_OBJECT&quot;,&quot;id&quot;:&quot;177af037-b64e-4a1a-98e9-e7f24ae1ca5c&quot;,&quot;path&quot;:{&quot;type&quot;:&quot;RECT&quot;,&quot;size&quot;:{&quot;x&quot;:317.3167712500575,&quot;y&quot;:34.351250907382095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rgba(185,219,244,1)&quot;,&quot;lineWidth&quot;:2,&quot;lineJoin&quot;:&quot;round&quot;}],&quot;parent&quot;:{&quot;type&quot;:&quot;CHILD&quot;,&quot;parentId&quot;:&quot;9864d9b9-ba5f-4413-be25-d0e2cf3cd41d&quot;,&quot;order&quot;:&quot;997&quot;},&quot;relativeTransform&quot;:{&quot;translate&quot;:{&quot;x&quot;:-426.2074354283734,&quot;y&quot;:140.50753854062964},&quot;rotate&quot;:0,&quot;skewX&quot;:0,&quot;scale&quot;:{&quot;x&quot;:1,&quot;y&quot;:1}},&quot;layout&quot;:{&quot;sizeRatio&quot;:{&quot;x&quot;:0.88,&quot;y&quot;:0.88},&quot;keepAspectRatio&quot;:false}},&quot;9702fd89-a9eb-4ff7-9a3f-38da8b806e0f&quot;:{&quot;id&quot;:&quot;9702fd89-a9eb-4ff7-9a3f-38da8b806e0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49,126,194,1)&quot;,&quot;fontWeight&quot;:&quot;normal&quot;,&quot;fontStyle&quot;:&quot;normal&quot;,&quot;decoration&quot;:&quot;none&quot;},&quot;range&quot;:[0,34]}],&quot;text&quot;:&quot;NCI Drug Dict / Fenstermaker et al.&quot;}],&quot;_lastCaretLocation&quot;:{&quot;lineIndex&quot;:0,&quot;runIndex&quot;:-1,&quot;charIndex&quot;:-1,&quot;endOfLine&quot;:true}},&quot;format&quot;:&quot;BETTER_TEXT&quot;,&quot;size&quot;:{&quot;x&quot;:279.23875870005054,&quot;y&quot;:19},&quot;targetSize&quot;:{&quot;x&quot;:279.23875870005054,&quot;y&quot;:2}},&quot;parent&quot;:{&quot;type&quot;:&quot;CHILD&quot;,&quot;parentId&quot;:&quot;177af037-b64e-4a1a-98e9-e7f24ae1ca5c&quot;,&quot;order&quot;:&quot;5&quot;}},&quot;f2bd56f6-5edd-45af-84cc-d8f75e3146a3&quot;:{&quot;id&quot;:&quot;f2bd56f6-5edd-45af-84cc-d8f75e3146a3&quot;,&quot;type&quot;:&quot;FIGURE_OBJECT&quot;,&quot;relativeTransform&quot;:{&quot;translate&quot;:{&quot;x&quot;:-426.05922264794253,&quot;y&quot;:37.3428731203332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0,8]},{&quot;style&quot;:{&quot;fontFamily&quot;:&quot;Roboto&quot;,&quot;fontSize&quot;:20,&quot;color&quot;:&quot;rgba(112,112,113,1)&quot;,&quot;fontWeight&quot;:&quot;bold&quot;,&quot;fontStyle&quot;:&quot;normal&quot;,&quot;decoration&quot;:&quot;none&quot;,&quot;script&quot;:&quot;none&quot;},&quot;range&quot;:[9,16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17,76]},{&quot;style&quot;:{&quot;fontFamily&quot;:&quot;Roboto&quot;,&quot;fontSize&quot;:20,&quot;color&quot;:&quot;rgba(112,112,113,1)&quot;,&quot;fontWeight&quot;:&quot;bold&quot;,&quot;fontStyle&quot;:&quot;normal&quot;,&quot;decoration&quot;:&quot;none&quot;,&quot;script&quot;:&quot;none&quot;},&quot;range&quot;:[77,85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86,95]},{&quot;style&quot;:{&quot;fontFamily&quot;:&quot;Roboto&quot;,&quot;fontSize&quot;:20,&quot;color&quot;:&quot;rgba(112,112,113,1)&quot;,&quot;fontWeight&quot;:&quot;bold&quot;,&quot;fontStyle&quot;:&quot;normal&quot;,&quot;decoration&quot;:&quot;none&quot;,&quot;script&quot;:&quot;none&quot;},&quot;range&quot;:[96,105]},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106,125]}],&quot;text&quot;:&quot;Wildtype Survivin is universally overexpressed in cancer, yet the 9-mer core QCFFCFKEL exhibits negligible HLA-A*02:01 binding&quot;}],&quot;_lastCaretLocation&quot;:{&quot;lineIndex&quot;:0,&quot;runIndex&quot;:-1,&quot;charIndex&quot;:-1,&quot;endOfLine&quot;:true}},&quot;format&quot;:&quot;BETTER_TEXT&quot;,&quot;size&quot;:{&quot;x&quot;:293.9717911618423,&quot;y&quot;:144},&quot;targetSize&quot;:{&quot;x&quot;:293.9717911618423,&quot;y&quot;:144}},&quot;parent&quot;:{&quot;type&quot;:&quot;CHILD&quot;,&quot;parentId&quot;:&quot;9864d9b9-ba5f-4413-be25-d0e2cf3cd41d&quot;,&quot;order&quot;:&quot;995&quot;}},&quot;b8d9780a-aa3a-44e0-a152-9836f18a23c7&quot;:{&quot;id&quot;:&quot;b8d9780a-aa3a-44e0-a152-9836f18a23c7&quot;,&quot;type&quot;:&quot;FIGURE_OBJECT&quot;,&quot;relativeTransform&quot;:{&quot;translate&quot;:{&quot;x&quot;:-432.6551169382515,&quot;y&quot;:-75.0734533639692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0,&quot;color&quot;:&quot;rgba(112,112,113,1)&quot;,&quot;fontWeight&quot;:&quot;normal&quot;,&quot;fontStyle&quot;:&quot;normal&quot;,&quot;decoration&quot;:&quot;none&quot;,&quot;script&quot;:&quot;none&quot;},&quot;range&quot;:[0,34]}],&quot;text&quot;:&quot;Target: Glioblastoma &amp; Solid Tumors&quot;}],&quot;_lastCaretLocation&quot;:{&quot;lineIndex&quot;:0,&quot;runIndex&quot;:-1,&quot;charIndex&quot;:-1,&quot;endOfLine&quot;:true}},&quot;format&quot;:&quot;BETTER_TEXT&quot;,&quot;size&quot;:{&quot;x&quot;:236.46137240154428,&quot;y&quot;:48},&quot;targetSize&quot;:{&quot;x&quot;:236.46137240154428,&quot;y&quot;:48}},&quot;parent&quot;:{&quot;type&quot;:&quot;CHILD&quot;,&quot;parentId&quot;:&quot;9864d9b9-ba5f-4413-be25-d0e2cf3cd41d&quot;,&quot;order&quot;:&quot;99&quot;}},&quot;97df140f-1e75-4dee-9def-ab920949debb&quot;:{&quot;type&quot;:&quot;FIGURE_OBJECT&quot;,&quot;id&quot;:&quot;97df140f-1e75-4dee-9def-ab920949debb&quot;,&quot;parent&quot;:{&quot;type&quot;:&quot;CHILD&quot;,&quot;parentId&quot;:&quot;9864d9b9-ba5f-4413-be25-d0e2cf3cd41d&quot;,&quot;order&quot;:&quot;98&quot;},&quot;relativeTransform&quot;:{&quot;translate&quot;:{&quot;x&quot;:-317.9036547944099,&quot;y&quot;:46.44433012578956},&quot;rotate&quot;:0,&quot;skewX&quot;:0,&quot;scale&quot;:{&quot;x&quot;:1,&quot;y&quot;:1}}},&quot;0546af13-f404-4af7-99f9-81fb4fea1898&quot;:{&quot;id&quot;:&quot;0546af13-f404-4af7-99f9-81fb4fea1898&quot;,&quot;name&quot;:&quot;X mark (thin)&quot;,&quot;displayName&quot;:&quot;&quot;,&quot;type&quot;:&quot;FIGURE_OBJECT&quot;,&quot;relativeTransform&quot;:{&quot;translate&quot;:{&quot;x&quot;:-223.52928279275625,&quot;y&quot;:-224.12680411072523},&quot;rotate&quot;:0,&quot;skewX&quot;:0,&quot;scale&quot;:{&quot;x&quot;:0.21849924204590254,&quot;y&quot;:0.21849924204590254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97df140f-1e75-4dee-9def-ab920949debb&quot;,&quot;order&quot;:&quot;5&quot;}},&quot;05728a70-573f-4d96-b0f3-41895584b550&quot;:{&quot;type&quot;:&quot;FIGURE_OBJECT&quot;,&quot;id&quot;:&quot;05728a70-573f-4d96-b0f3-41895584b550&quot;,&quot;path&quot;:{&quot;type&quot;:&quot;RECT&quot;,&quot;size&quot;:{&quot;x&quot;:291.9707229705445,&quot;y&quot;:30.470482487781993},&quot;cornerRounding&quot;:{&quot;type&quot;:&quot;ARC_LENGTH&quot;,&quot;global&quot;:15.707963267948966}},&quot;pathStyles&quot;:[{&quot;type&quot;:&quot;FILL&quot;,&quot;fillStyle&quot;:&quot;rgb(253, 238, 237)&quot;},{&quot;type&quot;:&quot;STROKE&quot;,&quot;strokeStyle&quot;:&quot;rgba(243,205,204,1)&quot;,&quot;lineWidth&quot;:2,&quot;lineJoin&quot;:&quot;round&quot;}],&quot;parent&quot;:{&quot;type&quot;:&quot;CHILD&quot;,&quot;parentId&quot;:&quot;97df140f-1e75-4dee-9def-ab920949debb&quot;,&quot;order&quot;:&quot;2&quot;},&quot;relativeTransform&quot;:{&quot;translate&quot;:{&quot;x&quot;:-106.46266356274404,&quot;y&quot;:-224.70019408133925},&quot;rotate&quot;:0},&quot;layout&quot;:{&quot;sizeRatio&quot;:{&quot;x&quot;:0.88,&quot;y&quot;:0.88},&quot;keepAspectRatio&quot;:false}},&quot;97d361c5-b556-481d-b94b-64ebb13dd349&quot;:{&quot;id&quot;:&quot;97d361c5-b556-481d-b94b-64ebb13dd349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#DA291C&quot;,&quot;fontWeight&quot;:&quot;normal&quot;,&quot;fontStyle&quot;:&quot;normal&quot;,&quot;decoration&quot;:&quot;none&quot;},&quot;range&quot;:[0,19]}],&quot;text&quot;:&quot;Suboptimal P2 Anchor&quot;}],&quot;_lastCaretLocation&quot;:{&quot;lineIndex&quot;:0,&quot;runIndex&quot;:-1,&quot;charIndex&quot;:-1,&quot;endOfLine&quot;:true}},&quot;format&quot;:&quot;BETTER_TEXT&quot;,&quot;size&quot;:{&quot;x&quot;:256.93423621407914,&quot;y&quot;:22},&quot;targetSize&quot;:{&quot;x&quot;:256.93423621407914,&quot;y&quot;:2.32}},&quot;parent&quot;:{&quot;type&quot;:&quot;CHILD&quot;,&quot;parentId&quot;:&quot;05728a70-573f-4d96-b0f3-41895584b550&quot;,&quot;order&quot;:&quot;5&quot;}},&quot;f6a43a44-ab76-407c-8e61-7adac2ac6c91&quot;:{&quot;id&quot;:&quot;f6a43a44-ab76-407c-8e61-7adac2ac6c91&quot;,&quot;type&quot;:&quot;FIGURE_OBJECT&quot;,&quot;relativeTransform&quot;:{&quot;translate&quot;:{&quot;x&quot;:-424.36624210062365,&quot;y&quot;:-125.2188792356991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21]}],&quot;text&quot;:&quot;WT Survivin (SVN53-67)&quot;}],&quot;_lastCaretLocation&quot;:{&quot;lineIndex&quot;:0,&quot;runIndex&quot;:-1,&quot;charIndex&quot;:-1,&quot;endOfLine&quot;:true}},&quot;format&quot;:&quot;BETTER_TEXT&quot;,&quot;size&quot;:{&quot;x&quot;:264.204410299249,&quot;y&quot;:30.974987367431737},&quot;targetSize&quot;:{&quot;x&quot;:264.204410299249,&quot;y&quot;:30.974987367431737}},&quot;parent&quot;:{&quot;type&quot;:&quot;CHILD&quot;,&quot;parentId&quot;:&quot;9864d9b9-ba5f-4413-be25-d0e2cf3cd41d&quot;,&quot;order&quot;:&quot;95&quot;}},&quot;c75de6fd-6fdb-416a-8094-9587fd0f15b0&quot;:{&quot;type&quot;:&quot;FIGURE_OBJECT&quot;,&quot;id&quot;:&quot;c75de6fd-6fdb-416a-8094-9587fd0f15b0&quot;,&quot;path&quot;:{&quot;type&quot;:&quot;RECT&quot;,&quot;size&quot;:{&quot;x&quot;:339.8344052707929,&quot;y&quot;:379.7776394521131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eaeaea&quot;,&quot;lineWidth&quot;:2,&quot;lineJoin&quot;:&quot;round&quot;}],&quot;parent&quot;:{&quot;type&quot;:&quot;CHILD&quot;,&quot;parentId&quot;:&quot;9864d9b9-ba5f-4413-be25-d0e2cf3cd41d&quot;,&quot;order&quot;:&quot;7&quot;},&quot;relativeTransform&quot;:{&quot;translate&quot;:{&quot;x&quot;:-424.3655402100446,&quot;y&quot;:-16.919296795017164},&quot;rotate&quot;:0}},&quot;b080e267-b7fa-456d-bea7-3b3d365dc4b5&quot;:{&quot;id&quot;:&quot;b080e267-b7fa-456d-bea7-3b3d365dc4b5&quot;,&quot;type&quot;:&quot;FIGURE_OBJECT&quot;,&quot;relativeTransform&quot;:{&quot;translate&quot;:{&quot;x&quot;:-0.00017528826700186073,&quot;y&quot;:-312.7892906052049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,&quot;script&quot;:&quot;none&quot;},&quot;range&quot;:[0,33]}],&quot;text&quot;:&quot;Real World Native Antigen Failures&quot;}],&quot;_lastCaretLocation&quot;:{&quot;lineIndex&quot;:0,&quot;runIndex&quot;:-1,&quot;charIndex&quot;:-1,&quot;endOfLine&quot;:true}},&quot;format&quot;:&quot;BETTER_TEXT&quot;,&quot;size&quot;:{&quot;x&quot;:572.0683452508625,&quot;y&quot;:44},&quot;targetSize&quot;:{&quot;x&quot;:572.0683452508625,&quot;y&quot;:44}},&quot;parent&quot;:{&quot;type&quot;:&quot;CHILD&quot;,&quot;parentId&quot;:&quot;9864d9b9-ba5f-4413-be25-d0e2cf3cd41d&quot;,&quot;order&quot;:&quot;5&quot;}},&quot;f295cdca-8352-41c1-ba66-c59700c41705&quot;:{&quot;id&quot;:&quot;f295cdca-8352-41c1-ba66-c59700c4170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9864d9b9-ba5f-4413-be25-d0e2cf3cd41d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c75de6fd-6fdb-416a-8094-9587fd0f15b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75de6fd-6fdb-416a-8094-9587fd0f15b0&quot;:{&quot;type&quot;:&quot;FIGURE_OBJECT&quot;,&quot;id&quot;:&quot;c75de6fd-6fdb-416a-8094-9587fd0f15b0&quot;,&quot;path&quot;:{&quot;type&quot;:&quot;RECT&quot;,&quot;size&quot;:{&quot;x&quot;:339.8344052707929,&quot;y&quot;:379.7776394521131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eaeaea&quot;,&quot;lineWidth&quot;:2,&quot;lineJoin&quot;:&quot;round&quot;}],&quot;parent&quot;:{&quot;type&quot;:&quot;CHILD&quot;,&quot;parentId&quot;:&quot;9864d9b9-ba5f-4413-be25-d0e2cf3cd41d&quot;,&quot;order&quot;:&quot;7&quot;},&quot;relativeTransform&quot;:{&quot;translate&quot;:{&quot;x&quot;:-424.3655402100446,&quot;y&quot;:-16.919296795017164},&quot;rotate&quot;:0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97df140f-1e75-4dee-9def-ab920949deb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7df140f-1e75-4dee-9def-ab920949debb&quot;:{&quot;type&quot;:&quot;FIGURE_OBJECT&quot;,&quot;id&quot;:&quot;97df140f-1e75-4dee-9def-ab920949debb&quot;,&quot;parent&quot;:{&quot;type&quot;:&quot;CHILD&quot;,&quot;parentId&quot;:&quot;9864d9b9-ba5f-4413-be25-d0e2cf3cd41d&quot;,&quot;order&quot;:&quot;98&quot;},&quot;relativeTransform&quot;:{&quot;translate&quot;:{&quot;x&quot;:-317.9036547944099,&quot;y&quot;:46.44433012578956},&quot;rotate&quot;:0,&quot;skewX&quot;:0,&quot;scale&quot;:{&quot;x&quot;:1,&quot;y&quot;:1}}},&quot;05728a70-573f-4d96-b0f3-41895584b550&quot;:{&quot;type&quot;:&quot;FIGURE_OBJECT&quot;,&quot;id&quot;:&quot;05728a70-573f-4d96-b0f3-41895584b550&quot;,&quot;path&quot;:{&quot;type&quot;:&quot;RECT&quot;,&quot;size&quot;:{&quot;x&quot;:291.9707229705445,&quot;y&quot;:30.470482487781993},&quot;cornerRounding&quot;:{&quot;type&quot;:&quot;ARC_LENGTH&quot;,&quot;global&quot;:15.707963267948966}},&quot;pathStyles&quot;:[{&quot;type&quot;:&quot;FILL&quot;,&quot;fillStyle&quot;:&quot;rgb(253, 238, 237)&quot;},{&quot;type&quot;:&quot;STROKE&quot;,&quot;strokeStyle&quot;:&quot;rgba(243,205,204,1)&quot;,&quot;lineWidth&quot;:2,&quot;lineJoin&quot;:&quot;round&quot;}],&quot;parent&quot;:{&quot;type&quot;:&quot;CHILD&quot;,&quot;parentId&quot;:&quot;97df140f-1e75-4dee-9def-ab920949debb&quot;,&quot;order&quot;:&quot;2&quot;},&quot;relativeTransform&quot;:{&quot;translate&quot;:{&quot;x&quot;:-106.46266356274404,&quot;y&quot;:-224.70019408133925},&quot;rotate&quot;:0},&quot;layout&quot;:{&quot;sizeRatio&quot;:{&quot;x&quot;:0.88,&quot;y&quot;:0.88},&quot;keepAspectRatio&quot;:false}},&quot;97d361c5-b556-481d-b94b-64ebb13dd349&quot;:{&quot;id&quot;:&quot;97d361c5-b556-481d-b94b-64ebb13dd349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#DA291C&quot;,&quot;fontWeight&quot;:&quot;normal&quot;,&quot;fontStyle&quot;:&quot;normal&quot;,&quot;decoration&quot;:&quot;none&quot;},&quot;range&quot;:[0,19]}],&quot;text&quot;:&quot;Suboptimal P2 Anchor&quot;}],&quot;_lastCaretLocation&quot;:{&quot;lineIndex&quot;:0,&quot;runIndex&quot;:-1,&quot;charIndex&quot;:-1,&quot;endOfLine&quot;:true}},&quot;format&quot;:&quot;BETTER_TEXT&quot;,&quot;size&quot;:{&quot;x&quot;:256.93423621407914,&quot;y&quot;:22},&quot;targetSize&quot;:{&quot;x&quot;:256.93423621407914,&quot;y&quot;:2.32}},&quot;parent&quot;:{&quot;type&quot;:&quot;CHILD&quot;,&quot;parentId&quot;:&quot;05728a70-573f-4d96-b0f3-41895584b550&quot;,&quot;order&quot;:&quot;5&quot;}},&quot;0546af13-f404-4af7-99f9-81fb4fea1898&quot;:{&quot;id&quot;:&quot;0546af13-f404-4af7-99f9-81fb4fea1898&quot;,&quot;name&quot;:&quot;X mark (thin)&quot;,&quot;displayName&quot;:&quot;&quot;,&quot;type&quot;:&quot;FIGURE_OBJECT&quot;,&quot;relativeTransform&quot;:{&quot;translate&quot;:{&quot;x&quot;:-223.52928279275625,&quot;y&quot;:-224.12680411072523},&quot;rotate&quot;:0,&quot;skewX&quot;:0,&quot;scale&quot;:{&quot;x&quot;:0.21849924204590254,&quot;y&quot;:0.21849924204590254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97df140f-1e75-4dee-9def-ab920949debb&quot;,&quot;order&quot;:&quot;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177af037-b64e-4a1a-98e9-e7f24ae1ca5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77af037-b64e-4a1a-98e9-e7f24ae1ca5c&quot;:{&quot;type&quot;:&quot;FIGURE_OBJECT&quot;,&quot;id&quot;:&quot;177af037-b64e-4a1a-98e9-e7f24ae1ca5c&quot;,&quot;path&quot;:{&quot;type&quot;:&quot;RECT&quot;,&quot;size&quot;:{&quot;x&quot;:317.3167712500575,&quot;y&quot;:34.351250907382095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rgba(185,219,244,1)&quot;,&quot;lineWidth&quot;:2,&quot;lineJoin&quot;:&quot;round&quot;}],&quot;parent&quot;:{&quot;type&quot;:&quot;CHILD&quot;,&quot;parentId&quot;:&quot;9864d9b9-ba5f-4413-be25-d0e2cf3cd41d&quot;,&quot;order&quot;:&quot;997&quot;},&quot;relativeTransform&quot;:{&quot;translate&quot;:{&quot;x&quot;:-426.2074354283734,&quot;y&quot;:140.50753854062964},&quot;rotate&quot;:0,&quot;skewX&quot;:0,&quot;scale&quot;:{&quot;x&quot;:1,&quot;y&quot;:1}},&quot;layout&quot;:{&quot;sizeRatio&quot;:{&quot;x&quot;:0.88,&quot;y&quot;:0.88},&quot;keepAspectRatio&quot;:false}},&quot;9702fd89-a9eb-4ff7-9a3f-38da8b806e0f&quot;:{&quot;id&quot;:&quot;9702fd89-a9eb-4ff7-9a3f-38da8b806e0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49,126,194,1)&quot;,&quot;fontWeight&quot;:&quot;normal&quot;,&quot;fontStyle&quot;:&quot;normal&quot;,&quot;decoration&quot;:&quot;none&quot;},&quot;range&quot;:[0,34]}],&quot;text&quot;:&quot;NCI Drug Dict / Fenstermaker et al.&quot;}],&quot;_lastCaretLocation&quot;:{&quot;lineIndex&quot;:0,&quot;runIndex&quot;:-1,&quot;charIndex&quot;:-1,&quot;endOfLine&quot;:true}},&quot;format&quot;:&quot;BETTER_TEXT&quot;,&quot;size&quot;:{&quot;x&quot;:279.23875870005054,&quot;y&quot;:19},&quot;targetSize&quot;:{&quot;x&quot;:279.23875870005054,&quot;y&quot;:2}},&quot;parent&quot;:{&quot;type&quot;:&quot;CHILD&quot;,&quot;parentId&quot;:&quot;177af037-b64e-4a1a-98e9-e7f24ae1ca5c&quot;,&quot;order&quot;:&quot;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ed98d3c4-3aee-49da-9313-ee8fe045f0d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d98d3c4-3aee-49da-9313-ee8fe045f0d4&quot;:{&quot;id&quot;:&quot;ed98d3c4-3aee-49da-9313-ee8fe045f0d4&quot;,&quot;name&quot;:&quot;Textbook (symbol)&quot;,&quot;displayName&quot;:&quot;&quot;,&quot;type&quot;:&quot;FIGURE_OBJECT&quot;,&quot;relativeTransform&quot;:{&quot;translate&quot;:{&quot;x&quot;:-567.8044661595508,&quot;y&quot;:141.5781186137605},&quot;rotate&quot;:0,&quot;skewX&quot;:0,&quot;scale&quot;:{&quot;x&quot;:0.1961737185955314,&quot;y&quot;:0.1961737185955314}},&quot;image&quot;:{&quot;url&quot;:&quot;https://icons.cdn.biorender.com/biorender/63b8421ce550c50021c95205/20230106154729/image/63b8421ce550c50021c95205.png&quot;,&quot;isPremium&quot;:false,&quot;isOrgIcon&quot;:false,&quot;size&quot;:{&quot;x&quot;:150,&quot;y&quot;:150}},&quot;source&quot;:{&quot;id&quot;:&quot;63b8421ce550c50021c95205&quot;,&quot;version&quot;:&quot;20230106154729&quot;,&quot;type&quot;:&quot;ASSETS&quot;},&quot;isPremium&quot;:false,&quot;parent&quot;:{&quot;type&quot;:&quot;CHILD&quot;,&quot;parentId&quot;:&quot;9864d9b9-ba5f-4413-be25-d0e2cf3cd41d&quot;,&quot;order&quot;:&quot;998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69028b9f-d1dc-43c6-ace9-57a1c56e776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9028b9f-d1dc-43c6-ace9-57a1c56e776a&quot;:{&quot;type&quot;:&quot;FIGURE_OBJECT&quot;,&quot;id&quot;:&quot;69028b9f-d1dc-43c6-ace9-57a1c56e776a&quot;,&quot;path&quot;:{&quot;type&quot;:&quot;RECT&quot;,&quot;size&quot;:{&quot;x&quot;:339.8344052707929,&quot;y&quot;:379.7776394521131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eaeaea&quot;,&quot;lineWidth&quot;:2,&quot;lineJoin&quot;:&quot;round&quot;}],&quot;parent&quot;:{&quot;type&quot;:&quot;CHILD&quot;,&quot;parentId&quot;:&quot;9864d9b9-ba5f-4413-be25-d0e2cf3cd41d&quot;,&quot;order&quot;:&quot;9982&quot;},&quot;relativeTransform&quot;:{&quot;translate&quot;:{&quot;x&quot;:-0.00004391035361095419,&quot;y&quot;:-16.918861772622694},&quot;rotate&quot;:0,&quot;skewX&quot;:0,&quot;scale&quot;:{&quot;x&quot;:1,&quot;y&quot;:1}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bfdf3839-03c4-4f14-b3a0-99b70427b3a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fdf3839-03c4-4f14-b3a0-99b70427b3ac&quot;:{&quot;type&quot;:&quot;FIGURE_OBJECT&quot;,&quot;id&quot;:&quot;bfdf3839-03c4-4f14-b3a0-99b70427b3ac&quot;,&quot;parent&quot;:{&quot;type&quot;:&quot;CHILD&quot;,&quot;parentId&quot;:&quot;9864d9b9-ba5f-4413-be25-d0e2cf3cd41d&quot;,&quot;order&quot;:&quot;9987&quot;},&quot;relativeTransform&quot;:{&quot;translate&quot;:{&quot;x&quot;:106.46184150528114,&quot;y&quot;:46.44476514818403},&quot;rotate&quot;:0,&quot;skewX&quot;:0,&quot;scale&quot;:{&quot;x&quot;:1,&quot;y&quot;:1}}},&quot;7d1ef48b-a13e-41bc-abda-549b9e33577d&quot;:{&quot;type&quot;:&quot;FIGURE_OBJECT&quot;,&quot;id&quot;:&quot;7d1ef48b-a13e-41bc-abda-549b9e33577d&quot;,&quot;path&quot;:{&quot;type&quot;:&quot;RECT&quot;,&quot;size&quot;:{&quot;x&quot;:291.9707229705445,&quot;y&quot;:30.470482487781993},&quot;cornerRounding&quot;:{&quot;type&quot;:&quot;ARC_LENGTH&quot;,&quot;global&quot;:15.707963267948966}},&quot;pathStyles&quot;:[{&quot;type&quot;:&quot;FILL&quot;,&quot;fillStyle&quot;:&quot;rgb(253, 238, 237)&quot;},{&quot;type&quot;:&quot;STROKE&quot;,&quot;strokeStyle&quot;:&quot;rgba(243,205,204,1)&quot;,&quot;lineWidth&quot;:2,&quot;lineJoin&quot;:&quot;round&quot;}],&quot;parent&quot;:{&quot;type&quot;:&quot;CHILD&quot;,&quot;parentId&quot;:&quot;bfdf3839-03c4-4f14-b3a0-99b70427b3ac&quot;,&quot;order&quot;:&quot;2&quot;},&quot;relativeTransform&quot;:{&quot;translate&quot;:{&quot;x&quot;:-106.46266356274404,&quot;y&quot;:-224.70019408133925},&quot;rotate&quot;:0},&quot;layout&quot;:{&quot;sizeRatio&quot;:{&quot;x&quot;:0.88,&quot;y&quot;:0.88},&quot;keepAspectRatio&quot;:false}},&quot;8f150983-b148-4cde-b77b-bc1ebaf15802&quot;:{&quot;id&quot;:&quot;8f150983-b148-4cde-b77b-bc1ebaf15802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#DA291C&quot;,&quot;fontWeight&quot;:&quot;normal&quot;,&quot;fontStyle&quot;:&quot;normal&quot;,&quot;decoration&quot;:&quot;none&quot;},&quot;range&quot;:[0,18]}],&quot;text&quot;:&quot;Weak HLA-A2 Binding&quot;}],&quot;_lastCaretLocation&quot;:{&quot;lineIndex&quot;:0,&quot;runIndex&quot;:-1,&quot;charIndex&quot;:-1,&quot;endOfLine&quot;:true}},&quot;format&quot;:&quot;BETTER_TEXT&quot;,&quot;size&quot;:{&quot;x&quot;:256.93423621407914,&quot;y&quot;:22},&quot;targetSize&quot;:{&quot;x&quot;:256.93423621407914,&quot;y&quot;:2.32}},&quot;parent&quot;:{&quot;type&quot;:&quot;CHILD&quot;,&quot;parentId&quot;:&quot;7d1ef48b-a13e-41bc-abda-549b9e33577d&quot;,&quot;order&quot;:&quot;5&quot;}},&quot;e1d0e0d4-5228-4c16-88c4-1f2ecce4ebcb&quot;:{&quot;id&quot;:&quot;e1d0e0d4-5228-4c16-88c4-1f2ecce4ebcb&quot;,&quot;name&quot;:&quot;X mark (thin)&quot;,&quot;displayName&quot;:&quot;&quot;,&quot;type&quot;:&quot;FIGURE_OBJECT&quot;,&quot;relativeTransform&quot;:{&quot;translate&quot;:{&quot;x&quot;:-223.52928279275625,&quot;y&quot;:-224.12680411072523},&quot;rotate&quot;:0,&quot;skewX&quot;:0,&quot;scale&quot;:{&quot;x&quot;:0.21849924204590254,&quot;y&quot;:0.21849924204590254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bfdf3839-03c4-4f14-b3a0-99b70427b3ac&quot;,&quot;order&quot;:&quot;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489cd501-ba5f-4acc-b906-d4754dfb569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89cd501-ba5f-4acc-b906-d4754dfb569f&quot;:{&quot;type&quot;:&quot;FIGURE_OBJECT&quot;,&quot;id&quot;:&quot;489cd501-ba5f-4acc-b906-d4754dfb569f&quot;,&quot;path&quot;:{&quot;type&quot;:&quot;RECT&quot;,&quot;size&quot;:{&quot;x&quot;:317.3167712500575,&quot;y&quot;:34.351250907382095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rgba(185,219,244,1)&quot;,&quot;lineWidth&quot;:2,&quot;lineJoin&quot;:&quot;round&quot;}],&quot;parent&quot;:{&quot;type&quot;:&quot;CHILD&quot;,&quot;parentId&quot;:&quot;9864d9b9-ba5f-4413-be25-d0e2cf3cd41d&quot;,&quot;order&quot;:&quot;9995&quot;},&quot;relativeTransform&quot;:{&quot;translate&quot;:{&quot;x&quot;:-1.8419391286823839,&quot;y&quot;:140.5079735630241},&quot;rotate&quot;:0,&quot;skewX&quot;:0,&quot;scale&quot;:{&quot;x&quot;:1,&quot;y&quot;:1}},&quot;layout&quot;:{&quot;sizeRatio&quot;:{&quot;x&quot;:0.88,&quot;y&quot;:0.88},&quot;keepAspectRatio&quot;:false}},&quot;5b52bfb5-d086-434e-a917-230ced4caf69&quot;:{&quot;id&quot;:&quot;5b52bfb5-d086-434e-a917-230ced4caf69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49,126,194,1)&quot;,&quot;fontWeight&quot;:&quot;normal&quot;,&quot;fontStyle&quot;:&quot;normal&quot;,&quot;decoration&quot;:&quot;none&quot;},&quot;range&quot;:[0,36]}],&quot;text&quot;:&quot;    Cole et al., PNAS/PubMed 25471691&quot;}],&quot;_lastCaretLocation&quot;:{&quot;lineIndex&quot;:0,&quot;runIndex&quot;:0,&quot;charIndex&quot;:4}},&quot;format&quot;:&quot;BETTER_TEXT&quot;,&quot;size&quot;:{&quot;x&quot;:279.23875870005054,&quot;y&quot;:19},&quot;targetSize&quot;:{&quot;x&quot;:279.23875870005054,&quot;y&quot;:2}},&quot;parent&quot;:{&quot;type&quot;:&quot;CHILD&quot;,&quot;parentId&quot;:&quot;489cd501-ba5f-4acc-b906-d4754dfb569f&quot;,&quot;order&quot;:&quot;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88962a9e-f48a-45b1-8d94-48b97c03b8d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8962a9e-f48a-45b1-8d94-48b97c03b8df&quot;:{&quot;id&quot;:&quot;88962a9e-f48a-45b1-8d94-48b97c03b8df&quot;,&quot;name&quot;:&quot;Textbook (symbol)&quot;,&quot;displayName&quot;:&quot;&quot;,&quot;type&quot;:&quot;FIGURE_OBJECT&quot;,&quot;relativeTransform&quot;:{&quot;translate&quot;:{&quot;x&quot;:-143.43896985985975,&quot;y&quot;:141.57855363615496},&quot;rotate&quot;:0,&quot;skewX&quot;:0,&quot;scale&quot;:{&quot;x&quot;:0.1961737185955314,&quot;y&quot;:0.1961737185955314}},&quot;image&quot;:{&quot;url&quot;:&quot;https://icons.cdn.biorender.com/biorender/63b8421ce550c50021c95205/20230106154729/image/63b8421ce550c50021c95205.png&quot;,&quot;isPremium&quot;:false,&quot;isOrgIcon&quot;:false,&quot;size&quot;:{&quot;x&quot;:150,&quot;y&quot;:150}},&quot;source&quot;:{&quot;id&quot;:&quot;63b8421ce550c50021c95205&quot;,&quot;version&quot;:&quot;20230106154729&quot;,&quot;type&quot;:&quot;ASSETS&quot;},&quot;isPremium&quot;:false,&quot;parent&quot;:{&quot;type&quot;:&quot;CHILD&quot;,&quot;parentId&quot;:&quot;9864d9b9-ba5f-4413-be25-d0e2cf3cd41d&quot;,&quot;order&quot;:&quot;9997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bf8a95b2-2f17-468d-acb3-281a120193c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f8a95b2-2f17-468d-acb3-281a120193c6&quot;:{&quot;type&quot;:&quot;FIGURE_OBJECT&quot;,&quot;id&quot;:&quot;bf8a95b2-2f17-468d-acb3-281a120193c6&quot;,&quot;path&quot;:{&quot;type&quot;:&quot;RECT&quot;,&quot;size&quot;:{&quot;x&quot;:339.8344052707929,&quot;y&quot;:379.7776394521131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eaeaea&quot;,&quot;lineWidth&quot;:2,&quot;lineJoin&quot;:&quot;round&quot;}],&quot;parent&quot;:{&quot;type&quot;:&quot;CHILD&quot;,&quot;parentId&quot;:&quot;9864d9b9-ba5f-4413-be25-d0e2cf3cd41d&quot;,&quot;order&quot;:&quot;99972&quot;},&quot;relativeTransform&quot;:{&quot;translate&quot;:{&quot;x&quot;:437.466360331831,&quot;y&quot;:-16.918953830128924},&quot;rotate&quot;:0,&quot;skewX&quot;:0,&quot;scale&quot;:{&quot;x&quot;:1,&quot;y&quot;:1}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a47a0905-9e9b-4195-81c0-2da58ad70e3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47a0905-9e9b-4195-81c0-2da58ad70e38&quot;:{&quot;type&quot;:&quot;FIGURE_OBJECT&quot;,&quot;id&quot;:&quot;a47a0905-9e9b-4195-81c0-2da58ad70e38&quot;,&quot;parent&quot;:{&quot;type&quot;:&quot;CHILD&quot;,&quot;parentId&quot;:&quot;9864d9b9-ba5f-4413-be25-d0e2cf3cd41d&quot;,&quot;order&quot;:&quot;99977&quot;},&quot;relativeTransform&quot;:{&quot;translate&quot;:{&quot;x&quot;:543.9282457474658,&quot;y&quot;:46.4446730906778},&quot;rotate&quot;:0,&quot;skewX&quot;:0,&quot;scale&quot;:{&quot;x&quot;:1,&quot;y&quot;:1}}},&quot;aa43354f-90db-4006-99fd-326e81c9b218&quot;:{&quot;type&quot;:&quot;FIGURE_OBJECT&quot;,&quot;id&quot;:&quot;aa43354f-90db-4006-99fd-326e81c9b218&quot;,&quot;path&quot;:{&quot;type&quot;:&quot;RECT&quot;,&quot;size&quot;:{&quot;x&quot;:291.9707229705445,&quot;y&quot;:30.470482487781993},&quot;cornerRounding&quot;:{&quot;type&quot;:&quot;ARC_LENGTH&quot;,&quot;global&quot;:15.707963267948966}},&quot;pathStyles&quot;:[{&quot;type&quot;:&quot;FILL&quot;,&quot;fillStyle&quot;:&quot;rgb(253, 238, 237)&quot;},{&quot;type&quot;:&quot;STROKE&quot;,&quot;strokeStyle&quot;:&quot;rgba(243,205,204,1)&quot;,&quot;lineWidth&quot;:2,&quot;lineJoin&quot;:&quot;round&quot;}],&quot;parent&quot;:{&quot;type&quot;:&quot;CHILD&quot;,&quot;parentId&quot;:&quot;a47a0905-9e9b-4195-81c0-2da58ad70e38&quot;,&quot;order&quot;:&quot;2&quot;},&quot;relativeTransform&quot;:{&quot;translate&quot;:{&quot;x&quot;:-106.46266356274404,&quot;y&quot;:-224.70019408133925},&quot;rotate&quot;:0},&quot;layout&quot;:{&quot;sizeRatio&quot;:{&quot;x&quot;:0.88,&quot;y&quot;:0.88},&quot;keepAspectRatio&quot;:false}},&quot;75e3abc9-f9ef-4fb8-bbe8-a933277d262c&quot;:{&quot;id&quot;:&quot;75e3abc9-f9ef-4fb8-bbe8-a933277d262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#DA291C&quot;,&quot;fontWeight&quot;:&quot;normal&quot;,&quot;fontStyle&quot;:&quot;normal&quot;,&quot;decoration&quot;:&quot;none&quot;},&quot;range&quot;:[0,19]}],&quot;text&quot;:&quot;Minimal CTL Response&quot;}],&quot;_lastCaretLocation&quot;:{&quot;lineIndex&quot;:0,&quot;runIndex&quot;:-1,&quot;charIndex&quot;:-1,&quot;endOfLine&quot;:true}},&quot;format&quot;:&quot;BETTER_TEXT&quot;,&quot;size&quot;:{&quot;x&quot;:256.93423621407914,&quot;y&quot;:22},&quot;targetSize&quot;:{&quot;x&quot;:256.93423621407914,&quot;y&quot;:2.32}},&quot;parent&quot;:{&quot;type&quot;:&quot;CHILD&quot;,&quot;parentId&quot;:&quot;aa43354f-90db-4006-99fd-326e81c9b218&quot;,&quot;order&quot;:&quot;5&quot;}},&quot;31967c0a-3e5d-4b60-b93f-4bcdebd003b4&quot;:{&quot;id&quot;:&quot;31967c0a-3e5d-4b60-b93f-4bcdebd003b4&quot;,&quot;name&quot;:&quot;X mark (thin)&quot;,&quot;displayName&quot;:&quot;&quot;,&quot;type&quot;:&quot;FIGURE_OBJECT&quot;,&quot;relativeTransform&quot;:{&quot;translate&quot;:{&quot;x&quot;:-223.52928279275625,&quot;y&quot;:-224.12680411072523},&quot;rotate&quot;:0,&quot;skewX&quot;:0,&quot;scale&quot;:{&quot;x&quot;:0.21849924204590254,&quot;y&quot;:0.21849924204590254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a47a0905-9e9b-4195-81c0-2da58ad70e38&quot;,&quot;order&quot;:&quot;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74253216-fdd5-46f8-8191-cdc32e31d66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4253216-fdd5-46f8-8191-cdc32e31d66c&quot;:{&quot;type&quot;:&quot;FIGURE_OBJECT&quot;,&quot;id&quot;:&quot;74253216-fdd5-46f8-8191-cdc32e31d66c&quot;,&quot;path&quot;:{&quot;type&quot;:&quot;RECT&quot;,&quot;size&quot;:{&quot;x&quot;:317.3167712500575,&quot;y&quot;:34.351250907382095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rgba(185,219,244,1)&quot;,&quot;lineWidth&quot;:2,&quot;lineJoin&quot;:&quot;round&quot;}],&quot;parent&quot;:{&quot;type&quot;:&quot;CHILD&quot;,&quot;parentId&quot;:&quot;9864d9b9-ba5f-4413-be25-d0e2cf3cd41d&quot;,&quot;order&quot;:&quot;9999&quot;},&quot;relativeTransform&quot;:{&quot;translate&quot;:{&quot;x&quot;:435.62446511350225,&quot;y&quot;:140.50788150551787},&quot;rotate&quot;:0,&quot;skewX&quot;:0,&quot;scale&quot;:{&quot;x&quot;:1,&quot;y&quot;:1}},&quot;layout&quot;:{&quot;sizeRatio&quot;:{&quot;x&quot;:0.88,&quot;y&quot;:0.88},&quot;keepAspectRatio&quot;:false}},&quot;ddd884d3-0c8b-47c0-946d-ce1f728fbf18&quot;:{&quot;id&quot;:&quot;ddd884d3-0c8b-47c0-946d-ce1f728fbf1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49,126,194,1)&quot;,&quot;fontWeight&quot;:&quot;normal&quot;,&quot;fontStyle&quot;:&quot;normal&quot;,&quot;decoration&quot;:&quot;none&quot;},&quot;range&quot;:[0,24]}],&quot;text&quot;:&quot;Rosenberg et al., Nat Med&quot;}],&quot;_lastCaretLocation&quot;:{&quot;lineIndex&quot;:0,&quot;runIndex&quot;:0,&quot;charIndex&quot;:9}},&quot;format&quot;:&quot;BETTER_TEXT&quot;,&quot;size&quot;:{&quot;x&quot;:279.23875870005054,&quot;y&quot;:19},&quot;targetSize&quot;:{&quot;x&quot;:279.23875870005054,&quot;y&quot;:2}},&quot;parent&quot;:{&quot;type&quot;:&quot;CHILD&quot;,&quot;parentId&quot;:&quot;74253216-fdd5-46f8-8191-cdc32e31d66c&quot;,&quot;order&quot;:&quot;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5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864d9b9-ba5f-4413-be25-d0e2cf3cd41d"/>
  <p:tag name="SELECTIONIDS" val="4e318185-bcf9-4f85-b71a-ec03fbb23db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e318185-bcf9-4f85-b71a-ec03fbb23dba&quot;:{&quot;id&quot;:&quot;4e318185-bcf9-4f85-b71a-ec03fbb23dba&quot;,&quot;name&quot;:&quot;Textbook (symbol)&quot;,&quot;displayName&quot;:&quot;&quot;,&quot;type&quot;:&quot;FIGURE_OBJECT&quot;,&quot;relativeTransform&quot;:{&quot;translate&quot;:{&quot;x&quot;:294.0274343823249,&quot;y&quot;:141.57846157864873},&quot;rotate&quot;:0,&quot;skewX&quot;:0,&quot;scale&quot;:{&quot;x&quot;:0.1961737185955314,&quot;y&quot;:0.1961737185955314}},&quot;image&quot;:{&quot;url&quot;:&quot;https://icons.cdn.biorender.com/biorender/63b8421ce550c50021c95205/20230106154729/image/63b8421ce550c50021c95205.png&quot;,&quot;isPremium&quot;:false,&quot;isOrgIcon&quot;:false,&quot;size&quot;:{&quot;x&quot;:150,&quot;y&quot;:150}},&quot;source&quot;:{&quot;id&quot;:&quot;63b8421ce550c50021c95205&quot;,&quot;version&quot;:&quot;20230106154729&quot;,&quot;type&quot;:&quot;ASSETS&quot;},&quot;isPremium&quot;:false,&quot;parent&quot;:{&quot;type&quot;:&quot;CHILD&quot;,&quot;parentId&quot;:&quot;9864d9b9-ba5f-4413-be25-d0e2cf3cd41d&quot;,&quot;order&quot;:&quot;99995&quot;}},&quot;9864d9b9-ba5f-4413-be25-d0e2cf3cd41d&quot;:{&quot;id&quot;:&quot;9864d9b9-ba5f-4413-be25-d0e2cf3cd41d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3c0af1b5-374d-43c1-b3d9-7ff99d0f2620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935cdcc9-026b-4136-9137-e079b90882b9&quot;:{&quot;type&quot;:&quot;FIGURE_OBJECT&quot;,&quot;id&quot;:&quot;935cdcc9-026b-4136-9137-e079b90882b9&quot;,&quot;path&quot;:{&quot;type&quot;:&quot;RECT&quot;,&quot;size&quot;:{&quot;x&quot;:146.73219313419708,&quot;y&quot;:64.77272727272727},&quot;cornerRounding&quot;:{&quot;type&quot;:&quot;ARC_LENGTH&quot;,&quot;global&quot;:2.3464702830825117}},&quot;pathStyles&quot;:[{&quot;type&quot;:&quot;FILL&quot;,&quot;fillStyle&quot;:&quot;rgba(49,126,194,1)&quot;},{&quot;type&quot;:&quot;STROKE&quot;,&quot;strokeStyle&quot;:&quot;#63666A&quot;,&quot;lineWidth&quot;:0.29876187549665656,&quot;lineJoin&quot;:&quot;round&quot;}],&quot;parent&quot;:{&quot;type&quot;:&quot;CHILD&quot;,&quot;parentId&quot;:&quot;3c0af1b5-374d-43c1-b3d9-7ff99d0f2620&quot;,&quot;order&quot;:&quot;99998&quot;},&quot;relativeTransform&quot;:{&quot;translate&quot;:{&quot;x&quot;:489.13354554132115,&quot;y&quot;:207.54800021025815},&quot;rotate&quot;:0,&quot;skewX&quot;:0,&quot;scale&quot;:{&quot;x&quot;:1,&quot;y&quot;:1}},&quot;layout&quot;:{&quot;sizeRatio&quot;:{&quot;x&quot;:0.88,&quot;y&quot;:0.88},&quot;keepAspectRatio&quot;:false}},&quot;0f26847b-0901-4400-88ff-1819d19e9295&quot;:{&quot;id&quot;:&quot;0f26847b-0901-4400-88ff-1819d19e929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2.666666666666664,&quot;color&quot;:&quot;rgba(225,242,239,1)&quot;,&quot;fontWeight&quot;:&quot;bold&quot;,&quot;fontStyle&quot;:&quot;normal&quot;,&quot;decoration&quot;:&quot;none&quot;,&quot;script&quot;:&quot;none&quot;},&quot;range&quot;:[0,7]}],&quot;text&quot;:&quot;30.5 mos&quot;},{&quot;runs&quot;:[{&quot;style&quot;:{&quot;fontFamily&quot;:&quot;Roboto&quot;,&quot;fontSize&quot;:12,&quot;color&quot;:&quot;rgba(208,211,214,1)&quot;,&quot;fontWeight&quot;:&quot;bold&quot;,&quot;fontStyle&quot;:&quot;normal&quot;,&quot;decoration&quot;:&quot;none&quot;,&quot;script&quot;:&quot;none&quot;},&quot;range&quot;:[0,15]}],&quot;text&quot;:&quot;MEDIAN OS IN GBM&quot;,&quot;baseStyle&quot;:{&quot;fontFamily&quot;:&quot;Roboto&quot;,&quot;fontSize&quot;:12,&quot;color&quot;:&quot;rgba(208,211,214,1)&quot;,&quot;fontWeight&quot;:&quot;bold&quot;,&quot;fontStyle&quot;:&quot;normal&quot;,&quot;decoration&quot;:&quot;none&quot;,&quot;script&quot;:&quot;none&quot;}}],&quot;_lastCaretLocation&quot;:{&quot;lineIndex&quot;:1,&quot;runIndex&quot;:0,&quot;charIndex&quot;:13}},&quot;format&quot;:&quot;BETTER_TEXT&quot;,&quot;size&quot;:{&quot;x&quot;:129.12432995809343,&quot;y&quot;:41},&quot;targetSize&quot;:{&quot;x&quot;:129.12432995809343,&quot;y&quot;:2}},&quot;parent&quot;:{&quot;type&quot;:&quot;CHILD&quot;,&quot;parentId&quot;:&quot;935cdcc9-026b-4136-9137-e079b90882b9&quot;,&quot;order&quot;:&quot;5&quot;}},&quot;a17ad1fc-dafd-4ec7-8a2b-780c18048235&quot;:{&quot;id&quot;:&quot;a17ad1fc-dafd-4ec7-8a2b-780c18048235&quot;,&quot;type&quot;:&quot;FIGURE_OBJECT&quot;,&quot;relativeTransform&quot;:{&quot;translate&quot;:{&quot;x&quot;:-71.72494625564832,&quot;y&quot;:212.4417676935350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.666666666666664,&quot;color&quot;:&quot;rgba(185,219,244,1)&quot;,&quot;fontWeight&quot;:&quot;bold&quot;,&quot;fontStyle&quot;:&quot;normal&quot;,&quot;decoration&quot;:&quot;none&quot;},&quot;range&quot;:[0,42]},{&quot;style&quot;:{&quot;fontFamily&quot;:&quot;Roboto&quot;,&quot;fontSize&quot;:16.666666666666664,&quot;color&quot;:&quot;rgba(185,219,244,1)&quot;,&quot;fontWeight&quot;:&quot;bold&quot;,&quot;fontStyle&quot;:&quot;normal&quot;,&quot;decoration&quot;:&quot;none&quot;},&quot;range&quot;:[43,43]},{&quot;style&quot;:{&quot;fontFamily&quot;:&quot;Roboto&quot;,&quot;fontSize&quot;:16.666666666666664,&quot;color&quot;:&quot;rgba(255,255,255,1)&quot;,&quot;fontWeight&quot;:&quot;normal&quot;,&quot;fontStyle&quot;:&quot;normal&quot;,&quot;decoration&quot;:&quot;none&quot;},&quot;range&quot;:[44,199]},{&quot;style&quot;:{&quot;fontFamily&quot;:&quot;Roboto&quot;,&quot;fontSize&quot;:16.666666666666664,&quot;color&quot;:&quot;rgba(185,219,244,1)&quot;,&quot;fontWeight&quot;:&quot;normal&quot;,&quot;fontStyle&quot;:&quot;normal&quot;,&quot;decoration&quot;:&quot;none&quot;},&quot;range&quot;:[200,236]},{&quot;style&quot;:{&quot;fontFamily&quot;:&quot;Roboto&quot;,&quot;fontSize&quot;:16.666666666666664,&quot;color&quot;:&quot;rgba(255,255,255,1)&quot;,&quot;fontWeight&quot;:&quot;normal&quot;,&quot;fontStyle&quot;:&quot;normal&quot;,&quot;decoration&quot;:&quot;none&quot;},&quot;range&quot;:[237,243]}],&quot;text&quot;:&quot;Clinical Milestone (Phase II Glioblastoma): SurVaxM (15-mer DLAQMFFCFKELEGW) coupled to KLH demonstrated strong CD8+ CTL expansion and high anti-survivin IgG titers, breaking self-tolerance to deliver 30.5 months median overall survival in GBM.&quot;,&quot;baseStyle&quot;:{&quot;fontFamily&quot;:&quot;Roboto&quot;,&quot;fontSize&quot;:16.666666666666664,&quot;color&quot;:&quot;rgba(255,255,255,1)&quot;,&quot;fontWeight&quot;:&quot;normal&quot;,&quot;fontStyle&quot;:&quot;normal&quot;,&quot;decoration&quot;:&quot;none&quot;,&quot;script&quot;:&quot;none&quot;}}],&quot;_lastCaretLocation&quot;:{&quot;lineIndex&quot;:0,&quot;runIndex&quot;:4,&quot;charIndex&quot;:240}},&quot;format&quot;:&quot;BETTER_TEXT&quot;,&quot;size&quot;:{&quot;x&quot;:1029.4073745324,&quot;y&quot;:69},&quot;targetSize&quot;:{&quot;x&quot;:1029.4073745324,&quot;y&quot;:69}},&quot;parent&quot;:{&quot;type&quot;:&quot;CHILD&quot;,&quot;parentId&quot;:&quot;3c0af1b5-374d-43c1-b3d9-7ff99d0f2620&quot;,&quot;order&quot;:&quot;99997&quot;}},&quot;c8737ab8-8cfb-463f-b21b-a8847939dccf&quot;:{&quot;type&quot;:&quot;FIGURE_OBJECT&quot;,&quot;id&quot;:&quot;c8737ab8-8cfb-463f-b21b-a8847939dccf&quot;,&quot;path&quot;:{&quot;type&quot;:&quot;RECT&quot;,&quot;size&quot;:{&quot;x&quot;:1173.3177090355387,&quot;y&quot;:106.23350844390019},&quot;cornerRounding&quot;:{&quot;type&quot;:&quot;ARC_LENGTH&quot;,&quot;global&quot;:16.391047333595935}},&quot;pathStyles&quot;:[{&quot;type&quot;:&quot;FILL&quot;,&quot;fillStyle&quot;:&quot;rgb(25, 65, 113)&quot;},{&quot;type&quot;:&quot;STROKE&quot;,&quot;strokeStyle&quot;:&quot;rgb(0, 1, 2)&quot;,&quot;lineWidth&quot;:2.0869729644760193,&quot;lineJoin&quot;:&quot;round&quot;}],&quot;parent&quot;:{&quot;type&quot;:&quot;CHILD&quot;,&quot;parentId&quot;:&quot;3c0af1b5-374d-43c1-b3d9-7ff99d0f2620&quot;,&quot;order&quot;:&quot;99995&quot;},&quot;relativeTransform&quot;:{&quot;translate&quot;:{&quot;x&quot;:-11.046701962511065,&quot;y&quot;:209.51335372198122},&quot;rotate&quot;:0,&quot;skewX&quot;:0,&quot;scale&quot;:{&quot;x&quot;:1,&quot;y&quot;:1}},&quot;layout&quot;:{&quot;sizeRatio&quot;:{&quot;x&quot;:0.88,&quot;y&quot;:0.88},&quot;keepAspectRatio&quot;:false}},&quot;c0cf4a7b-035a-4fdb-ab19-d28fa3f5f0f0&quot;:{&quot;id&quot;:&quot;c0cf4a7b-035a-4fdb-ab19-d28fa3f5f0f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47841433510951,&quot;color&quot;:&quot;black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032.5195839512742,&quot;y&quot;:23},&quot;targetSize&quot;:{&quot;x&quot;:1032.5195839512742,&quot;y&quot;:2}},&quot;parent&quot;:{&quot;type&quot;:&quot;CHILD&quot;,&quot;parentId&quot;:&quot;c8737ab8-8cfb-463f-b21b-a8847939dccf&quot;,&quot;order&quot;:&quot;5&quot;}},&quot;54b4dc2e-7bdf-48a9-8292-9b330b109631&quot;:{&quot;type&quot;:&quot;FIGURE_OBJECT&quot;,&quot;id&quot;:&quot;54b4dc2e-7bdf-48a9-8292-9b330b109631&quot;,&quot;path&quot;:{&quot;type&quot;:&quot;RECT&quot;,&quot;size&quot;:{&quot;x&quot;:188.9793810681037,&quot;y&quot;:24.052498986909054},&quot;cornerRounding&quot;:{&quot;type&quot;:&quot;ARC_LENGTH&quot;,&quot;global&quot;:2.3464702830825117}},&quot;pathStyles&quot;:[{&quot;type&quot;:&quot;FILL&quot;,&quot;fillStyle&quot;:&quot;rgba(148,196,125,1)&quot;},{&quot;type&quot;:&quot;STROKE&quot;,&quot;strokeStyle&quot;:&quot;rgba(51,90,48,1)&quot;,&quot;lineWidth&quot;:0.29876187549665656,&quot;lineJoin&quot;:&quot;round&quot;}],&quot;parent&quot;:{&quot;type&quot;:&quot;CHILD&quot;,&quot;parentId&quot;:&quot;3c0af1b5-374d-43c1-b3d9-7ff99d0f2620&quot;,&quot;order&quot;:&quot;9999&quot;},&quot;relativeTransform&quot;:{&quot;translate&quot;:{&quot;x&quot;:489.13378719954324,&quot;y&quot;:-127.66671404228386},&quot;rotate&quot;:0,&quot;skewX&quot;:0,&quot;scale&quot;:{&quot;x&quot;:1,&quot;y&quot;:1}},&quot;layout&quot;:{&quot;sizeRatio&quot;:{&quot;x&quot;:0.88,&quot;y&quot;:0.88},&quot;keepAspectRatio&quot;:false}},&quot;0192d841-601b-4f7c-a6a0-d27cd24c869a&quot;:{&quot;id&quot;:&quot;0192d841-601b-4f7c-a6a0-d27cd24c869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5.999999999999996,&quot;color&quot;:&quot;rgba(51,90,48,1)&quot;,&quot;fontWeight&quot;:&quot;bold&quot;,&quot;fontStyle&quot;:&quot;normal&quot;,&quot;decoration&quot;:&quot;none&quot;,&quot;script&quot;:&quot;none&quot;},&quot;range&quot;:[0,17]}],&quot;text&quot;:&quot;SURVAXM / SVN53-67&quot;}],&quot;_lastCaretLocation&quot;:{&quot;lineIndex&quot;:0,&quot;runIndex&quot;:-1,&quot;charIndex&quot;:-1,&quot;endOfLine&quot;:true}},&quot;format&quot;:&quot;BETTER_TEXT&quot;,&quot;size&quot;:{&quot;x&quot;:166.30185533993125,&quot;y&quot;:19},&quot;targetSize&quot;:{&quot;x&quot;:166.30185533993125,&quot;y&quot;:2}},&quot;parent&quot;:{&quot;type&quot;:&quot;CHILD&quot;,&quot;parentId&quot;:&quot;54b4dc2e-7bdf-48a9-8292-9b330b109631&quot;,&quot;order&quot;:&quot;5&quot;}},&quot;09910791-5acc-4395-8a6a-2965d592b44a&quot;:{&quot;id&quot;:&quot;09910791-5acc-4395-8a6a-2965d592b44a&quot;,&quot;type&quot;:&quot;FIGURE_OBJECT&quot;,&quot;relativeTransform&quot;:{&quot;translate&quot;:{&quot;x&quot;:304.10730564375194,&quot;y&quot;:36.1553822678417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#63666A&quot;,&quot;fontWeight&quot;:&quot;bold&quot;,&quot;fontStyle&quot;:&quot;normal&quot;,&quot;decoration&quot;:&quot;none&quot;},&quot;range&quot;:[0,24]},{&quot;style&quot;:{&quot;fontFamily&quot;:&quot;Roboto&quot;,&quot;fontSize&quot;:16,&quot;color&quot;:&quot;#63666A&quot;,&quot;fontWeight&quot;:&quot;normal&quot;,&quot;fontStyle&quot;:&quot;normal&quot;,&quot;decoration&quot;:&quot;none&quot;},&quot;range&quot;:[25,168]}],&quot;text&quot;:&quot;SurVaxM C57M Engineering: Methionine (M) replacement at P2 provides optimal hydrophobic anchor docking, elevating MHC-I binding kinetics without altering TCR specificity&quot;}],&quot;_lastCaretLocation&quot;:{&quot;lineIndex&quot;:0,&quot;runIndex&quot;:1,&quot;charIndex&quot;:25}},&quot;format&quot;:&quot;BETTER_TEXT&quot;,&quot;size&quot;:{&quot;x&quot;:561.2841737383045,&quot;y&quot;:57},&quot;targetSize&quot;:{&quot;x&quot;:561.2841737383045,&quot;y&quot;:57}},&quot;parent&quot;:{&quot;type&quot;:&quot;CHILD&quot;,&quot;parentId&quot;:&quot;3c0af1b5-374d-43c1-b3d9-7ff99d0f2620&quot;,&quot;order&quot;:&quot;99985&quot;}},&quot;56a0bf9b-52db-43bb-b69f-727adcdbca68&quot;:{&quot;id&quot;:&quot;56a0bf9b-52db-43bb-b69f-727adcdbca68&quot;,&quot;type&quot;:&quot;FIGURE_OBJECT&quot;,&quot;relativeTransform&quot;:{&quot;translate&quot;:{&quot;x&quot;:507.16681124194474,&quot;y&quot;:-47.90235200204910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L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8&quot;}},&quot;78a3f0de-0f8e-4f5c-9293-4c1342203b44&quot;:{&quot;id&quot;:&quot;78a3f0de-0f8e-4f5c-9293-4c1342203b44&quot;,&quot;type&quot;:&quot;FIGURE_OBJECT&quot;,&quot;relativeTransform&quot;:{&quot;translate&quot;:{&quot;x&quot;:457.7057293475642,&quot;y&quot;:-47.9022212392669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E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77&quot;}},&quot;64abac3c-3bfe-437f-b3d2-d99db3c36155&quot;:{&quot;id&quot;:&quot;64abac3c-3bfe-437f-b3d2-d99db3c36155&quot;,&quot;type&quot;:&quot;FIGURE_OBJECT&quot;,&quot;relativeTransform&quot;:{&quot;translate&quot;:{&quot;x&quot;:408.2449970759842,&quot;y&quot;:-47.0387147011278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K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75&quot;}},&quot;64b3b790-298f-4f58-993a-c0ac319816c1&quot;:{&quot;id&quot;:&quot;64b3b790-298f-4f58-993a-c0ac319816c1&quot;,&quot;type&quot;:&quot;FIGURE_OBJECT&quot;,&quot;relativeTransform&quot;:{&quot;translate&quot;:{&quot;x&quot;:358.784317109517,&quot;y&quot;:-47.9022343155451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F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72&quot;}},&quot;71764d60-cbe3-458a-b0f6-1f99fe1b05f4&quot;:{&quot;id&quot;:&quot;71764d60-cbe3-458a-b0f6-1f99fe1b05f4&quot;,&quot;type&quot;:&quot;FIGURE_OBJECT&quot;,&quot;relativeTransform&quot;:{&quot;translate&quot;:{&quot;x&quot;:309.3232352151365,&quot;y&quot;:-47.90210355276304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C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7&quot;}},&quot;b3a7c73d-bf9d-4f46-a489-1e8bc09d168e&quot;:{&quot;id&quot;:&quot;b3a7c73d-bf9d-4f46-a489-1e8bc09d168e&quot;,&quot;type&quot;:&quot;FIGURE_OBJECT&quot;,&quot;relativeTransform&quot;:{&quot;translate&quot;:{&quot;x&quot;:259.8625029435564,&quot;y&quot;:-47.03859701462392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F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67&quot;}},&quot;6299110e-5e7a-46ae-9069-d1cb3ab2a778&quot;:{&quot;id&quot;:&quot;6299110e-5e7a-46ae-9069-d1cb3ab2a778&quot;,&quot;type&quot;:&quot;FIGURE_OBJECT&quot;,&quot;relativeTransform&quot;:{&quot;translate&quot;:{&quot;x&quot;:210.4014210491759,&quot;y&quot;:-47.0384662518417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F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65&quot;}},&quot;998a9369-6728-4e53-a7ff-4e845760302b&quot;:{&quot;type&quot;:&quot;FIGURE_OBJECT&quot;,&quot;id&quot;:&quot;998a9369-6728-4e53-a7ff-4e845760302b&quot;,&quot;path&quot;:{&quot;type&quot;:&quot;RECT&quot;,&quot;size&quot;:{&quot;x&quot;:43.714266006508865,&quot;y&quot;:56.81818181818182},&quot;cornerRounding&quot;:{&quot;type&quot;:&quot;ARC_LENGTH&quot;,&quot;global&quot;:0}},&quot;pathStyles&quot;:[{&quot;type&quot;:&quot;FILL&quot;,&quot;fillStyle&quot;:&quot;rgba(244,248,241,1)&quot;},{&quot;type&quot;:&quot;STROKE&quot;,&quot;strokeStyle&quot;:&quot;rgba(148,196,125,1)&quot;,&quot;lineWidth&quot;:2,&quot;lineJoin&quot;:&quot;round&quot;}],&quot;parent&quot;:{&quot;type&quot;:&quot;CHILD&quot;,&quot;parentId&quot;:&quot;3c0af1b5-374d-43c1-b3d9-7ff99d0f2620&quot;,&quot;order&quot;:&quot;99962&quot;},&quot;relativeTransform&quot;:{&quot;translate&quot;:{&quot;x&quot;:152.810077241798,&quot;y&quot;:-47.03797244865055},&quot;rotate&quot;:0,&quot;skewX&quot;:0,&quot;scale&quot;:{&quot;x&quot;:1,&quot;y&quot;:1}},&quot;layout&quot;:{&quot;sizeRatio&quot;:{&quot;x&quot;:0.88,&quot;y&quot;:0.88},&quot;keepAspectRatio&quot;:false}},&quot;c863232e-3b6f-4b84-968e-1821afacea65&quot;:{&quot;id&quot;:&quot;c863232e-3b6f-4b84-968e-1821afacea6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42.666666666666664,&quot;color&quot;:&quot;#789D4A&quot;,&quot;fontWeight&quot;:&quot;bold&quot;,&quot;fontStyle&quot;:&quot;normal&quot;,&quot;decoration&quot;:&quot;none&quot;},&quot;range&quot;:[0,0]}],&quot;text&quot;:&quot;M&quot;}],&quot;_lastCaretLocation&quot;:{&quot;lineIndex&quot;:0,&quot;runIndex&quot;:-1,&quot;charIndex&quot;:-1,&quot;endOfLine&quot;:true}},&quot;format&quot;:&quot;BETTER_TEXT&quot;,&quot;size&quot;:{&quot;x&quot;:38.4685540857278,&quot;y&quot;:50},&quot;targetSize&quot;:{&quot;x&quot;:38.4685540857278,&quot;y&quot;:2.32}},&quot;parent&quot;:{&quot;type&quot;:&quot;CHILD&quot;,&quot;parentId&quot;:&quot;998a9369-6728-4e53-a7ff-4e845760302b&quot;,&quot;order&quot;:&quot;5&quot;}},&quot;d0148a41-2f11-4338-9984-29af1717558a&quot;:{&quot;id&quot;:&quot;d0148a41-2f11-4338-9984-29af1717558a&quot;,&quot;type&quot;:&quot;FIGURE_OBJECT&quot;,&quot;relativeTransform&quot;:{&quot;translate&quot;:{&quot;x&quot;:96.06943689159878,&quot;y&quot;:-47.9023424395378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Q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96&quot;}},&quot;1cf3c216-f614-42e9-b887-d9a834aff605&quot;:{&quot;id&quot;:&quot;1cf3c216-f614-42e9-b887-d9a834aff605&quot;,&quot;type&quot;:&quot;FIGURE_OBJECT&quot;,&quot;relativeTransform&quot;:{&quot;translate&quot;:{&quot;x&quot;:209.48673820347446,&quot;y&quot;:-120.5537499447853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37]}],&quot;text&quot;:&quot;Mimotope Core 9-mer (M57 Modification)&quot;}],&quot;_lastCaretLocation&quot;:{&quot;lineIndex&quot;:0,&quot;runIndex&quot;:0,&quot;charIndex&quot;:37}},&quot;format&quot;:&quot;BETTER_TEXT&quot;,&quot;size&quot;:{&quot;x&quot;:373.92065331896055,&quot;y&quot;:29.83220855448986},&quot;targetSize&quot;:{&quot;x&quot;:373.92065331896055,&quot;y&quot;:29.83220855448986}},&quot;parent&quot;:{&quot;type&quot;:&quot;CHILD&quot;,&quot;parentId&quot;:&quot;3c0af1b5-374d-43c1-b3d9-7ff99d0f2620&quot;,&quot;order&quot;:&quot;99957&quot;}},&quot;0a1bb75e-b6c3-4d3a-b21e-7e41148a1ee2&quot;:{&quot;type&quot;:&quot;FIGURE_OBJECT&quot;,&quot;id&quot;:&quot;0a1bb75e-b6c3-4d3a-b21e-7e41148a1ee2&quot;,&quot;path&quot;:{&quot;type&quot;:&quot;RECT&quot;,&quot;size&quot;:{&quot;x&quot;:518.9518055774638,&quot;y&quot;:83.18152900912968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789D4A&quot;,&quot;lineWidth&quot;:2,&quot;lineJoin&quot;:&quot;round&quot;}],&quot;parent&quot;:{&quot;type&quot;:&quot;CHILD&quot;,&quot;parentId&quot;:&quot;3c0af1b5-374d-43c1-b3d9-7ff99d0f2620&quot;,&quot;order&quot;:&quot;99955&quot;},&quot;relativeTransform&quot;:{&quot;translate&quot;:{&quot;x&quot;:309.5271039217133,&quot;y&quot;:-47.90192964522318},&quot;rotate&quot;:0,&quot;skewX&quot;:0,&quot;scale&quot;:{&quot;x&quot;:1,&quot;y&quot;:1}},&quot;layout&quot;:{&quot;sizeRatio&quot;:{&quot;x&quot;:0.88,&quot;y&quot;:0.88},&quot;keepAspectRatio&quot;:false}},&quot;08ebf77c-1da1-4d85-80c2-6610702052c8&quot;:{&quot;id&quot;:&quot;08ebf77c-1da1-4d85-80c2-6610702052c8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456.67758890816816,&quot;y&quot;:22},&quot;targetSize&quot;:{&quot;x&quot;:456.67758890816816,&quot;y&quot;:2.32}},&quot;parent&quot;:{&quot;type&quot;:&quot;CHILD&quot;,&quot;parentId&quot;:&quot;0a1bb75e-b6c3-4d3a-b21e-7e41148a1ee2&quot;,&quot;order&quot;:&quot;5&quot;}},&quot;389962a9-26bf-4b25-aaea-2a783ec1739a&quot;:{&quot;type&quot;:&quot;FIGURE_OBJECT&quot;,&quot;id&quot;:&quot;389962a9-26bf-4b25-aaea-2a783ec1739a&quot;,&quot;path&quot;:{&quot;type&quot;:&quot;RECT&quot;,&quot;size&quot;:{&quot;x&quot;:602.3822678726672,&quot;y&quot;:233.3081542217521},&quot;cornerRounding&quot;:{&quot;type&quot;:&quot;ARC_LENGTH&quot;,&quot;global&quot;:15.707963267948966}},&quot;pathStyles&quot;:[{&quot;type&quot;:&quot;FILL&quot;,&quot;fillStyle&quot;:&quot;rgba(244,248,241,1)&quot;},{&quot;type&quot;:&quot;STROKE&quot;,&quot;strokeStyle&quot;:&quot;rgba(148,196,125,1)&quot;,&quot;lineWidth&quot;:2,&quot;lineJoin&quot;:&quot;round&quot;}],&quot;parent&quot;:{&quot;type&quot;:&quot;CHILD&quot;,&quot;parentId&quot;:&quot;3c0af1b5-374d-43c1-b3d9-7ff99d0f2620&quot;,&quot;order&quot;:&quot;99952&quot;},&quot;relativeTransform&quot;:{&quot;translate&quot;:{&quot;x&quot;:309.5261143485968,&quot;y&quot;:-47.90274325842862},&quot;rotate&quot;:0,&quot;skewX&quot;:0,&quot;scale&quot;:{&quot;x&quot;:1,&quot;y&quot;:1}},&quot;layout&quot;:{&quot;sizeRatio&quot;:{&quot;x&quot;:0.88,&quot;y&quot;:0.88},&quot;keepAspectRatio&quot;:false}},&quot;37630e94-b46b-45a5-ac37-55d383c828f2&quot;:{&quot;id&quot;:&quot;37630e94-b46b-45a5-ac37-55d383c828f2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530.0963957279471,&quot;y&quot;:22},&quot;targetSize&quot;:{&quot;x&quot;:530.0963957279471,&quot;y&quot;:2.32}},&quot;parent&quot;:{&quot;type&quot;:&quot;CHILD&quot;,&quot;parentId&quot;:&quot;389962a9-26bf-4b25-aaea-2a783ec1739a&quot;,&quot;order&quot;:&quot;5&quot;}},&quot;66f5f097-bf20-4b6c-8d2c-5df8f307b2ae&quot;:{&quot;type&quot;:&quot;FIGURE_OBJECT&quot;,&quot;id&quot;:&quot;66f5f097-bf20-4b6c-8d2c-5df8f307b2ae&quot;,&quot;path&quot;:{&quot;type&quot;:&quot;RECT&quot;,&quot;size&quot;:{&quot;x&quot;:113.09932439519949,&quot;y&quot;:21.59090909090909},&quot;cornerRounding&quot;:{&quot;type&quot;:&quot;ARC_LENGTH&quot;,&quot;global&quot;:2.3464702830825117}},&quot;pathStyles&quot;:[{&quot;type&quot;:&quot;FILL&quot;,&quot;fillStyle&quot;:&quot;rgba(185,219,244,1)&quot;},{&quot;type&quot;:&quot;STROKE&quot;,&quot;strokeStyle&quot;:&quot;rgba(49,126,194,1)&quot;,&quot;lineWidth&quot;:0.29876187549665656,&quot;lineJoin&quot;:&quot;round&quot;}],&quot;parent&quot;:{&quot;type&quot;:&quot;CHILD&quot;,&quot;parentId&quot;:&quot;3c0af1b5-374d-43c1-b3d9-7ff99d0f2620&quot;,&quot;order&quot;:&quot;9995&quot;},&quot;relativeTransform&quot;:{&quot;translate&quot;:{&quot;x&quot;:-95.14072067309651,&quot;y&quot;:-134.30274312489135},&quot;rotate&quot;:0,&quot;skewX&quot;:0,&quot;scale&quot;:{&quot;x&quot;:1,&quot;y&quot;:1}},&quot;layout&quot;:{&quot;sizeRatio&quot;:{&quot;x&quot;:0.88,&quot;y&quot;:0.88},&quot;keepAspectRatio&quot;:false}},&quot;cbb0540e-d521-4daf-b2bc-c1f7955b47de&quot;:{&quot;id&quot;:&quot;cbb0540e-d521-4daf-b2bc-c1f7955b47d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5.999999999999996,&quot;color&quot;:&quot;rgba(21,82,137,1)&quot;,&quot;fontWeight&quot;:&quot;bold&quot;,&quot;fontStyle&quot;:&quot;normal&quot;,&quot;decoration&quot;:&quot;none&quot;,&quot;script&quot;:&quot;none&quot;},&quot;range&quot;:[0,9]}],&quot;text&quot;:&quot;NATIVE TAA&quot;}],&quot;_lastCaretLocation&quot;:{&quot;lineIndex&quot;:0,&quot;runIndex&quot;:-1,&quot;charIndex&quot;:-1,&quot;endOfLine&quot;:true}},&quot;format&quot;:&quot;BETTER_TEXT&quot;,&quot;size&quot;:{&quot;x&quot;:99.52740546777554,&quot;y&quot;:19},&quot;targetSize&quot;:{&quot;x&quot;:99.52740546777554,&quot;y&quot;:2}},&quot;parent&quot;:{&quot;type&quot;:&quot;CHILD&quot;,&quot;parentId&quot;:&quot;66f5f097-bf20-4b6c-8d2c-5df8f307b2ae&quot;,&quot;order&quot;:&quot;5&quot;}},&quot;69da7088-505a-4128-a79d-7e5b78aab79b&quot;:{&quot;id&quot;:&quot;69da7088-505a-4128-a79d-7e5b78aab79b&quot;,&quot;type&quot;:&quot;FIGURE_OBJECT&quot;,&quot;relativeTransform&quot;:{&quot;translate&quot;:{&quot;x&quot;:-311.7119746445528,&quot;y&quot;:32.2375341119815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#63666A&quot;,&quot;fontWeight&quot;:&quot;bold&quot;,&quot;fontStyle&quot;:&quot;normal&quot;,&quot;decoration&quot;:&quot;none&quot;},&quot;range&quot;:[0,22]},{&quot;style&quot;:{&quot;fontFamily&quot;:&quot;Roboto&quot;,&quot;fontSize&quot;:16,&quot;color&quot;:&quot;#63666A&quot;,&quot;fontWeight&quot;:&quot;bold&quot;,&quot;fontStyle&quot;:&quot;normal&quot;,&quot;decoration&quot;:&quot;none&quot;},&quot;range&quot;:[23,23]},{&quot;style&quot;:{&quot;fontFamily&quot;:&quot;Roboto&quot;,&quot;fontSize&quot;:16,&quot;color&quot;:&quot;#63666A&quot;,&quot;fontWeight&quot;:&quot;normal&quot;,&quot;fontStyle&quot;:&quot;normal&quot;,&quot;decoration&quot;:&quot;none&quot;},&quot;range&quot;:[24,148]}],&quot;text&quot;:&quot;NCBI Ref / WT Survivin: Cysteine (C) at position 57 forms a weak P2 anchor. Rapid dissociation from HLA-A*02:01 groove prevents robust immune priming&quot;}],&quot;_lastCaretLocation&quot;:{&quot;lineIndex&quot;:0,&quot;runIndex&quot;:-1,&quot;charIndex&quot;:-1,&quot;endOfLine&quot;:true}},&quot;format&quot;:&quot;BETTER_TEXT&quot;,&quot;size&quot;:{&quot;x&quot;:574.0746855798785,&quot;y&quot;:41.354205222511666},&quot;targetSize&quot;:{&quot;x&quot;:574.0746855798785,&quot;y&quot;:41.354205222511666}},&quot;parent&quot;:{&quot;type&quot;:&quot;CHILD&quot;,&quot;parentId&quot;:&quot;3c0af1b5-374d-43c1-b3d9-7ff99d0f2620&quot;,&quot;order&quot;:&quot;999&quot;}},&quot;bd45aa76-6280-4215-a5d8-4d078b46e062&quot;:{&quot;id&quot;:&quot;bd45aa76-6280-4215-a5d8-4d078b46e062&quot;,&quot;type&quot;:&quot;FIGURE_OBJECT&quot;,&quot;relativeTransform&quot;:{&quot;translate&quot;:{&quot;x&quot;:-114.07130624911018,&quot;y&quot;:-47.9029776413125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L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8&quot;}},&quot;81a5a326-6849-48d9-abc3-11e7a3583747&quot;:{&quot;id&quot;:&quot;81a5a326-6849-48d9-abc3-11e7a3583747&quot;,&quot;type&quot;:&quot;FIGURE_OBJECT&quot;,&quot;relativeTransform&quot;:{&quot;translate&quot;:{&quot;x&quot;:-163.5323881434907,&quot;y&quot;:-47.90284687853040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E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7&quot;}},&quot;35a67a50-1a73-4f2e-96b4-dabaf4259083&quot;:{&quot;id&quot;:&quot;35a67a50-1a73-4f2e-96b4-dabaf4259083&quot;,&quot;type&quot;:&quot;FIGURE_OBJECT&quot;,&quot;relativeTransform&quot;:{&quot;translate&quot;:{&quot;x&quot;:-212.99312041507076,&quot;y&quot;:-47.03934034039128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K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6&quot;}},&quot;b85ce2f1-20c4-4737-a6a6-b2246dfb6e5a&quot;:{&quot;id&quot;:&quot;b85ce2f1-20c4-4737-a6a6-b2246dfb6e5a&quot;,&quot;type&quot;:&quot;FIGURE_OBJECT&quot;,&quot;relativeTransform&quot;:{&quot;translate&quot;:{&quot;x&quot;:-262.4538003815379,&quot;y&quot;:-47.9028599548086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F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5&quot;}},&quot;6ee5bd19-e43e-4b1e-8300-82d51ff36fc3&quot;:{&quot;id&quot;:&quot;6ee5bd19-e43e-4b1e-8300-82d51ff36fc3&quot;,&quot;type&quot;:&quot;FIGURE_OBJECT&quot;,&quot;relativeTransform&quot;:{&quot;translate&quot;:{&quot;x&quot;:-311.91488227591844,&quot;y&quot;:-47.9027291920264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C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2&quot;}},&quot;31842b3a-4759-49da-bd4d-88b4b24d5038&quot;:{&quot;id&quot;:&quot;31842b3a-4759-49da-bd4d-88b4b24d5038&quot;,&quot;type&quot;:&quot;FIGURE_OBJECT&quot;,&quot;relativeTransform&quot;:{&quot;translate&quot;:{&quot;x&quot;:-361.3756145474985,&quot;y&quot;:-47.0392226538873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F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9&quot;}},&quot;29ab591d-5ce6-404e-b337-2b8092707536&quot;:{&quot;id&quot;:&quot;29ab591d-5ce6-404e-b337-2b8092707536&quot;,&quot;type&quot;:&quot;FIGURE_OBJECT&quot;,&quot;relativeTransform&quot;:{&quot;translate&quot;:{&quot;x&quot;:-410.83669644187904,&quot;y&quot;:-47.0390918911052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F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8&quot;}},&quot;6e879363-8378-4198-a836-6663b0d81841&quot;:{&quot;type&quot;:&quot;FIGURE_OBJECT&quot;,&quot;id&quot;:&quot;6e879363-8378-4198-a836-6663b0d81841&quot;,&quot;path&quot;:{&quot;type&quot;:&quot;RECT&quot;,&quot;size&quot;:{&quot;x&quot;:43.714266006508865,&quot;y&quot;:56.81818181818182},&quot;cornerRounding&quot;:{&quot;type&quot;:&quot;ARC_LENGTH&quot;,&quot;global&quot;:0}},&quot;pathStyles&quot;:[{&quot;type&quot;:&quot;FILL&quot;,&quot;fillStyle&quot;:&quot;rgba(253,238,237,1)&quot;},{&quot;type&quot;:&quot;STROKE&quot;,&quot;strokeStyle&quot;:&quot;#DA291C&quot;,&quot;lineWidth&quot;:2,&quot;lineJoin&quot;:&quot;round&quot;}],&quot;parent&quot;:{&quot;type&quot;:&quot;CHILD&quot;,&quot;parentId&quot;:&quot;3c0af1b5-374d-43c1-b3d9-7ff99d0f2620&quot;,&quot;order&quot;:&quot;97&quot;},&quot;relativeTransform&quot;:{&quot;translate&quot;:{&quot;x&quot;:-468.4280402492569,&quot;y&quot;:-47.03859808791398},&quot;rotate&quot;:0,&quot;skewX&quot;:0,&quot;scale&quot;:{&quot;x&quot;:1,&quot;y&quot;:1}},&quot;layout&quot;:{&quot;sizeRatio&quot;:{&quot;x&quot;:0.88,&quot;y&quot;:0.88},&quot;keepAspectRatio&quot;:false}},&quot;63220f3d-e088-4b18-ba6a-83afbfb13de7&quot;:{&quot;id&quot;:&quot;63220f3d-e088-4b18-ba6a-83afbfb13de7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42.666666666666664,&quot;color&quot;:&quot;rgba(192,56,48,1)&quot;,&quot;fontWeight&quot;:&quot;bold&quot;,&quot;fontStyle&quot;:&quot;normal&quot;,&quot;decoration&quot;:&quot;none&quot;},&quot;range&quot;:[0,0]}],&quot;text&quot;:&quot;C&quot;}],&quot;_lastCaretLocation&quot;:{&quot;lineIndex&quot;:0,&quot;runIndex&quot;:-1,&quot;charIndex&quot;:-1,&quot;endOfLine&quot;:true}},&quot;format&quot;:&quot;BETTER_TEXT&quot;,&quot;size&quot;:{&quot;x&quot;:38.4685540857278,&quot;y&quot;:50},&quot;targetSize&quot;:{&quot;x&quot;:38.4685540857278,&quot;y&quot;:2.32}},&quot;parent&quot;:{&quot;type&quot;:&quot;CHILD&quot;,&quot;parentId&quot;:&quot;6e879363-8378-4198-a836-6663b0d81841&quot;,&quot;order&quot;:&quot;5&quot;}},&quot;b17fff23-d10e-4834-89c8-3e2117f75fd9&quot;:{&quot;id&quot;:&quot;b17fff23-d10e-4834-89c8-3e2117f75fd9&quot;,&quot;type&quot;:&quot;FIGURE_OBJECT&quot;,&quot;relativeTransform&quot;:{&quot;translate&quot;:{&quot;x&quot;:-525.1686805994561,&quot;y&quot;:-47.90296807880126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42.666666666666664,&quot;color&quot;:&quot;black&quot;,&quot;fontWeight&quot;:&quot;bold&quot;,&quot;fontStyle&quot;:&quot;normal&quot;,&quot;decoration&quot;:&quot;none&quot;},&quot;range&quot;:[0,0]}],&quot;text&quot;:&quot;Q&quot;}],&quot;_lastCaretLocation&quot;:{&quot;lineIndex&quot;:0,&quot;runIndex&quot;:-1,&quot;charIndex&quot;:-1,&quot;endOfLine&quot;:true}},&quot;format&quot;:&quot;BETTER_TEXT&quot;,&quot;size&quot;:{&quot;x&quot;:29.453720092773438,&quot;y&quot;:50},&quot;targetSize&quot;:{&quot;x&quot;:16.54053919820238,&quot;y&quot;:23.91506775155535}},&quot;parent&quot;:{&quot;type&quot;:&quot;CHILD&quot;,&quot;parentId&quot;:&quot;3c0af1b5-374d-43c1-b3d9-7ff99d0f2620&quot;,&quot;order&quot;:&quot;95&quot;}},&quot;48adad20-d620-4987-8ef3-e1a476c8d446&quot;:{&quot;id&quot;:&quot;48adad20-d620-4987-8ef3-e1a476c8d446&quot;,&quot;type&quot;:&quot;FIGURE_OBJECT&quot;,&quot;relativeTransform&quot;:{&quot;translate&quot;:{&quot;x&quot;:-436.908892050345,&quot;y&quot;:-124.9560154259048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9]}],&quot;text&quot;:&quot;Wildtype Core 9-mer (AA 56-64)&quot;}],&quot;_lastCaretLocation&quot;:{&quot;lineIndex&quot;:0,&quot;runIndex&quot;:-1,&quot;charIndex&quot;:-1,&quot;endOfLine&quot;:true}},&quot;format&quot;:&quot;BETTER_TEXT&quot;,&quot;size&quot;:{&quot;x&quot;:270.55585881088484,&quot;y&quot;:23.91506775155535},&quot;targetSize&quot;:{&quot;x&quot;:270.55585881088484,&quot;y&quot;:23.91506775155535}},&quot;parent&quot;:{&quot;type&quot;:&quot;CHILD&quot;,&quot;parentId&quot;:&quot;3c0af1b5-374d-43c1-b3d9-7ff99d0f2620&quot;,&quot;order&quot;:&quot;9&quot;}},&quot;48fc24b9-8ae0-4f47-b397-a2d943d7e638&quot;:{&quot;type&quot;:&quot;FIGURE_OBJECT&quot;,&quot;id&quot;:&quot;48fc24b9-8ae0-4f47-b397-a2d943d7e638&quot;,&quot;path&quot;:{&quot;type&quot;:&quot;RECT&quot;,&quot;size&quot;:{&quot;x&quot;:518.9518055774638,&quot;y&quot;:83.18152900912968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95AAD3&quot;,&quot;lineWidth&quot;:2,&quot;lineJoin&quot;:&quot;round&quot;}],&quot;parent&quot;:{&quot;type&quot;:&quot;CHILD&quot;,&quot;parentId&quot;:&quot;3c0af1b5-374d-43c1-b3d9-7ff99d0f2620&quot;,&quot;order&quot;:&quot;8&quot;},&quot;relativeTransform&quot;:{&quot;translate&quot;:{&quot;x&quot;:-311.7110135693416,&quot;y&quot;:-47.90255528448661},&quot;rotate&quot;:0,&quot;skewX&quot;:0,&quot;scale&quot;:{&quot;x&quot;:1,&quot;y&quot;:1}},&quot;layout&quot;:{&quot;sizeRatio&quot;:{&quot;x&quot;:0.88,&quot;y&quot;:0.88},&quot;keepAspectRatio&quot;:false}},&quot;54016a66-ed82-4574-845b-dea3e4367435&quot;:{&quot;id&quot;:&quot;54016a66-ed82-4574-845b-dea3e436743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456.67758890816816,&quot;y&quot;:22},&quot;targetSize&quot;:{&quot;x&quot;:456.67758890816816,&quot;y&quot;:2.32}},&quot;parent&quot;:{&quot;type&quot;:&quot;CHILD&quot;,&quot;parentId&quot;:&quot;48fc24b9-8ae0-4f47-b397-a2d943d7e638&quot;,&quot;order&quot;:&quot;5&quot;}},&quot;fb065b92-9ea2-4959-b373-d668deefc116&quot;:{&quot;type&quot;:&quot;FIGURE_OBJECT&quot;,&quot;id&quot;:&quot;fb065b92-9ea2-4959-b373-d668deefc116&quot;,&quot;path&quot;:{&quot;type&quot;:&quot;RECT&quot;,&quot;size&quot;:{&quot;x&quot;:602.3822678726672,&quot;y&quot;:233.3081542217521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#95AAD3&quot;,&quot;lineWidth&quot;:2,&quot;lineJoin&quot;:&quot;round&quot;}],&quot;parent&quot;:{&quot;type&quot;:&quot;CHILD&quot;,&quot;parentId&quot;:&quot;3c0af1b5-374d-43c1-b3d9-7ff99d0f2620&quot;,&quot;order&quot;:&quot;7&quot;},&quot;relativeTransform&quot;:{&quot;translate&quot;:{&quot;x&quot;:-311.7120031424581,&quot;y&quot;:-47.903368897692054},&quot;rotate&quot;:0,&quot;skewX&quot;:0,&quot;scale&quot;:{&quot;x&quot;:1,&quot;y&quot;:1}},&quot;layout&quot;:{&quot;sizeRatio&quot;:{&quot;x&quot;:0.88,&quot;y&quot;:0.88},&quot;keepAspectRatio&quot;:false}},&quot;4b55a59a-a311-4c0f-9ec9-563c5ac7cdbf&quot;:{&quot;id&quot;:&quot;4b55a59a-a311-4c0f-9ec9-563c5ac7cdbf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530.0963957279471,&quot;y&quot;:22},&quot;targetSize&quot;:{&quot;x&quot;:530.0963957279471,&quot;y&quot;:2.32}},&quot;parent&quot;:{&quot;type&quot;:&quot;CHILD&quot;,&quot;parentId&quot;:&quot;fb065b92-9ea2-4959-b373-d668deefc116&quot;,&quot;order&quot;:&quot;5&quot;}},&quot;afb8fceb-9937-4bb7-b19e-58c8a52b2908&quot;:{&quot;id&quot;:&quot;afb8fceb-9937-4bb7-b19e-58c8a52b2908&quot;,&quot;type&quot;:&quot;FIGURE_OBJECT&quot;,&quot;relativeTransform&quot;:{&quot;translate&quot;:{&quot;x&quot;:-0.0002673457730679729,&quot;y&quot;:-307.9586254390449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,&quot;script&quot;:&quot;none&quot;},&quot;range&quot;:[0,37]}],&quot;text&quot;:&quot;SurVaxM: Rational Mimotope Engineering&quot;}],&quot;_lastCaretLocation&quot;:{&quot;lineIndex&quot;:0,&quot;runIndex&quot;:-1,&quot;charIndex&quot;:-1,&quot;endOfLine&quot;:true}},&quot;format&quot;:&quot;BETTER_TEXT&quot;,&quot;size&quot;:{&quot;x&quot;:702.3184715765454,&quot;y&quot;:48.92496210229517},&quot;targetSize&quot;:{&quot;x&quot;:702.3184715765454,&quot;y&quot;:48.92496210229517}},&quot;parent&quot;:{&quot;type&quot;:&quot;CHILD&quot;,&quot;parentId&quot;:&quot;3c0af1b5-374d-43c1-b3d9-7ff99d0f2620&quot;,&quot;order&quot;:&quot;5&quot;}},&quot;2a4d3566-f863-428f-ba4c-77ee5519978d&quot;:{&quot;id&quot;:&quot;2a4d3566-f863-428f-ba4c-77ee5519978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3c0af1b5-374d-43c1-b3d9-7ff99d0f2620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fb065b92-9ea2-4959-b373-d668deefc11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b065b92-9ea2-4959-b373-d668deefc116&quot;:{&quot;type&quot;:&quot;FIGURE_OBJECT&quot;,&quot;id&quot;:&quot;fb065b92-9ea2-4959-b373-d668deefc116&quot;,&quot;path&quot;:{&quot;type&quot;:&quot;RECT&quot;,&quot;size&quot;:{&quot;x&quot;:602.3822678726672,&quot;y&quot;:233.3081542217521},&quot;cornerRounding&quot;:{&quot;type&quot;:&quot;ARC_LENGTH&quot;,&quot;global&quot;:15.707963267948966}},&quot;pathStyles&quot;:[{&quot;type&quot;:&quot;FILL&quot;,&quot;fillStyle&quot;:&quot;rgba(238,244,251,1)&quot;},{&quot;type&quot;:&quot;STROKE&quot;,&quot;strokeStyle&quot;:&quot;#95AAD3&quot;,&quot;lineWidth&quot;:2,&quot;lineJoin&quot;:&quot;round&quot;}],&quot;parent&quot;:{&quot;type&quot;:&quot;CHILD&quot;,&quot;parentId&quot;:&quot;3c0af1b5-374d-43c1-b3d9-7ff99d0f2620&quot;,&quot;order&quot;:&quot;7&quot;},&quot;relativeTransform&quot;:{&quot;translate&quot;:{&quot;x&quot;:-311.7120031424581,&quot;y&quot;:-47.903368897692054},&quot;rotate&quot;:0,&quot;skewX&quot;:0,&quot;scale&quot;:{&quot;x&quot;:1,&quot;y&quot;:1}},&quot;layout&quot;:{&quot;sizeRatio&quot;:{&quot;x&quot;:0.88,&quot;y&quot;:0.88},&quot;keepAspectRatio&quot;:false}},&quot;4b55a59a-a311-4c0f-9ec9-563c5ac7cdbf&quot;:{&quot;id&quot;:&quot;4b55a59a-a311-4c0f-9ec9-563c5ac7cdbf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530.0963957279471,&quot;y&quot;:22},&quot;targetSize&quot;:{&quot;x&quot;:530.0963957279471,&quot;y&quot;:2.32}},&quot;parent&quot;:{&quot;type&quot;:&quot;CHILD&quot;,&quot;parentId&quot;:&quot;fb065b92-9ea2-4959-b373-d668deefc116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48fc24b9-8ae0-4f47-b397-a2d943d7e63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8fc24b9-8ae0-4f47-b397-a2d943d7e638&quot;:{&quot;type&quot;:&quot;FIGURE_OBJECT&quot;,&quot;id&quot;:&quot;48fc24b9-8ae0-4f47-b397-a2d943d7e638&quot;,&quot;path&quot;:{&quot;type&quot;:&quot;RECT&quot;,&quot;size&quot;:{&quot;x&quot;:518.9518055774638,&quot;y&quot;:83.18152900912968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95AAD3&quot;,&quot;lineWidth&quot;:2,&quot;lineJoin&quot;:&quot;round&quot;}],&quot;parent&quot;:{&quot;type&quot;:&quot;CHILD&quot;,&quot;parentId&quot;:&quot;3c0af1b5-374d-43c1-b3d9-7ff99d0f2620&quot;,&quot;order&quot;:&quot;8&quot;},&quot;relativeTransform&quot;:{&quot;translate&quot;:{&quot;x&quot;:-311.7110135693416,&quot;y&quot;:-47.90255528448661},&quot;rotate&quot;:0,&quot;skewX&quot;:0,&quot;scale&quot;:{&quot;x&quot;:1,&quot;y&quot;:1}},&quot;layout&quot;:{&quot;sizeRatio&quot;:{&quot;x&quot;:0.88,&quot;y&quot;:0.88},&quot;keepAspectRatio&quot;:false}},&quot;54016a66-ed82-4574-845b-dea3e4367435&quot;:{&quot;id&quot;:&quot;54016a66-ed82-4574-845b-dea3e436743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456.67758890816816,&quot;y&quot;:22},&quot;targetSize&quot;:{&quot;x&quot;:456.67758890816816,&quot;y&quot;:2.32}},&quot;parent&quot;:{&quot;type&quot;:&quot;CHILD&quot;,&quot;parentId&quot;:&quot;48fc24b9-8ae0-4f47-b397-a2d943d7e638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6e879363-8378-4198-a836-6663b0d8184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e879363-8378-4198-a836-6663b0d81841&quot;:{&quot;type&quot;:&quot;FIGURE_OBJECT&quot;,&quot;id&quot;:&quot;6e879363-8378-4198-a836-6663b0d81841&quot;,&quot;path&quot;:{&quot;type&quot;:&quot;RECT&quot;,&quot;size&quot;:{&quot;x&quot;:43.714266006508865,&quot;y&quot;:56.81818181818182},&quot;cornerRounding&quot;:{&quot;type&quot;:&quot;ARC_LENGTH&quot;,&quot;global&quot;:0}},&quot;pathStyles&quot;:[{&quot;type&quot;:&quot;FILL&quot;,&quot;fillStyle&quot;:&quot;rgba(253,238,237,1)&quot;},{&quot;type&quot;:&quot;STROKE&quot;,&quot;strokeStyle&quot;:&quot;#DA291C&quot;,&quot;lineWidth&quot;:2,&quot;lineJoin&quot;:&quot;round&quot;}],&quot;parent&quot;:{&quot;type&quot;:&quot;CHILD&quot;,&quot;parentId&quot;:&quot;3c0af1b5-374d-43c1-b3d9-7ff99d0f2620&quot;,&quot;order&quot;:&quot;97&quot;},&quot;relativeTransform&quot;:{&quot;translate&quot;:{&quot;x&quot;:-468.4280402492569,&quot;y&quot;:-47.03859808791398},&quot;rotate&quot;:0,&quot;skewX&quot;:0,&quot;scale&quot;:{&quot;x&quot;:1,&quot;y&quot;:1}},&quot;layout&quot;:{&quot;sizeRatio&quot;:{&quot;x&quot;:0.88,&quot;y&quot;:0.88},&quot;keepAspectRatio&quot;:false}},&quot;63220f3d-e088-4b18-ba6a-83afbfb13de7&quot;:{&quot;id&quot;:&quot;63220f3d-e088-4b18-ba6a-83afbfb13de7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42.666666666666664,&quot;color&quot;:&quot;rgba(192,56,48,1)&quot;,&quot;fontWeight&quot;:&quot;bold&quot;,&quot;fontStyle&quot;:&quot;normal&quot;,&quot;decoration&quot;:&quot;none&quot;},&quot;range&quot;:[0,0]}],&quot;text&quot;:&quot;C&quot;}],&quot;_lastCaretLocation&quot;:{&quot;lineIndex&quot;:0,&quot;runIndex&quot;:-1,&quot;charIndex&quot;:-1,&quot;endOfLine&quot;:true}},&quot;format&quot;:&quot;BETTER_TEXT&quot;,&quot;size&quot;:{&quot;x&quot;:38.4685540857278,&quot;y&quot;:50},&quot;targetSize&quot;:{&quot;x&quot;:38.4685540857278,&quot;y&quot;:2.32}},&quot;parent&quot;:{&quot;type&quot;:&quot;CHILD&quot;,&quot;parentId&quot;:&quot;6e879363-8378-4198-a836-6663b0d81841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66f5f097-bf20-4b6c-8d2c-5df8f307b2a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6f5f097-bf20-4b6c-8d2c-5df8f307b2ae&quot;:{&quot;type&quot;:&quot;FIGURE_OBJECT&quot;,&quot;id&quot;:&quot;66f5f097-bf20-4b6c-8d2c-5df8f307b2ae&quot;,&quot;path&quot;:{&quot;type&quot;:&quot;RECT&quot;,&quot;size&quot;:{&quot;x&quot;:113.09932439519949,&quot;y&quot;:21.59090909090909},&quot;cornerRounding&quot;:{&quot;type&quot;:&quot;ARC_LENGTH&quot;,&quot;global&quot;:2.3464702830825117}},&quot;pathStyles&quot;:[{&quot;type&quot;:&quot;FILL&quot;,&quot;fillStyle&quot;:&quot;rgba(185,219,244,1)&quot;},{&quot;type&quot;:&quot;STROKE&quot;,&quot;strokeStyle&quot;:&quot;rgba(49,126,194,1)&quot;,&quot;lineWidth&quot;:0.29876187549665656,&quot;lineJoin&quot;:&quot;round&quot;}],&quot;parent&quot;:{&quot;type&quot;:&quot;CHILD&quot;,&quot;parentId&quot;:&quot;3c0af1b5-374d-43c1-b3d9-7ff99d0f2620&quot;,&quot;order&quot;:&quot;9995&quot;},&quot;relativeTransform&quot;:{&quot;translate&quot;:{&quot;x&quot;:-95.14072067309651,&quot;y&quot;:-134.30274312489135},&quot;rotate&quot;:0,&quot;skewX&quot;:0,&quot;scale&quot;:{&quot;x&quot;:1,&quot;y&quot;:1}},&quot;layout&quot;:{&quot;sizeRatio&quot;:{&quot;x&quot;:0.88,&quot;y&quot;:0.88},&quot;keepAspectRatio&quot;:false}},&quot;cbb0540e-d521-4daf-b2bc-c1f7955b47de&quot;:{&quot;id&quot;:&quot;cbb0540e-d521-4daf-b2bc-c1f7955b47d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5.999999999999996,&quot;color&quot;:&quot;rgba(21,82,137,1)&quot;,&quot;fontWeight&quot;:&quot;bold&quot;,&quot;fontStyle&quot;:&quot;normal&quot;,&quot;decoration&quot;:&quot;none&quot;,&quot;script&quot;:&quot;none&quot;},&quot;range&quot;:[0,9]}],&quot;text&quot;:&quot;NATIVE TAA&quot;}],&quot;_lastCaretLocation&quot;:{&quot;lineIndex&quot;:0,&quot;runIndex&quot;:-1,&quot;charIndex&quot;:-1,&quot;endOfLine&quot;:true}},&quot;format&quot;:&quot;BETTER_TEXT&quot;,&quot;size&quot;:{&quot;x&quot;:99.52740546777554,&quot;y&quot;:19},&quot;targetSize&quot;:{&quot;x&quot;:99.52740546777554,&quot;y&quot;:2}},&quot;parent&quot;:{&quot;type&quot;:&quot;CHILD&quot;,&quot;parentId&quot;:&quot;66f5f097-bf20-4b6c-8d2c-5df8f307b2ae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389962a9-26bf-4b25-aaea-2a783ec1739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89962a9-26bf-4b25-aaea-2a783ec1739a&quot;:{&quot;type&quot;:&quot;FIGURE_OBJECT&quot;,&quot;id&quot;:&quot;389962a9-26bf-4b25-aaea-2a783ec1739a&quot;,&quot;path&quot;:{&quot;type&quot;:&quot;RECT&quot;,&quot;size&quot;:{&quot;x&quot;:602.3822678726672,&quot;y&quot;:233.3081542217521},&quot;cornerRounding&quot;:{&quot;type&quot;:&quot;ARC_LENGTH&quot;,&quot;global&quot;:15.707963267948966}},&quot;pathStyles&quot;:[{&quot;type&quot;:&quot;FILL&quot;,&quot;fillStyle&quot;:&quot;rgba(244,248,241,1)&quot;},{&quot;type&quot;:&quot;STROKE&quot;,&quot;strokeStyle&quot;:&quot;rgba(148,196,125,1)&quot;,&quot;lineWidth&quot;:2,&quot;lineJoin&quot;:&quot;round&quot;}],&quot;parent&quot;:{&quot;type&quot;:&quot;CHILD&quot;,&quot;parentId&quot;:&quot;3c0af1b5-374d-43c1-b3d9-7ff99d0f2620&quot;,&quot;order&quot;:&quot;99952&quot;},&quot;relativeTransform&quot;:{&quot;translate&quot;:{&quot;x&quot;:309.5261143485968,&quot;y&quot;:-47.90274325842862},&quot;rotate&quot;:0,&quot;skewX&quot;:0,&quot;scale&quot;:{&quot;x&quot;:1,&quot;y&quot;:1}},&quot;layout&quot;:{&quot;sizeRatio&quot;:{&quot;x&quot;:0.88,&quot;y&quot;:0.88},&quot;keepAspectRatio&quot;:false}},&quot;37630e94-b46b-45a5-ac37-55d383c828f2&quot;:{&quot;id&quot;:&quot;37630e94-b46b-45a5-ac37-55d383c828f2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530.0963957279471,&quot;y&quot;:22},&quot;targetSize&quot;:{&quot;x&quot;:530.0963957279471,&quot;y&quot;:2.32}},&quot;parent&quot;:{&quot;type&quot;:&quot;CHILD&quot;,&quot;parentId&quot;:&quot;389962a9-26bf-4b25-aaea-2a783ec1739a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0a1bb75e-b6c3-4d3a-b21e-7e41148a1ee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a1bb75e-b6c3-4d3a-b21e-7e41148a1ee2&quot;:{&quot;type&quot;:&quot;FIGURE_OBJECT&quot;,&quot;id&quot;:&quot;0a1bb75e-b6c3-4d3a-b21e-7e41148a1ee2&quot;,&quot;path&quot;:{&quot;type&quot;:&quot;RECT&quot;,&quot;size&quot;:{&quot;x&quot;:518.9518055774638,&quot;y&quot;:83.18152900912968},&quot;cornerRounding&quot;:{&quot;type&quot;:&quot;ARC_LENGTH&quot;,&quot;global&quot;:15.707963267948966}},&quot;pathStyles&quot;:[{&quot;type&quot;:&quot;FILL&quot;,&quot;fillStyle&quot;:&quot;rgba(255,255,255,1)&quot;},{&quot;type&quot;:&quot;STROKE&quot;,&quot;strokeStyle&quot;:&quot;#789D4A&quot;,&quot;lineWidth&quot;:2,&quot;lineJoin&quot;:&quot;round&quot;}],&quot;parent&quot;:{&quot;type&quot;:&quot;CHILD&quot;,&quot;parentId&quot;:&quot;3c0af1b5-374d-43c1-b3d9-7ff99d0f2620&quot;,&quot;order&quot;:&quot;99955&quot;},&quot;relativeTransform&quot;:{&quot;translate&quot;:{&quot;x&quot;:309.5271039217133,&quot;y&quot;:-47.90192964522318},&quot;rotate&quot;:0,&quot;skewX&quot;:0,&quot;scale&quot;:{&quot;x&quot;:1,&quot;y&quot;:1}},&quot;layout&quot;:{&quot;sizeRatio&quot;:{&quot;x&quot;:0.88,&quot;y&quot;:0.88},&quot;keepAspectRatio&quot;:false}},&quot;08ebf77c-1da1-4d85-80c2-6610702052c8&quot;:{&quot;id&quot;:&quot;08ebf77c-1da1-4d85-80c2-6610702052c8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456.67758890816816,&quot;y&quot;:22},&quot;targetSize&quot;:{&quot;x&quot;:456.67758890816816,&quot;y&quot;:2.32}},&quot;parent&quot;:{&quot;type&quot;:&quot;CHILD&quot;,&quot;parentId&quot;:&quot;0a1bb75e-b6c3-4d3a-b21e-7e41148a1ee2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998a9369-6728-4e53-a7ff-4e845760302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98a9369-6728-4e53-a7ff-4e845760302b&quot;:{&quot;type&quot;:&quot;FIGURE_OBJECT&quot;,&quot;id&quot;:&quot;998a9369-6728-4e53-a7ff-4e845760302b&quot;,&quot;path&quot;:{&quot;type&quot;:&quot;RECT&quot;,&quot;size&quot;:{&quot;x&quot;:43.714266006508865,&quot;y&quot;:56.81818181818182},&quot;cornerRounding&quot;:{&quot;type&quot;:&quot;ARC_LENGTH&quot;,&quot;global&quot;:0}},&quot;pathStyles&quot;:[{&quot;type&quot;:&quot;FILL&quot;,&quot;fillStyle&quot;:&quot;rgba(244,248,241,1)&quot;},{&quot;type&quot;:&quot;STROKE&quot;,&quot;strokeStyle&quot;:&quot;rgba(148,196,125,1)&quot;,&quot;lineWidth&quot;:2,&quot;lineJoin&quot;:&quot;round&quot;}],&quot;parent&quot;:{&quot;type&quot;:&quot;CHILD&quot;,&quot;parentId&quot;:&quot;3c0af1b5-374d-43c1-b3d9-7ff99d0f2620&quot;,&quot;order&quot;:&quot;99962&quot;},&quot;relativeTransform&quot;:{&quot;translate&quot;:{&quot;x&quot;:152.810077241798,&quot;y&quot;:-47.03797244865055},&quot;rotate&quot;:0,&quot;skewX&quot;:0,&quot;scale&quot;:{&quot;x&quot;:1,&quot;y&quot;:1}},&quot;layout&quot;:{&quot;sizeRatio&quot;:{&quot;x&quot;:0.88,&quot;y&quot;:0.88},&quot;keepAspectRatio&quot;:false}},&quot;c863232e-3b6f-4b84-968e-1821afacea65&quot;:{&quot;id&quot;:&quot;c863232e-3b6f-4b84-968e-1821afacea6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42.666666666666664,&quot;color&quot;:&quot;#789D4A&quot;,&quot;fontWeight&quot;:&quot;bold&quot;,&quot;fontStyle&quot;:&quot;normal&quot;,&quot;decoration&quot;:&quot;none&quot;},&quot;range&quot;:[0,0]}],&quot;text&quot;:&quot;M&quot;}],&quot;_lastCaretLocation&quot;:{&quot;lineIndex&quot;:0,&quot;runIndex&quot;:-1,&quot;charIndex&quot;:-1,&quot;endOfLine&quot;:true}},&quot;format&quot;:&quot;BETTER_TEXT&quot;,&quot;size&quot;:{&quot;x&quot;:38.4685540857278,&quot;y&quot;:50},&quot;targetSize&quot;:{&quot;x&quot;:38.4685540857278,&quot;y&quot;:2.32}},&quot;parent&quot;:{&quot;type&quot;:&quot;CHILD&quot;,&quot;parentId&quot;:&quot;998a9369-6728-4e53-a7ff-4e845760302b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54b4dc2e-7bdf-48a9-8292-9b330b10963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4b4dc2e-7bdf-48a9-8292-9b330b109631&quot;:{&quot;type&quot;:&quot;FIGURE_OBJECT&quot;,&quot;id&quot;:&quot;54b4dc2e-7bdf-48a9-8292-9b330b109631&quot;,&quot;path&quot;:{&quot;type&quot;:&quot;RECT&quot;,&quot;size&quot;:{&quot;x&quot;:188.9793810681037,&quot;y&quot;:24.052498986909054},&quot;cornerRounding&quot;:{&quot;type&quot;:&quot;ARC_LENGTH&quot;,&quot;global&quot;:2.3464702830825117}},&quot;pathStyles&quot;:[{&quot;type&quot;:&quot;FILL&quot;,&quot;fillStyle&quot;:&quot;rgba(148,196,125,1)&quot;},{&quot;type&quot;:&quot;STROKE&quot;,&quot;strokeStyle&quot;:&quot;rgba(51,90,48,1)&quot;,&quot;lineWidth&quot;:0.29876187549665656,&quot;lineJoin&quot;:&quot;round&quot;}],&quot;parent&quot;:{&quot;type&quot;:&quot;CHILD&quot;,&quot;parentId&quot;:&quot;3c0af1b5-374d-43c1-b3d9-7ff99d0f2620&quot;,&quot;order&quot;:&quot;9999&quot;},&quot;relativeTransform&quot;:{&quot;translate&quot;:{&quot;x&quot;:489.13378719954324,&quot;y&quot;:-127.66671404228386},&quot;rotate&quot;:0,&quot;skewX&quot;:0,&quot;scale&quot;:{&quot;x&quot;:1,&quot;y&quot;:1}},&quot;layout&quot;:{&quot;sizeRatio&quot;:{&quot;x&quot;:0.88,&quot;y&quot;:0.88},&quot;keepAspectRatio&quot;:false}},&quot;0192d841-601b-4f7c-a6a0-d27cd24c869a&quot;:{&quot;id&quot;:&quot;0192d841-601b-4f7c-a6a0-d27cd24c869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5.999999999999996,&quot;color&quot;:&quot;rgba(51,90,48,1)&quot;,&quot;fontWeight&quot;:&quot;bold&quot;,&quot;fontStyle&quot;:&quot;normal&quot;,&quot;decoration&quot;:&quot;none&quot;,&quot;script&quot;:&quot;none&quot;},&quot;range&quot;:[0,17]}],&quot;text&quot;:&quot;SURVAXM / SVN53-67&quot;}],&quot;_lastCaretLocation&quot;:{&quot;lineIndex&quot;:0,&quot;runIndex&quot;:-1,&quot;charIndex&quot;:-1,&quot;endOfLine&quot;:true}},&quot;format&quot;:&quot;BETTER_TEXT&quot;,&quot;size&quot;:{&quot;x&quot;:166.30185533993125,&quot;y&quot;:19},&quot;targetSize&quot;:{&quot;x&quot;:166.30185533993125,&quot;y&quot;:2}},&quot;parent&quot;:{&quot;type&quot;:&quot;CHILD&quot;,&quot;parentId&quot;:&quot;54b4dc2e-7bdf-48a9-8292-9b330b109631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c8737ab8-8cfb-463f-b21b-a8847939dcc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8737ab8-8cfb-463f-b21b-a8847939dccf&quot;:{&quot;type&quot;:&quot;FIGURE_OBJECT&quot;,&quot;id&quot;:&quot;c8737ab8-8cfb-463f-b21b-a8847939dccf&quot;,&quot;path&quot;:{&quot;type&quot;:&quot;RECT&quot;,&quot;size&quot;:{&quot;x&quot;:1173.3177090355387,&quot;y&quot;:106.23350844390019},&quot;cornerRounding&quot;:{&quot;type&quot;:&quot;ARC_LENGTH&quot;,&quot;global&quot;:16.391047333595935}},&quot;pathStyles&quot;:[{&quot;type&quot;:&quot;FILL&quot;,&quot;fillStyle&quot;:&quot;rgb(25, 65, 113)&quot;},{&quot;type&quot;:&quot;STROKE&quot;,&quot;strokeStyle&quot;:&quot;rgb(0, 1, 2)&quot;,&quot;lineWidth&quot;:2.0869729644760193,&quot;lineJoin&quot;:&quot;round&quot;}],&quot;parent&quot;:{&quot;type&quot;:&quot;CHILD&quot;,&quot;parentId&quot;:&quot;3c0af1b5-374d-43c1-b3d9-7ff99d0f2620&quot;,&quot;order&quot;:&quot;99995&quot;},&quot;relativeTransform&quot;:{&quot;translate&quot;:{&quot;x&quot;:-11.046701962511065,&quot;y&quot;:209.51335372198122},&quot;rotate&quot;:0,&quot;skewX&quot;:0,&quot;scale&quot;:{&quot;x&quot;:1,&quot;y&quot;:1}},&quot;layout&quot;:{&quot;sizeRatio&quot;:{&quot;x&quot;:0.88,&quot;y&quot;:0.88},&quot;keepAspectRatio&quot;:false}},&quot;c0cf4a7b-035a-4fdb-ab19-d28fa3f5f0f0&quot;:{&quot;id&quot;:&quot;c0cf4a7b-035a-4fdb-ab19-d28fa3f5f0f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47841433510951,&quot;color&quot;:&quot;black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032.5195839512742,&quot;y&quot;:23},&quot;targetSize&quot;:{&quot;x&quot;:1032.5195839512742,&quot;y&quot;:2}},&quot;parent&quot;:{&quot;type&quot;:&quot;CHILD&quot;,&quot;parentId&quot;:&quot;c8737ab8-8cfb-463f-b21b-a8847939dccf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6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0af1b5-374d-43c1-b3d9-7ff99d0f2620"/>
  <p:tag name="SELECTIONIDS" val="935cdcc9-026b-4136-9137-e079b90882b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35cdcc9-026b-4136-9137-e079b90882b9&quot;:{&quot;type&quot;:&quot;FIGURE_OBJECT&quot;,&quot;id&quot;:&quot;935cdcc9-026b-4136-9137-e079b90882b9&quot;,&quot;path&quot;:{&quot;type&quot;:&quot;RECT&quot;,&quot;size&quot;:{&quot;x&quot;:146.73219313419708,&quot;y&quot;:64.77272727272727},&quot;cornerRounding&quot;:{&quot;type&quot;:&quot;ARC_LENGTH&quot;,&quot;global&quot;:2.3464702830825117}},&quot;pathStyles&quot;:[{&quot;type&quot;:&quot;FILL&quot;,&quot;fillStyle&quot;:&quot;rgba(49,126,194,1)&quot;},{&quot;type&quot;:&quot;STROKE&quot;,&quot;strokeStyle&quot;:&quot;#63666A&quot;,&quot;lineWidth&quot;:0.29876187549665656,&quot;lineJoin&quot;:&quot;round&quot;}],&quot;parent&quot;:{&quot;type&quot;:&quot;CHILD&quot;,&quot;parentId&quot;:&quot;3c0af1b5-374d-43c1-b3d9-7ff99d0f2620&quot;,&quot;order&quot;:&quot;99998&quot;},&quot;relativeTransform&quot;:{&quot;translate&quot;:{&quot;x&quot;:489.13354554132115,&quot;y&quot;:207.54800021025815},&quot;rotate&quot;:0,&quot;skewX&quot;:0,&quot;scale&quot;:{&quot;x&quot;:1,&quot;y&quot;:1}},&quot;layout&quot;:{&quot;sizeRatio&quot;:{&quot;x&quot;:0.88,&quot;y&quot;:0.88},&quot;keepAspectRatio&quot;:false}},&quot;0f26847b-0901-4400-88ff-1819d19e9295&quot;:{&quot;id&quot;:&quot;0f26847b-0901-4400-88ff-1819d19e929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2.666666666666664,&quot;color&quot;:&quot;rgba(225,242,239,1)&quot;,&quot;fontWeight&quot;:&quot;bold&quot;,&quot;fontStyle&quot;:&quot;normal&quot;,&quot;decoration&quot;:&quot;none&quot;,&quot;script&quot;:&quot;none&quot;},&quot;range&quot;:[0,7]}],&quot;text&quot;:&quot;30.5 mos&quot;},{&quot;runs&quot;:[{&quot;style&quot;:{&quot;fontFamily&quot;:&quot;Roboto&quot;,&quot;fontSize&quot;:12,&quot;color&quot;:&quot;rgba(208,211,214,1)&quot;,&quot;fontWeight&quot;:&quot;bold&quot;,&quot;fontStyle&quot;:&quot;normal&quot;,&quot;decoration&quot;:&quot;none&quot;,&quot;script&quot;:&quot;none&quot;},&quot;range&quot;:[0,15]}],&quot;text&quot;:&quot;MEDIAN OS IN GBM&quot;,&quot;baseStyle&quot;:{&quot;fontFamily&quot;:&quot;Roboto&quot;,&quot;fontSize&quot;:12,&quot;color&quot;:&quot;rgba(208,211,214,1)&quot;,&quot;fontWeight&quot;:&quot;bold&quot;,&quot;fontStyle&quot;:&quot;normal&quot;,&quot;decoration&quot;:&quot;none&quot;,&quot;script&quot;:&quot;none&quot;}}],&quot;_lastCaretLocation&quot;:{&quot;lineIndex&quot;:1,&quot;runIndex&quot;:0,&quot;charIndex&quot;:13}},&quot;format&quot;:&quot;BETTER_TEXT&quot;,&quot;size&quot;:{&quot;x&quot;:129.12432995809343,&quot;y&quot;:41},&quot;targetSize&quot;:{&quot;x&quot;:129.12432995809343,&quot;y&quot;:2}},&quot;parent&quot;:{&quot;type&quot;:&quot;CHILD&quot;,&quot;parentId&quot;:&quot;935cdcc9-026b-4136-9137-e079b90882b9&quot;,&quot;order&quot;:&quot;5&quot;}},&quot;3c0af1b5-374d-43c1-b3d9-7ff99d0f2620&quot;:{&quot;id&quot;:&quot;3c0af1b5-374d-43c1-b3d9-7ff99d0f2620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5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7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3c7b2738-ca23-41d7-bd4a-848816d4b037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c7b2738-ca23-41d7-bd4a-848816d4b037&quot;:{&quot;id&quot;:&quot;3c7b2738-ca23-41d7-bd4a-848816d4b037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7&quot;},&quot;source&quot;:{&quot;id&quot;:&quot;67095a7b453fec58a69dc8c2&quot;,&quot;type&quot;:&quot;TEMPLATES&quot;},&quot;layout&quot;:{&quot;sizeRatio&quot;:{&quot;x&quot;:0.88,&quot;y&quot;:0.88},&quot;keepAspectRatio&quot;:false}},&quot;f507eff0-5e31-429a-b730-ba7771e5b70d&quot;:{&quot;id&quot;:&quot;f507eff0-5e31-429a-b730-ba7771e5b70d&quot;,&quot;name&quot;:&quot;Screenshot 2026-07-26 at 3.59.49 PM.png&quot;,&quot;type&quot;:&quot;FIGURE_OBJECT&quot;,&quot;relativeTransform&quot;:{&quot;translate&quot;:{&quot;x&quot;:-268.88919127697085,&quot;y&quot;:186.6826825031738},&quot;rotate&quot;:0,&quot;skewX&quot;:0,&quot;scale&quot;:{&quot;x&quot;:1.8636078690429962,&quot;y&quot;:1.8636078690429962}},&quot;image&quot;:{&quot;url&quot;:&quot;https://core.services.biorender.com/api/uploads/noredirect/6a667548206b209d55747791/1785099592338_6d2f7f80-56a6-4154-aaa9-1abdde72cc4f_icon.png&quot;,&quot;isPremium&quot;:false,&quot;isSignedURL&quot;:true,&quot;size&quot;:{&quot;x&quot;:300,&quot;y&quot;:169.46564885496184}},&quot;source&quot;:{&quot;id&quot;:&quot;6a667548206b209d55747791&quot;,&quot;type&quot;:&quot;UPLOADS&quot;},&quot;isPremium&quot;:false,&quot;parent&quot;:{&quot;type&quot;:&quot;CHILD&quot;,&quot;parentId&quot;:&quot;3c7b2738-ca23-41d7-bd4a-848816d4b037&quot;,&quot;order&quot;:&quot;9&quot;}},&quot;8ff28bd6-54fa-436e-9285-7cb6f2e9e254&quot;:{&quot;id&quot;:&quot;8ff28bd6-54fa-436e-9285-7cb6f2e9e254&quot;,&quot;name&quot;:&quot;Screenshot 2026-07-26 at 3.59.20 PM.png&quot;,&quot;type&quot;:&quot;FIGURE_OBJECT&quot;,&quot;relativeTransform&quot;:{&quot;translate&quot;:{&quot;x&quot;:311.5270427574005,&quot;y&quot;:12.83399130545074},&quot;rotate&quot;:0,&quot;skewX&quot;:0,&quot;scale&quot;:{&quot;x&quot;:1.7307451199594577,&quot;y&quot;:1.7307451199594577}},&quot;image&quot;:{&quot;url&quot;:&quot;https://core.services.biorender.com/api/uploads/noredirect/6a66752a57b98a186793c9af/1785099562378_46447553-47e5-4619-9927-ebb3bdfe0362_icon.png&quot;,&quot;isPremium&quot;:false,&quot;isSignedURL&quot;:true,&quot;size&quot;:{&quot;x&quot;:300,&quot;y&quot;:217.86743515850142}},&quot;source&quot;:{&quot;id&quot;:&quot;6a66752a57b98a186793c9af&quot;,&quot;type&quot;:&quot;UPLOADS&quot;},&quot;isPremium&quot;:false,&quot;parent&quot;:{&quot;type&quot;:&quot;CHILD&quot;,&quot;parentId&quot;:&quot;3c7b2738-ca23-41d7-bd4a-848816d4b037&quot;,&quot;order&quot;:&quot;8&quot;}},&quot;7c5285d8-3c55-41ec-a5bb-8c021091ac06&quot;:{&quot;id&quot;:&quot;7c5285d8-3c55-41ec-a5bb-8c021091ac06&quot;,&quot;name&quot;:&quot;Screenshot 2026-07-26 at 3.58.10 PM.png&quot;,&quot;type&quot;:&quot;FIGURE_OBJECT&quot;,&quot;relativeTransform&quot;:{&quot;translate&quot;:{&quot;x&quot;:-273.1670314469883,&quot;y&quot;:-109.1791120346766},&quot;rotate&quot;:0,&quot;skewX&quot;:0,&quot;scale&quot;:{&quot;x&quot;:1.7307451199594575,&quot;y&quot;:1.7307451199594572}},&quot;image&quot;:{&quot;url&quot;:&quot;https://core.services.biorender.com/api/uploads/noredirect/6a6674e58aff61f4f0812883/1785099493181_a00212ed-5b87-42f6-adc9-09d39c2c0197_icon.png&quot;,&quot;isPremium&quot;:false,&quot;isSignedURL&quot;:true,&quot;size&quot;:{&quot;x&quot;:300,&quot;y&quot;:159.70425138632163}},&quot;source&quot;:{&quot;id&quot;:&quot;6a6674e58aff61f4f0812883&quot;,&quot;type&quot;:&quot;UPLOADS&quot;},&quot;isPremium&quot;:false,&quot;parent&quot;:{&quot;type&quot;:&quot;CHILD&quot;,&quot;parentId&quot;:&quot;3c7b2738-ca23-41d7-bd4a-848816d4b037&quot;,&quot;order&quot;:&quot;7&quot;}},&quot;4a481f85-9b62-4ffd-812c-18a8f30182d6&quot;:{&quot;id&quot;:&quot;4a481f85-9b62-4ffd-812c-18a8f30182d6&quot;,&quot;type&quot;:&quot;FIGURE_OBJECT&quot;,&quot;relativeTransform&quot;:{&quot;translate&quot;:{&quot;x&quot;:-0.0004142711967318746,&quot;y&quot;:-297.799737319088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,&quot;script&quot;:&quot;none&quot;},&quot;range&quot;:[0,43]}],&quot;text&quot;:&quot;Andrew Sewell's Positional Scanning Approach&quot;},{&quot;runs&quot;:[{&quot;style&quot;:{&quot;fontFamily&quot;:&quot;Roboto&quot;,&quot;fontSize&quot;:34.666666666666664,&quot;color&quot;:&quot;rgba(129,134,137,1)&quot;,&quot;fontWeight&quot;:&quot;normal&quot;,&quot;fontStyle&quot;:&quot;normal&quot;,&quot;decoration&quot;:&quot;none&quot;,&quot;script&quot;:&quot;none&quot;},&quot;range&quot;:[0,50]}],&quot;text&quot;:&quot;Synthetic Combinatorial Peptide Libraries (PS-CPLs)&quot;}],&quot;_lastCaretLocation&quot;:{&quot;lineIndex&quot;:1,&quot;runIndex&quot;:-1,&quot;charIndex&quot;:-1,&quot;endOfLine&quot;:true}},&quot;format&quot;:&quot;BETTER_TEXT&quot;,&quot;size&quot;:{&quot;x&quot;:807.1312966309674,&quot;y&quot;:88},&quot;targetSize&quot;:{&quot;x&quot;:807.1312966309674,&quot;y&quot;:88}},&quot;parent&quot;:{&quot;type&quot;:&quot;CHILD&quot;,&quot;parentId&quot;:&quot;3c7b2738-ca23-41d7-bd4a-848816d4b037&quot;,&quot;order&quot;:&quot;5&quot;}},&quot;00452798-1a21-41e2-ba74-097c1c5c4445&quot;:{&quot;id&quot;:&quot;00452798-1a21-41e2-ba74-097c1c5c444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3c7b2738-ca23-41d7-bd4a-848816d4b037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7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7b2738-ca23-41d7-bd4a-848816d4b037"/>
  <p:tag name="SELECTIONIDS" val="7c5285d8-3c55-41ec-a5bb-8c021091ac0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c5285d8-3c55-41ec-a5bb-8c021091ac06&quot;:{&quot;id&quot;:&quot;7c5285d8-3c55-41ec-a5bb-8c021091ac06&quot;,&quot;name&quot;:&quot;Screenshot 2026-07-26 at 3.58.10 PM.png&quot;,&quot;type&quot;:&quot;FIGURE_OBJECT&quot;,&quot;relativeTransform&quot;:{&quot;translate&quot;:{&quot;x&quot;:-273.1670314469883,&quot;y&quot;:-109.1791120346766},&quot;rotate&quot;:0,&quot;skewX&quot;:0,&quot;scale&quot;:{&quot;x&quot;:1.7307451199594575,&quot;y&quot;:1.7307451199594572}},&quot;image&quot;:{&quot;url&quot;:&quot;https://core.services.biorender.com/api/uploads/noredirect/6a6674e58aff61f4f0812883/1785099493181_a00212ed-5b87-42f6-adc9-09d39c2c0197_icon.png&quot;,&quot;isPremium&quot;:false,&quot;isSignedURL&quot;:true,&quot;size&quot;:{&quot;x&quot;:300,&quot;y&quot;:159.70425138632163}},&quot;source&quot;:{&quot;id&quot;:&quot;6a6674e58aff61f4f0812883&quot;,&quot;type&quot;:&quot;UPLOADS&quot;},&quot;isPremium&quot;:false,&quot;parent&quot;:{&quot;type&quot;:&quot;CHILD&quot;,&quot;parentId&quot;:&quot;3c7b2738-ca23-41d7-bd4a-848816d4b037&quot;,&quot;order&quot;:&quot;7&quot;}},&quot;3c7b2738-ca23-41d7-bd4a-848816d4b037&quot;:{&quot;id&quot;:&quot;3c7b2738-ca23-41d7-bd4a-848816d4b037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7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7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7b2738-ca23-41d7-bd4a-848816d4b037"/>
  <p:tag name="SELECTIONIDS" val="8ff28bd6-54fa-436e-9285-7cb6f2e9e25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ff28bd6-54fa-436e-9285-7cb6f2e9e254&quot;:{&quot;id&quot;:&quot;8ff28bd6-54fa-436e-9285-7cb6f2e9e254&quot;,&quot;name&quot;:&quot;Screenshot 2026-07-26 at 3.59.20 PM.png&quot;,&quot;type&quot;:&quot;FIGURE_OBJECT&quot;,&quot;relativeTransform&quot;:{&quot;translate&quot;:{&quot;x&quot;:311.5270427574005,&quot;y&quot;:12.83399130545074},&quot;rotate&quot;:0,&quot;skewX&quot;:0,&quot;scale&quot;:{&quot;x&quot;:1.7307451199594577,&quot;y&quot;:1.7307451199594577}},&quot;image&quot;:{&quot;url&quot;:&quot;https://core.services.biorender.com/api/uploads/noredirect/6a66752a57b98a186793c9af/1785099562378_46447553-47e5-4619-9927-ebb3bdfe0362_icon.png&quot;,&quot;isPremium&quot;:false,&quot;isSignedURL&quot;:true,&quot;size&quot;:{&quot;x&quot;:300,&quot;y&quot;:217.86743515850142}},&quot;source&quot;:{&quot;id&quot;:&quot;6a66752a57b98a186793c9af&quot;,&quot;type&quot;:&quot;UPLOADS&quot;},&quot;isPremium&quot;:false,&quot;parent&quot;:{&quot;type&quot;:&quot;CHILD&quot;,&quot;parentId&quot;:&quot;3c7b2738-ca23-41d7-bd4a-848816d4b037&quot;,&quot;order&quot;:&quot;8&quot;}},&quot;3c7b2738-ca23-41d7-bd4a-848816d4b037&quot;:{&quot;id&quot;:&quot;3c7b2738-ca23-41d7-bd4a-848816d4b037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7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7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3c7b2738-ca23-41d7-bd4a-848816d4b037"/>
  <p:tag name="SELECTIONIDS" val="f507eff0-5e31-429a-b730-ba7771e5b70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507eff0-5e31-429a-b730-ba7771e5b70d&quot;:{&quot;id&quot;:&quot;f507eff0-5e31-429a-b730-ba7771e5b70d&quot;,&quot;name&quot;:&quot;Screenshot 2026-07-26 at 3.59.49 PM.png&quot;,&quot;type&quot;:&quot;FIGURE_OBJECT&quot;,&quot;relativeTransform&quot;:{&quot;translate&quot;:{&quot;x&quot;:-268.88919127697085,&quot;y&quot;:186.6826825031738},&quot;rotate&quot;:0,&quot;skewX&quot;:0,&quot;scale&quot;:{&quot;x&quot;:1.8636078690429962,&quot;y&quot;:1.8636078690429962}},&quot;image&quot;:{&quot;url&quot;:&quot;https://core.services.biorender.com/api/uploads/noredirect/6a667548206b209d55747791/1785099592338_6d2f7f80-56a6-4154-aaa9-1abdde72cc4f_icon.png&quot;,&quot;isPremium&quot;:false,&quot;isSignedURL&quot;:true,&quot;size&quot;:{&quot;x&quot;:300,&quot;y&quot;:169.46564885496184}},&quot;source&quot;:{&quot;id&quot;:&quot;6a667548206b209d55747791&quot;,&quot;type&quot;:&quot;UPLOADS&quot;},&quot;isPremium&quot;:false,&quot;parent&quot;:{&quot;type&quot;:&quot;CHILD&quot;,&quot;parentId&quot;:&quot;3c7b2738-ca23-41d7-bd4a-848816d4b037&quot;,&quot;order&quot;:&quot;9&quot;}},&quot;3c7b2738-ca23-41d7-bd4a-848816d4b037&quot;:{&quot;id&quot;:&quot;3c7b2738-ca23-41d7-bd4a-848816d4b037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7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8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78520cad-08c8-46a7-bba5-18443827c1c4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8520cad-08c8-46a7-bba5-18443827c1c4&quot;:{&quot;id&quot;:&quot;78520cad-08c8-46a7-bba5-18443827c1c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8&quot;},&quot;source&quot;:{&quot;id&quot;:&quot;67095a7b453fec58a69dc8c2&quot;,&quot;type&quot;:&quot;TEMPLATES&quot;},&quot;layout&quot;:{&quot;sizeRatio&quot;:{&quot;x&quot;:0.88,&quot;y&quot;:0.88},&quot;keepAspectRatio&quot;:false}},&quot;4dfa7c99-d37d-45bd-a0cf-40f7531d8089&quot;:{&quot;id&quot;:&quot;4dfa7c99-d37d-45bd-a0cf-40f7531d8089&quot;,&quot;name&quot;:&quot;Screenshot 2026-07-26 at 4.10.02 PM.png&quot;,&quot;type&quot;:&quot;FIGURE_OBJECT&quot;,&quot;relativeTransform&quot;:{&quot;translate&quot;:{&quot;x&quot;:-0.0003038550975409393,&quot;y&quot;:47.11486953174375},&quot;rotate&quot;:0,&quot;skewX&quot;:0,&quot;scale&quot;:{&quot;x&quot;:4.13190703436429,&quot;y&quot;:4.13190703436429}},&quot;image&quot;:{&quot;url&quot;:&quot;https://core.services.biorender.com/api/uploads/noredirect/6a6677ab206b209d55762adc/1785100203722_105f9307-8dd2-4358-b612-cecb33349e4f_icon.png&quot;,&quot;isPremium&quot;:false,&quot;isSignedURL&quot;:true,&quot;size&quot;:{&quot;x&quot;:300,&quot;y&quot;:141.70571696344894}},&quot;source&quot;:{&quot;id&quot;:&quot;6a6677ab206b209d55762adc&quot;,&quot;type&quot;:&quot;UPLOADS&quot;},&quot;isPremium&quot;:false,&quot;parent&quot;:{&quot;type&quot;:&quot;CHILD&quot;,&quot;parentId&quot;:&quot;78520cad-08c8-46a7-bba5-18443827c1c4&quot;,&quot;order&quot;:&quot;9&quot;}},&quot;261d658c-3b96-49c5-a285-5a395547e068&quot;:{&quot;id&quot;:&quot;261d658c-3b96-49c5-a285-5a395547e068&quot;,&quot;type&quot;:&quot;FIGURE_OBJECT&quot;,&quot;relativeTransform&quot;:{&quot;translate&quot;:{&quot;x&quot;:-0.0004142711967318746,&quot;y&quot;:-297.799737319088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,&quot;script&quot;:&quot;none&quot;},&quot;range&quot;:[0,43]}],&quot;text&quot;:&quot;Andrew Sewell's Positional Scanning Approach&quot;},{&quot;runs&quot;:[{&quot;style&quot;:{&quot;fontFamily&quot;:&quot;Roboto&quot;,&quot;fontSize&quot;:34.666666666666664,&quot;color&quot;:&quot;rgba(129,134,137,1)&quot;,&quot;fontWeight&quot;:&quot;normal&quot;,&quot;fontStyle&quot;:&quot;normal&quot;,&quot;decoration&quot;:&quot;none&quot;,&quot;script&quot;:&quot;none&quot;},&quot;range&quot;:[0,50]}],&quot;text&quot;:&quot;Synthetic Combinatorial Peptide Libraries (PS-CPLs)&quot;}],&quot;_lastCaretLocation&quot;:{&quot;lineIndex&quot;:1,&quot;runIndex&quot;:-1,&quot;charIndex&quot;:-1,&quot;endOfLine&quot;:true}},&quot;format&quot;:&quot;BETTER_TEXT&quot;,&quot;size&quot;:{&quot;x&quot;:807.1312966309674,&quot;y&quot;:88},&quot;targetSize&quot;:{&quot;x&quot;:807.1312966309674,&quot;y&quot;:88}},&quot;parent&quot;:{&quot;type&quot;:&quot;CHILD&quot;,&quot;parentId&quot;:&quot;78520cad-08c8-46a7-bba5-18443827c1c4&quot;,&quot;order&quot;:&quot;8&quot;}},&quot;f9355b9e-7054-475d-9f6b-88134281359a&quot;:{&quot;id&quot;:&quot;f9355b9e-7054-475d-9f6b-88134281359a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78520cad-08c8-46a7-bba5-18443827c1c4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8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8520cad-08c8-46a7-bba5-18443827c1c4"/>
  <p:tag name="SELECTIONIDS" val="4dfa7c99-d37d-45bd-a0cf-40f7531d808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dfa7c99-d37d-45bd-a0cf-40f7531d8089&quot;:{&quot;id&quot;:&quot;4dfa7c99-d37d-45bd-a0cf-40f7531d8089&quot;,&quot;name&quot;:&quot;Screenshot 2026-07-26 at 4.10.02 PM.png&quot;,&quot;type&quot;:&quot;FIGURE_OBJECT&quot;,&quot;relativeTransform&quot;:{&quot;translate&quot;:{&quot;x&quot;:-0.0003038550975409393,&quot;y&quot;:47.11486953174375},&quot;rotate&quot;:0,&quot;skewX&quot;:0,&quot;scale&quot;:{&quot;x&quot;:4.13190703436429,&quot;y&quot;:4.13190703436429}},&quot;image&quot;:{&quot;url&quot;:&quot;https://core.services.biorender.com/api/uploads/noredirect/6a6677ab206b209d55762adc/1785100203722_105f9307-8dd2-4358-b612-cecb33349e4f_icon.png&quot;,&quot;isPremium&quot;:false,&quot;isSignedURL&quot;:true,&quot;size&quot;:{&quot;x&quot;:300,&quot;y&quot;:141.70571696344894}},&quot;source&quot;:{&quot;id&quot;:&quot;6a6677ab206b209d55762adc&quot;,&quot;type&quot;:&quot;UPLOADS&quot;},&quot;isPremium&quot;:false,&quot;parent&quot;:{&quot;type&quot;:&quot;CHILD&quot;,&quot;parentId&quot;:&quot;78520cad-08c8-46a7-bba5-18443827c1c4&quot;,&quot;order&quot;:&quot;9&quot;}},&quot;78520cad-08c8-46a7-bba5-18443827c1c4&quot;:{&quot;id&quot;:&quot;78520cad-08c8-46a7-bba5-18443827c1c4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8&quot;},&quot;source&quot;:{&quot;id&quot;:&quot;67095a7b453fec58a69dc8c2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9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c9ecdfac-08c9-46d9-8101-c85df99eab52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9ecdfac-08c9-46d9-8101-c85df99eab52&quot;:{&quot;id&quot;:&quot;c9ecdfac-08c9-46d9-8101-c85df99eab52&quot;,&quot;type&quot;:&quot;FIGURE_OBJECT&quot;,&quot;document&quot;:{&quot;type&quot;:&quot;FIGURE&quot;,&quot;canvasType&quot;:&quot;FIGURE&quot;,&quot;units&quot;:&quot;cm&quot;,&quot;title&quot;:&quot;Background&quot;,&quot;aspectRatio&quot;:1.7777777777777777},&quot;parent&quot;:{&quot;type&quot;:&quot;DOCUMENT&quot;,&quot;parentId&quot;:&quot;d32a9ec0-4d3c-463c-b1e3-283488fd0be2&quot;,&quot;order&quot;:&quot;099&quot;},&quot;source&quot;:{&quot;id&quot;:&quot;67095a7b453fec58a69dc8c2&quot;,&quot;type&quot;:&quot;TEMPLATES&quot;},&quot;layout&quot;:{&quot;sizeRatio&quot;:{&quot;x&quot;:0.7071067811865476,&quot;y&quot;:0.7071067811865476},&quot;keepAspectRatio&quot;:true}},&quot;ff3bcda0-7d81-436b-9a2e-6d11e604ee15&quot;:{&quot;id&quot;:&quot;ff3bcda0-7d81-436b-9a2e-6d11e604ee15&quot;,&quot;type&quot;:&quot;FIGURE_OBJECT&quot;,&quot;relativeTransform&quot;:{&quot;translate&quot;:{&quot;x&quot;:7.389178382822024,&quot;y&quot;:24.05386744019014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],&quot;text&quot;:&quot;&quot;,&quot;baseStyle&quot;:{&quot;fontFamily&quot;:&quot;Roboto&quot;,&quot;fontSize&quot;:25.953832800879553,&quot;color&quot;:&quot;black&quot;,&quot;fontWeight&quot;:&quot;normal&quot;,&quot;fontStyle&quot;:&quot;normal&quot;,&quot;decoration&quot;:&quot;none&quot;}},{&quot;textIndent&quot;:{&quot;type&quot;:&quot;number&quot;,&quot;indent&quot;:1,&quot;symbol&quot;:&quot;1.&quot;,&quot;unit&quot;:&quot;levels&quot;},&quot;runs&quot;:[{&quot;style&quot;:{&quot;fontWeight&quot;:&quot;bold&quot;,&quot;fontStyle&quot;:&quot;normal&quot;,&quot;fontSize&quot;:25.953832800879553,&quot;fontFamily&quot;:&quot;Roboto&quot;,&quot;color&quot;:&quot;black&quot;,&quot;decoration&quot;:&quot;none&quot;},&quot;range&quot;:[0,44]}],&quot;text&quot;:&quot;The \&quot;Positional Independence\&quot; Fallacy in CPLs&quot;,&quot;baseStyle&quot;:{&quot;fontFamily&quot;:&quot;Roboto&quot;,&quot;fontSize&quot;:25.953832800879553,&quot;color&quot;:&quot;black&quot;,&quot;fontWeight&quot;:&quot;bold&quot;,&quot;fontStyle&quot;:&quot;normal&quot;,&quot;decoration&quot;:&quot;none&quot;,&quot;script&quot;:&quot;none&quot;}},{&quot;runs&quot;:[{&quot;range&quot;:[0,191],&quot;style&quot;:{&quot;fontWeight&quot;:&quot;normal&quot;,&quot;fontStyle&quot;:&quot;normal&quot;,&quot;fontSize&quot;:25.953832800879553,&quot;fontFamily&quot;:&quot;Roboto&quot;,&quot;color&quot;:&quot;black&quot;,&quot;decoration&quot;:&quot;none&quot;}}],&quot;text&quot;:&quot;Standard CPL screening evaluates amino acid preferences at each position independently ignoring non-linear side-chain interactions, steric clashes, and cooperative pocket dynamics in 3D space.&quot;},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25.953832800879553,&quot;fontFamily&quot;:&quot;Roboto&quot;,&quot;color&quot;:&quot;black&quot;,&quot;decoration&quot;:&quot;none&quot;}},{&quot;runs&quot;:[{&quot;style&quot;:{&quot;fontWeight&quot;:&quot;bold&quot;,&quot;fontStyle&quot;:&quot;normal&quot;,&quot;fontSize&quot;:25.953832800879553,&quot;fontFamily&quot;:&quot;Roboto&quot;,&quot;color&quot;:&quot;black&quot;,&quot;decoration&quot;:&quot;none&quot;},&quot;range&quot;:[0,66]}],&quot;text&quot;:&quot;  2. Disconnect Between Sequence Predictors &amp; Functional Activation&quot;},{&quot;runs&quot;:[{&quot;range&quot;:[0,178],&quot;style&quot;:{&quot;fontWeight&quot;:&quot;normal&quot;,&quot;fontStyle&quot;:&quot;normal&quot;,&quot;fontSize&quot;:25.953832800879553,&quot;fontFamily&quot;:&quot;Roboto&quot;,&quot;color&quot;:&quot;black&quot;,&quot;decoration&quot;:&quot;none&quot;}}],&quot;text&quot;:&quot;Current deep-learning models (NetMHCpan BA/EL) excel at predicting MHC presentation, but fail to predict true T-cell receptor (TCR) functional triggering potency or super-agonism.&quot;},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25.953832800879553,&quot;fontFamily&quot;:&quot;Roboto&quot;,&quot;color&quot;:&quot;black&quot;,&quot;decoration&quot;:&quot;none&quot;}},{&quot;runs&quot;:[{&quot;style&quot;:{&quot;fontWeight&quot;:&quot;bold&quot;,&quot;fontStyle&quot;:&quot;normal&quot;,&quot;fontSize&quot;:25.953832800879553,&quot;fontFamily&quot;:&quot;Roboto&quot;,&quot;color&quot;:&quot;black&quot;,&quot;decoration&quot;:&quot;none&quot;},&quot;range&quot;:[0,61]}],&quot;text&quot;:&quot;  3. The Computational Bottleneck of Unconstrained 3D Modeling&quot;},{&quot;runs&quot;:[{&quot;range&quot;:[0,104],&quot;style&quot;:{&quot;fontWeight&quot;:&quot;normal&quot;,&quot;fontStyle&quot;:&quot;normal&quot;,&quot;fontSize&quot;:25.953832800879553,&quot;fontFamily&quot;:&quot;Roboto&quot;,&quot;color&quot;:&quot;black&quot;,&quot;decoration&quot;:&quot;none&quot;}},{&quot;range&quot;:[105,109],&quot;style&quot;:{&quot;fontWeight&quot;:&quot;normal&quot;,&quot;fontStyle&quot;:&quot;normal&quot;,&quot;fontSize&quot;:25.953832800879553,&quot;fontFamily&quot;:&quot;Roboto&quot;,&quot;color&quot;:&quot;black&quot;,&quot;decoration&quot;:&quot;none&quot;}},{&quot;range&quot;:[110,195],&quot;style&quot;:{&quot;fontWeight&quot;:&quot;normal&quot;,&quot;fontStyle&quot;:&quot;normal&quot;,&quot;fontSize&quot;:25.953832800879553,&quot;fontFamily&quot;:&quot;Roboto&quot;,&quot;color&quot;:&quot;black&quot;,&quot;decoration&quot;:&quot;none&quot;}}],&quot;text&quot;:&quot;Running atomic-resolution structural screens (AlphaFold3 / Rosetta) across massive combinatorial spaces (10^11candidates) is computationally intractable without an empirical pre-filtration funnel.&quot;,&quot;baseStyle&quot;:{&quot;fontFamily&quot;:&quot;Roboto&quot;,&quot;fontSize&quot;:25.953832800879553,&quot;color&quot;:&quot;black&quot;,&quot;fontWeight&quot;:&quot;normal&quot;,&quot;fontStyle&quot;:&quot;normal&quot;,&quot;decoration&quot;:&quot;none&quot;,&quot;script&quot;:&quot;none&quot;}},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25.953832800879553,&quot;fontFamily&quot;:&quot;Roboto&quot;,&quot;color&quot;:&quot;black&quot;,&quot;decoration&quot;:&quot;none&quot;}},{&quot;runs&quot;:[{&quot;style&quot;:{&quot;fontWeight&quot;:&quot;bold&quot;,&quot;fontStyle&quot;:&quot;normal&quot;,&quot;fontSize&quot;:25.953832800879553,&quot;fontFamily&quot;:&quot;Roboto&quot;,&quot;color&quot;:&quot;black&quot;,&quot;decoration&quot;:&quot;none&quot;},&quot;range&quot;:[0,49]}],&quot;text&quot;:&quot;  4. Lack of Atomistic Rationale for Super-Agonism&quot;},{&quot;runs&quot;:[{&quot;range&quot;:[0,67],&quot;style&quot;:{&quot;fontWeight&quot;:&quot;normal&quot;,&quot;fontStyle&quot;:&quot;normal&quot;,&quot;fontSize&quot;:25.953832800879553,&quot;fontFamily&quot;:&quot;Roboto&quot;,&quot;color&quot;:&quot;black&quot;,&quot;decoration&quot;:&quot;none&quot;}},{&quot;range&quot;:[68,70],&quot;style&quot;:{&quot;fontWeight&quot;:&quot;normal&quot;,&quot;fontStyle&quot;:&quot;italic&quot;,&quot;fontSize&quot;:25.953832800879553,&quot;fontFamily&quot;:&quot;Roboto&quot;,&quot;color&quot;:&quot;black&quot;,&quot;decoration&quot;:&quot;none&quot;}},{&quot;range&quot;:[71,121],&quot;style&quot;:{&quot;fontWeight&quot;:&quot;normal&quot;,&quot;fontStyle&quot;:&quot;normal&quot;,&quot;fontSize&quot;:25.953832800879553,&quot;fontFamily&quot;:&quot;Roboto&quot;,&quot;color&quot;:&quot;black&quot;,&quot;decoration&quot;:&quot;none&quot;}},{&quot;range&quot;:[122,185],&quot;style&quot;:{&quot;fontWeight&quot;:&quot;normal&quot;,&quot;fontStyle&quot;:&quot;normal&quot;,&quot;fontSize&quot;:25.953832800879553,&quot;fontFamily&quot;:&quot;Roboto&quot;,&quot;color&quot;:&quot;black&quot;,&quot;decoration&quot;:&quot;none&quot;}}],&quot;text&quot;:&quot;Current approaches discover potent mimotopes empirically, but leave why they work as a black box missing the energetic (ΔG) and structural insights required for scalable rational design.&quot;}],&quot;_lastCaretLocation&quot;:{&quot;lineIndex&quot;:10,&quot;runIndex&quot;:0,&quot;charIndex&quot;:2}},&quot;format&quot;:&quot;BETTER_TEXT&quot;,&quot;size&quot;:{&quot;x&quot;:1189.6659927399382,&quot;y&quot;:532.0913272810385},&quot;targetSize&quot;:{&quot;x&quot;:1189.6659927399382,&quot;y&quot;:532.0913272810385}},&quot;parent&quot;:{&quot;type&quot;:&quot;CHILD&quot;,&quot;parentId&quot;:&quot;c9ecdfac-08c9-46d9-8101-c85df99eab52&quot;,&quot;order&quot;:&quot;7&quot;}},&quot;0a570964-7fa6-4b90-9378-d24907b25268&quot;:{&quot;id&quot;:&quot;0a570964-7fa6-4b90-9378-d24907b25268&quot;,&quot;type&quot;:&quot;FIGURE_OBJECT&quot;,&quot;relativeTransform&quot;:{&quot;translate&quot;:{&quot;x&quot;:-0.0004141122509508932,&quot;y&quot;:-310.7997375098237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,&quot;script&quot;:&quot;none&quot;},&quot;range&quot;:[0,28]}],&quot;text&quot;:&quot;What Is Missing in the Field?&quot;,&quot;baseStyle&quot;:{&quot;fontFamily&quot;:&quot;Roboto&quot;,&quot;fontSize&quot;:37.33333333333333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488.131303391458,&quot;y&quot;:44},&quot;targetSize&quot;:{&quot;x&quot;:488.131303391458,&quot;y&quot;:43.99999999999999}},&quot;parent&quot;:{&quot;type&quot;:&quot;CHILD&quot;,&quot;parentId&quot;:&quot;c9ecdfac-08c9-46d9-8101-c85df99eab52&quot;,&quot;order&quot;:&quot;5&quot;}},&quot;64ce0c71-275e-479e-a49b-3c3acf707b7d&quot;:{&quot;id&quot;:&quot;64ce0c71-275e-479e-a49b-3c3acf707b7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c9ecdfac-08c9-46d9-8101-c85df99eab52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40b7b43b-a9c5-4acb-bfad-e857503b9de6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5a5c19bc-ae4e-4a30-bccd-b40d6af0ac38&quot;:{&quot;type&quot;:&quot;FIGURE_OBJECT&quot;,&quot;id&quot;:&quot;5a5c19bc-ae4e-4a30-bccd-b40d6af0ac38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40b7b43b-a9c5-4acb-bfad-e857503b9de6&quot;,&quot;order&quot;:&quot;4&quot;},&quot;relativeTransform&quot;:{&quot;translate&quot;:{&quot;x&quot;:192.07722117334276,&quot;y&quot;:22.396947906672196},&quot;rotate&quot;:0},&quot;opacity&quot;:0.28},&quot;cded7bcb-d8f7-4a3a-b76b-3e7bfbe6ec83&quot;:{&quot;type&quot;:&quot;FIGURE_OBJECT&quot;,&quot;id&quot;:&quot;cded7bcb-d8f7-4a3a-b76b-3e7bfbe6ec83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40b7b43b-a9c5-4acb-bfad-e857503b9de6&quot;,&quot;order&quot;:&quot;4&quot;},&quot;relativeTransform&quot;:{&quot;translate&quot;:{&quot;x&quot;:193.6543547075996,&quot;y&quot;:-126.07754914956907},&quot;rotate&quot;:0,&quot;skewX&quot;:0,&quot;scale&quot;:{&quot;x&quot;:1,&quot;y&quot;:1}},&quot;opacity&quot;:0.28},&quot;39ce1568-ee03-4e09-ab4f-25e20f930386&quot;:{&quot;type&quot;:&quot;FIGURE_OBJECT&quot;,&quot;id&quot;:&quot;39ce1568-ee03-4e09-ab4f-25e20f930386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f2a30b80-5df5-46db-84b0-fd39d87fc993&quot;,&quot;coordinates&quot;:{&quot;x&quot;:1,&quot;y&quot;:0.5}},&quot;connectedObjectAtLineEnd&quot;:{&quot;objectId&quot;:&quot;225706a3-3bde-43ad-aaa2-db6b23e8117e&quot;,&quot;coordinates&quot;:{&quot;x&quot;:0,&quot;y&quot;:0.5}}}},&quot;4182bdcd-4ed2-4ce1-b6fb-66fd9a38b008&quot;:{&quot;type&quot;:&quot;FIGURE_OBJECT&quot;,&quot;id&quot;:&quot;4182bdcd-4ed2-4ce1-b6fb-66fd9a38b008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9&quot;},&quot;connectorInfo&quot;:{&quot;connectedObjectAtLineStart&quot;:{&quot;objectId&quot;:&quot;0fd391e9-3a8b-4764-b11b-6d247fed91f1&quot;,&quot;coordinates&quot;:{&quot;x&quot;:1,&quot;y&quot;:0.5}},&quot;connectedObjectAtLineEnd&quot;:{&quot;objectId&quot;:&quot;225706a3-3bde-43ad-aaa2-db6b23e8117e&quot;,&quot;coordinates&quot;:{&quot;x&quot;:0.5,&quot;y&quot;:1}},&quot;type&quot;:&quot;ELBOW&quot;,&quot;offset&quot;:{&quot;x&quot;:0,&quot;y&quot;:0},&quot;bending&quot;:-0.1,&quot;customized&quot;:false}},&quot;9e02bd30-9aff-497d-98b3-dc0b9d298731&quot;:{&quot;type&quot;:&quot;FIGURE_OBJECT&quot;,&quot;id&quot;:&quot;9e02bd30-9aff-497d-98b3-dc0b9d29873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225706a3-3bde-43ad-aaa2-db6b23e8117e&quot;,&quot;coordinates&quot;:{&quot;x&quot;:0.4063013414032723,&quot;y&quot;:0}}}},&quot;b62af164-6e6f-42ce-a674-15000cf76ed1&quot;:{&quot;type&quot;:&quot;FIGURE_OBJECT&quot;,&quot;id&quot;:&quot;b62af164-6e6f-42ce-a674-15000cf76ed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225706a3-3bde-43ad-aaa2-db6b23e8117e&quot;,&quot;coordinates&quot;:{&quot;x&quot;:1,&quot;y&quot;:0.4658556760773749}}}},&quot;225706a3-3bde-43ad-aaa2-db6b23e8117e&quot;:{&quot;type&quot;:&quot;FIGURE_OBJECT&quot;,&quot;id&quot;:&quot;225706a3-3bde-43ad-aaa2-db6b23e8117e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40b7b43b-a9c5-4acb-bfad-e857503b9de6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},&quot;a98644d3-cd71-45cb-bb6b-1b644058f9ec&quot;:{&quot;id&quot;:&quot;a98644d3-cd71-45cb-bb6b-1b644058f9e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225706a3-3bde-43ad-aaa2-db6b23e8117e&quot;,&quot;order&quot;:&quot;5&quot;}},&quot;3907fc16-e4ed-43da-b048-a873cb07655e&quot;:{&quot;id&quot;:&quot;3907fc16-e4ed-43da-b048-a873cb07655e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40b7b43b-a9c5-4acb-bfad-e857503b9de6&quot;,&quot;order&quot;:&quot;99999999999999999999999999999&quot;}},&quot;a8cffadd-1680-42ad-b06d-52f666104f8a&quot;:{&quot;id&quot;:&quot;a8cffadd-1680-42ad-b06d-52f666104f8a&quot;,&quot;type&quot;:&quot;FIGURE_OBJECT&quot;,&quot;relativeTransform&quot;:{&quot;translate&quot;:{&quot;x&quot;:569.1275631965193,&quot;y&quot;:-95.4272510577214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,&quot;range&quot;:[0,19]}],&quot;text&quot;:&quot;Selected  Candidates&quot;,&quot;base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}],&quot;_lastCaretLocation&quot;:{&quot;lineIndex&quot;:0,&quot;runIndex&quot;:0,&quot;charIndex&quot;:9}},&quot;format&quot;:&quot;BETTER_TEXT&quot;,&quot;size&quot;:{&quot;x&quot;:70.998046875,&quot;y&quot;:34.75904807921733},&quot;targetSize&quot;:{&quot;x&quot;:63.00253550844383,&quot;y&quot;:34.75904807921733}},&quot;parent&quot;:{&quot;type&quot;:&quot;CHILD&quot;,&quot;parentId&quot;:&quot;40b7b43b-a9c5-4acb-bfad-e857503b9de6&quot;,&quot;order&quot;:&quot;99999999999999999999999999998&quot;}},&quot;a264bb33-69c2-45b7-bfe3-196ff49137d6&quot;:{&quot;type&quot;:&quot;FIGURE_OBJECT&quot;,&quot;id&quot;:&quot;a264bb33-69c2-45b7-bfe3-196ff49137d6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40b7b43b-a9c5-4acb-bfad-e857503b9de6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},&quot;933bf85e-2f84-4606-8a58-8dd8b940c87a&quot;:{&quot;id&quot;:&quot;933bf85e-2f84-4606-8a58-8dd8b940c87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a264bb33-69c2-45b7-bfe3-196ff49137d6&quot;,&quot;order&quot;:&quot;5&quot;}},&quot;55fee5f1-3e41-4f69-85a8-0094b49a5708&quot;:{&quot;type&quot;:&quot;FIGURE_OBJECT&quot;,&quot;id&quot;:&quot;55fee5f1-3e41-4f69-85a8-0094b49a5708&quot;,&quot;relativeTransform&quot;:{&quot;translate&quot;:{&quot;x&quot;:356.4533176961387,&quot;y&quot;:64.198376215653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8]}],&quot;text&quot;:&quot;Variant generation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48]}],&quot;text&quot;:&quot;Fix 3-7 best scoring positions-aa; keep others WT&quot;}],&quot;verticalAlign&quot;:&quot;TOP&quot;,&quot;_lastCaretLocation&quot;:{&quot;lineIndex&quot;:1,&quot;runIndex&quot;:-1,&quot;charIndex&quot;:-1,&quot;endOfLine&quot;:true}},&quot;size&quot;:{&quot;x&quot;:157.48831472807004,&quot;y&quot;:90},&quot;targetSize&quot;:{&quot;x&quot;:157.48831472807004,&quot;y&quot;:90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99999998&quot;}},&quot;0fd391e9-3a8b-4764-b11b-6d247fed91f1&quot;:{&quot;type&quot;:&quot;FIGURE_OBJECT&quot;,&quot;id&quot;:&quot;0fd391e9-3a8b-4764-b11b-6d247fed91f1&quot;,&quot;parent&quot;:{&quot;type&quot;:&quot;CHILD&quot;,&quot;parentId&quot;:&quot;40b7b43b-a9c5-4acb-bfad-e857503b9de6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},&quot;fcb5a9ca-2ed3-4f57-bdb6-622ba9a9f5ec&quot;:{&quot;type&quot;:&quot;FIGURE_OBJECT&quot;,&quot;id&quot;:&quot;fcb5a9ca-2ed3-4f57-bdb6-622ba9a9f5ec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5&quot;}},&quot;01db91df-85d2-4b87-9375-eb2a0d664562&quot;:{&quot;type&quot;:&quot;FIGURE_OBJECT&quot;,&quot;id&quot;:&quot;01db91df-85d2-4b87-9375-eb2a0d66456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fcb5a9ca-2ed3-4f57-bdb6-622ba9a9f5ec&quot;,&quot;order&quot;:&quot;5&quot;}},&quot;a2904c0f-0787-4dff-baa9-4a4b846e45f8&quot;:{&quot;type&quot;:&quot;FIGURE_OBJECT&quot;,&quot;id&quot;:&quot;a2904c0f-0787-4dff-baa9-4a4b846e45f8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3&quot;}},&quot;5a913322-b361-4206-8ffa-f3055f3040dd&quot;:{&quot;type&quot;:&quot;FIGURE_OBJECT&quot;,&quot;id&quot;:&quot;5a913322-b361-4206-8ffa-f3055f3040dd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0fd391e9-3a8b-4764-b11b-6d247fed91f1&quot;,&quot;order&quot;:&quot;2&quot;}},&quot;cf163a46-eb16-4772-bdff-0e0ae3cbb1c8&quot;:{&quot;type&quot;:&quot;FIGURE_OBJECT&quot;,&quot;id&quot;:&quot;cf163a46-eb16-4772-bdff-0e0ae3cbb1c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5a913322-b361-4206-8ffa-f3055f3040dd&quot;,&quot;order&quot;:&quot;5&quot;}},&quot;a2717aa7-6314-4e04-9e7d-ecc3f789e6b8&quot;:{&quot;type&quot;:&quot;FIGURE_OBJECT&quot;,&quot;id&quot;:&quot;a2717aa7-6314-4e04-9e7d-ecc3f789e6b8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0fd391e9-3a8b-4764-b11b-6d247fed91f1&quot;,&quot;order&quot;:&quot;8&quot;}},&quot;5e81f885-cdd7-439c-8c0d-a4b53235ffef&quot;:{&quot;type&quot;:&quot;FIGURE_OBJECT&quot;,&quot;id&quot;:&quot;5e81f885-cdd7-439c-8c0d-a4b53235ffe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a2717aa7-6314-4e04-9e7d-ecc3f789e6b8&quot;,&quot;order&quot;:&quot;5&quot;}},&quot;4a6a605f-ae11-4dbe-9089-00d9673e19bd&quot;:{&quot;type&quot;:&quot;FIGURE_OBJECT&quot;,&quot;id&quot;:&quot;4a6a605f-ae11-4dbe-9089-00d9673e19bd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0fd391e9-3a8b-4764-b11b-6d247fed91f1&quot;,&quot;order&quot;:&quot;7&quot;}},&quot;17f7945a-42a5-48a2-a827-8062a0de65a8&quot;:{&quot;type&quot;:&quot;FIGURE_OBJECT&quot;,&quot;id&quot;:&quot;17f7945a-42a5-48a2-a827-8062a0de65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4a6a605f-ae11-4dbe-9089-00d9673e19bd&quot;,&quot;order&quot;:&quot;5&quot;}},&quot;0dbdd668-df7c-4d78-9d8c-1478520484e2&quot;:{&quot;type&quot;:&quot;FIGURE_OBJECT&quot;,&quot;id&quot;:&quot;0dbdd668-df7c-4d78-9d8c-1478520484e2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6&quot;}},&quot;05582278-d72a-493c-953f-46e085df9d38&quot;:{&quot;type&quot;:&quot;FIGURE_OBJECT&quot;,&quot;id&quot;:&quot;05582278-d72a-493c-953f-46e085df9d3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0dbdd668-df7c-4d78-9d8c-1478520484e2&quot;,&quot;order&quot;:&quot;5&quot;}},&quot;b693c235-32ed-49ea-81d2-a58ffe356649&quot;:{&quot;type&quot;:&quot;FIGURE_OBJECT&quot;,&quot;id&quot;:&quot;b693c235-32ed-49ea-81d2-a58ffe356649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1&quot;}},&quot;cf784fa4-c406-4033-a063-964c71550aa2&quot;:{&quot;type&quot;:&quot;FIGURE_OBJECT&quot;,&quot;id&quot;:&quot;cf784fa4-c406-4033-a063-964c71550aa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b693c235-32ed-49ea-81d2-a58ffe356649&quot;,&quot;order&quot;:&quot;5&quot;}},&quot;72289c7d-80be-4b9c-bbbb-80142dc095dd&quot;:{&quot;type&quot;:&quot;FIGURE_OBJECT&quot;,&quot;id&quot;:&quot;72289c7d-80be-4b9c-bbbb-80142dc095dd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05&quot;}},&quot;1a60e6f0-75ca-4a61-b95d-762b5bd43d78&quot;:{&quot;type&quot;:&quot;FIGURE_OBJECT&quot;,&quot;id&quot;:&quot;1a60e6f0-75ca-4a61-b95d-762b5bd43d7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72289c7d-80be-4b9c-bbbb-80142dc095dd&quot;,&quot;order&quot;:&quot;5&quot;}},&quot;714d65de-8c61-4e1f-8f8f-6756f97be9a8&quot;:{&quot;type&quot;:&quot;FIGURE_OBJECT&quot;,&quot;id&quot;:&quot;714d65de-8c61-4e1f-8f8f-6756f97be9a8&quot;,&quot;relativeTransform&quot;:{&quot;translate&quot;:{&quot;x&quot;:349.1849353559928,&quot;y&quot;:-25.098273839773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3,4,5,6, and 7 -AA candidates&quot;}],&quot;verticalAlign&quot;:&quot;TOP&quot;,&quot;_lastCaretLocation&quot;:{&quot;lineIndex&quot;:0,&quot;runIndex&quot;:0,&quot;charIndex&quot;:16}},&quot;size&quot;:{&quot;x&quot;:140.45930108387967,&quot;y&quot;:36},&quot;targetSize&quot;:{&quot;x&quot;:140.45930108387967,&quot;y&quot;:36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99999972&quot;}},&quot;38cb0e17-3047-44d9-a25f-455971f611c0&quot;:{&quot;type&quot;:&quot;FIGURE_OBJECT&quot;,&quot;id&quot;:&quot;38cb0e17-3047-44d9-a25f-455971f611c0&quot;,&quot;relativeTransform&quot;:{&quot;translate&quot;:{&quot;x&quot;:170.36842324239421,&quot;y&quot;:0.5247463497546014},&quot;rotate&quot;:0},&quot;opacity&quot;:1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7&quot;},&quot;connectorInfo&quot;:{&quot;type&quot;:&quot;LINE&quot;,&quot;offset&quot;:{&quot;x&quot;:0,&quot;y&quot;:0},&quot;bending&quot;:0.1,&quot;customized&quot;:false}},&quot;4cd9b803-becc-48ca-91d8-ef75a90200a7&quot;:{&quot;type&quot;:&quot;FIGURE_OBJECT&quot;,&quot;id&quot;:&quot;4cd9b803-becc-48ca-91d8-ef75a90200a7&quot;,&quot;relativeTransform&quot;:{&quot;translate&quot;:{&quot;x&quot;:-1.718014756542082,&quot;y&quot;:-2.295019053992451},&quot;rotate&quot;:0,&quot;skewX&quot;:0,&quot;scale&quot;:{&quot;x&quot;:1,&quot;y&quot;:1}},&quot;opacity&quot;:1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5&quot;},&quot;connectorInfo&quot;:{&quot;type&quot;:&quot;LINE&quot;,&quot;offset&quot;:{&quot;x&quot;:0,&quot;y&quot;:0},&quot;bending&quot;:0.1,&quot;customized&quot;:false}},&quot;000c0e02-eba4-4ee6-b56d-bb300eca589e&quot;:{&quot;type&quot;:&quot;FIGURE_OBJECT&quot;,&quot;id&quot;:&quot;000c0e02-eba4-4ee6-b56d-bb300eca589e&quot;,&quot;relativeTransform&quot;:{&quot;translate&quot;:{&quot;x&quot;:258.0615993711941,&quot;y&quot;:104.82324372113284},&quot;rotate&quot;:-1.5707963267948968,&quot;skewX&quot;:0,&quot;scale&quot;:{&quot;x&quot;:1,&quot;y&quot;:1}},&quot;opacity&quot;:1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b7b43b-a9c5-4acb-bfad-e857503b9de6&quot;,&quot;order&quot;:&quot;99999999999999999999999999&quot;},&quot;connectorInfo&quot;:{&quot;type&quot;:&quot;ELBOW&quot;,&quot;offset&quot;:{&quot;x&quot;:0,&quot;y&quot;:0},&quot;bending&quot;:0.1,&quot;customized&quot;:true}},&quot;fbe08479-7f1f-42d7-b0cb-91da6e75a153&quot;:{&quot;type&quot;:&quot;FIGURE_OBJECT&quot;,&quot;id&quot;:&quot;fbe08479-7f1f-42d7-b0cb-91da6e75a153&quot;,&quot;relativeTransform&quot;:{&quot;translate&quot;:{&quot;x&quot;:-0.5632754102803841,&quot;y&quot;:0},&quot;rotate&quot;:0,&quot;skewX&quot;:0,&quot;scale&quot;:{&quot;x&quot;:1,&quot;y&quot;:1}},&quot;opacity&quot;:1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8&quot;},&quot;connectorInfo&quot;:{&quot;type&quot;:&quot;LINE&quot;,&quot;offset&quot;:{&quot;x&quot;:0,&quot;y&quot;:0},&quot;bending&quot;:0.1,&quot;customized&quot;:false}},&quot;6a173315-8727-4084-a02e-38f25a0c4ec1&quot;:{&quot;type&quot;:&quot;FIGURE_OBJECT&quot;,&quot;id&quot;:&quot;6a173315-8727-4084-a02e-38f25a0c4ec1&quot;,&quot;relativeTransform&quot;:{&quot;translate&quot;:{&quot;x&quot;:188.7820186542023,&quot;y&quot;:-124.90445248605316},&quot;rotate&quot;:0,&quot;skewX&quot;:0,&quot;scale&quot;:{&quot;x&quot;:1,&quot;y&quot;:1}},&quot;opacity&quot;:1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7&quot;},&quot;connectorInfo&quot;:{&quot;type&quot;:&quot;LINE&quot;,&quot;offset&quot;:{&quot;x&quot;:0,&quot;y&quot;:0},&quot;bending&quot;:0.1,&quot;customized&quot;:false}},&quot;06fab4e6-3e79-41c9-b4f5-487c48361a8f&quot;:{&quot;type&quot;:&quot;FIGURE_OBJECT&quot;,&quot;id&quot;:&quot;06fab4e6-3e79-41c9-b4f5-487c48361a8f&quot;,&quot;relativeTransform&quot;:{&quot;translate&quot;:{&quot;x&quot;:121.76978316255799,&quot;y&quot;:-241.40782462585076},&quot;rotate&quot;:1.5707963267948966},&quot;opacity&quot;:1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b7b43b-a9c5-4acb-bfad-e857503b9de6&quot;,&quot;order&quot;:&quot;99999999999999999999999995&quot;},&quot;connectorInfo&quot;:{&quot;type&quot;:&quot;ELBOW&quot;,&quot;offset&quot;:{&quot;x&quot;:0,&quot;y&quot;:0},&quot;bending&quot;:0.1,&quot;customized&quot;:true}},&quot;9aa45415-cb48-4402-b9e6-4e9aa64a8944&quot;:{&quot;type&quot;:&quot;FIGURE_OBJECT&quot;,&quot;id&quot;:&quot;9aa45415-cb48-4402-b9e6-4e9aa64a8944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b7b43b-a9c5-4acb-bfad-e857503b9de6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e5bed06b-22f8-4191-a743-70116a072a23&quot;,&quot;coordinates&quot;:{&quot;x&quot;:1,&quot;y&quot;:0.5}}}},&quot;b853a8a0-a69f-460d-bded-e0a82cebce50&quot;:{&quot;type&quot;:&quot;FIGURE_OBJECT&quot;,&quot;id&quot;:&quot;b853a8a0-a69f-460d-bded-e0a82cebce50&quot;,&quot;relativeTransform&quot;:{&quot;translate&quot;:{&quot;x&quot;:293.7810866057442,&quot;y&quot;:-208.2671679377025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6]}],&quot;text&quot;:&quot;Donor 2 &amp; Donor 3&quot;}],&quot;verticalAlign&quot;:&quot;TOP&quot;,&quot;_lastCaretLocation&quot;:{&quot;lineIndex&quot;:0,&quot;runIndex&quot;:-1,&quot;charIndex&quot;:-1,&quot;endOfLine&quot;:true}},&quot;size&quot;:{&quot;x&quot;:140.56107313791796,&quot;y&quot;:18},&quot;targetSize&quot;:{&quot;x&quot;:140.56107313791796,&quot;y&quot;:18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99997&quot;}},&quot;24b0cb67-82d3-4e3c-b39e-295d9d7b5f7b&quot;:{&quot;type&quot;:&quot;FIGURE_OBJECT&quot;,&quot;id&quot;:&quot;24b0cb67-82d3-4e3c-b39e-295d9d7b5f7b&quot;,&quot;parent&quot;:{&quot;type&quot;:&quot;CHILD&quot;,&quot;parentId&quot;:&quot;40b7b43b-a9c5-4acb-bfad-e857503b9de6&quot;,&quot;order&quot;:&quot;9999999999999999999999995&quot;},&quot;relativeTransform&quot;:{&quot;translate&quot;:{&quot;x&quot;:177.44387944353394,&quot;y&quot;:-246.0226545588157},&quot;rotate&quot;:0,&quot;skewX&quot;:0,&quot;scale&quot;:{&quot;x&quot;:1,&quot;y&quot;:1}}},&quot;c630e1ea-7969-4445-a332-be6ed216b29b&quot;:{&quot;type&quot;:&quot;FIGURE_OBJECT&quot;,&quot;id&quot;:&quot;c630e1ea-7969-4445-a332-be6ed216b29b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95&quot;}},&quot;933fae01-5813-4bc1-a0d0-9b2898df8959&quot;:{&quot;type&quot;:&quot;FIGURE_OBJECT&quot;,&quot;id&quot;:&quot;933fae01-5813-4bc1-a0d0-9b2898df8959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9&quot;}},&quot;6e6f2ec0-6517-4909-a4b5-2b0d0d85e24f&quot;:{&quot;type&quot;:&quot;FIGURE_OBJECT&quot;,&quot;id&quot;:&quot;6e6f2ec0-6517-4909-a4b5-2b0d0d85e24f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85&quot;}},&quot;3cb24ead-c9dd-45b6-9c43-d6956a1bc902&quot;:{&quot;type&quot;:&quot;FIGURE_OBJECT&quot;,&quot;id&quot;:&quot;3cb24ead-c9dd-45b6-9c43-d6956a1bc902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8&quot;}},&quot;a21954be-5708-49ba-9f43-c6170f7a61ec&quot;:{&quot;type&quot;:&quot;FIGURE_OBJECT&quot;,&quot;id&quot;:&quot;a21954be-5708-49ba-9f43-c6170f7a61ec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7&quot;}},&quot;3c57df6d-0853-4148-b2aa-6e8369d1a54f&quot;:{&quot;type&quot;:&quot;FIGURE_OBJECT&quot;,&quot;id&quot;:&quot;3c57df6d-0853-4148-b2aa-6e8369d1a54f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5&quot;}},&quot;865a787f-0614-4863-a45d-a42262ce408e&quot;:{&quot;type&quot;:&quot;FIGURE_OBJECT&quot;,&quot;id&quot;:&quot;865a787f-0614-4863-a45d-a42262ce408e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2&quot;}},&quot;e654c4e2-8c51-428c-b7e8-cdd4772f4f4c&quot;:{&quot;type&quot;:&quot;FIGURE_OBJECT&quot;,&quot;id&quot;:&quot;e654c4e2-8c51-428c-b7e8-cdd4772f4f4c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1&quot;}},&quot;61085233-ae7c-4469-b11f-ee2b49e46952&quot;:{&quot;type&quot;:&quot;FIGURE_OBJECT&quot;,&quot;id&quot;:&quot;61085233-ae7c-4469-b11f-ee2b49e46952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&quot;}},&quot;42ea93b1-db46-4bb0-85e1-ddab4f8bf8d9&quot;:{&quot;type&quot;:&quot;FIGURE_OBJECT&quot;,&quot;id&quot;:&quot;42ea93b1-db46-4bb0-85e1-ddab4f8bf8d9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7&quot;}},&quot;b75ad6af-05bf-4c0b-acb0-dba9f6f6f6b0&quot;:{&quot;type&quot;:&quot;FIGURE_OBJECT&quot;,&quot;id&quot;:&quot;b75ad6af-05bf-4c0b-acb0-dba9f6f6f6b0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5&quot;}},&quot;047c4c5a-9d55-4e8c-920c-27090da18935&quot;:{&quot;type&quot;:&quot;FIGURE_OBJECT&quot;,&quot;id&quot;:&quot;047c4c5a-9d55-4e8c-920c-27090da18935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2&quot;}},&quot;fe171a9d-68b9-4217-833f-785d558f8447&quot;:{&quot;type&quot;:&quot;FIGURE_OBJECT&quot;,&quot;id&quot;:&quot;fe171a9d-68b9-4217-833f-785d558f8447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&quot;}},&quot;0ca1ecf2-30dd-436c-bac1-93aed6a6d14b&quot;:{&quot;type&quot;:&quot;FIGURE_OBJECT&quot;,&quot;id&quot;:&quot;0ca1ecf2-30dd-436c-bac1-93aed6a6d14b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7&quot;}},&quot;2841f163-9d61-48ce-ba4b-bbb8164aac76&quot;:{&quot;type&quot;:&quot;FIGURE_OBJECT&quot;,&quot;id&quot;:&quot;2841f163-9d61-48ce-ba4b-bbb8164aac76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5&quot;}},&quot;b3dbc4a8-cd04-46d3-8e4d-13d92c28cd3e&quot;:{&quot;type&quot;:&quot;FIGURE_OBJECT&quot;,&quot;id&quot;:&quot;b3dbc4a8-cd04-46d3-8e4d-13d92c28cd3e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2&quot;}},&quot;356fbb6e-5e8a-4972-baa6-776609a3af09&quot;:{&quot;type&quot;:&quot;FIGURE_OBJECT&quot;,&quot;id&quot;:&quot;356fbb6e-5e8a-4972-baa6-776609a3af09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1&quot;}},&quot;16d7c41f-a633-48f8-a000-90178d4903c9&quot;:{&quot;type&quot;:&quot;FIGURE_OBJECT&quot;,&quot;id&quot;:&quot;16d7c41f-a633-48f8-a000-90178d4903c9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&quot;}},&quot;f10f647f-f826-4be9-9bf6-eadec6bfe6b7&quot;:{&quot;type&quot;:&quot;FIGURE_OBJECT&quot;,&quot;id&quot;:&quot;f10f647f-f826-4be9-9bf6-eadec6bfe6b7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45&quot;}},&quot;e3e0b77c-5a1b-46fc-9aef-104617dbafa0&quot;:{&quot;type&quot;:&quot;FIGURE_OBJECT&quot;,&quot;id&quot;:&quot;e3e0b77c-5a1b-46fc-9aef-104617dbafa0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4&quot;}},&quot;43e5fefa-4bbd-4184-accd-212f8296d1d3&quot;:{&quot;type&quot;:&quot;FIGURE_OBJECT&quot;,&quot;id&quot;:&quot;43e5fefa-4bbd-4184-accd-212f8296d1d3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35&quot;}},&quot;1ad1eb3f-52fc-400e-bf0d-d578815db0ed&quot;:{&quot;type&quot;:&quot;FIGURE_OBJECT&quot;,&quot;id&quot;:&quot;1ad1eb3f-52fc-400e-bf0d-d578815db0ed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3&quot;}},&quot;419fc74f-0156-4424-a7c1-a4ad61ce3ceb&quot;:{&quot;type&quot;:&quot;FIGURE_OBJECT&quot;,&quot;id&quot;:&quot;419fc74f-0156-4424-a7c1-a4ad61ce3ceb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7&quot;}},&quot;3234a6e1-109d-4175-a4c8-6454e2ba4ce7&quot;:{&quot;type&quot;:&quot;FIGURE_OBJECT&quot;,&quot;id&quot;:&quot;3234a6e1-109d-4175-a4c8-6454e2ba4ce7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5&quot;}},&quot;c15d5dfd-9384-444b-b348-b3a0bbc47223&quot;:{&quot;type&quot;:&quot;FIGURE_OBJECT&quot;,&quot;id&quot;:&quot;c15d5dfd-9384-444b-b348-b3a0bbc47223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2&quot;}},&quot;14b52b4b-d229-44bd-a125-6ab92cb5c5b8&quot;:{&quot;type&quot;:&quot;FIGURE_OBJECT&quot;,&quot;id&quot;:&quot;14b52b4b-d229-44bd-a125-6ab92cb5c5b8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1&quot;}},&quot;98b26766-2238-4ece-9e76-7645af3f03e9&quot;:{&quot;type&quot;:&quot;FIGURE_OBJECT&quot;,&quot;id&quot;:&quot;98b26766-2238-4ece-9e76-7645af3f03e9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&quot;}},&quot;e93828fc-d744-46fd-8ad7-ace8bde0505a&quot;:{&quot;type&quot;:&quot;FIGURE_OBJECT&quot;,&quot;id&quot;:&quot;e93828fc-d744-46fd-8ad7-ace8bde0505a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7&quot;}},&quot;906c0464-209b-42c6-9138-4f15b6bf9d3f&quot;:{&quot;type&quot;:&quot;FIGURE_OBJECT&quot;,&quot;id&quot;:&quot;906c0464-209b-42c6-9138-4f15b6bf9d3f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5&quot;}},&quot;3a5cd203-322d-427e-a51b-8df29ffeec4d&quot;:{&quot;type&quot;:&quot;FIGURE_OBJECT&quot;,&quot;id&quot;:&quot;3a5cd203-322d-427e-a51b-8df29ffeec4d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2&quot;}},&quot;029f18f9-1140-4b9f-b1fd-0d9f9c263ac2&quot;:{&quot;type&quot;:&quot;FIGURE_OBJECT&quot;,&quot;id&quot;:&quot;029f18f9-1140-4b9f-b1fd-0d9f9c263ac2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1&quot;}},&quot;7333a7aa-f910-41b3-b1dd-f83860157ec3&quot;:{&quot;type&quot;:&quot;FIGURE_OBJECT&quot;,&quot;id&quot;:&quot;7333a7aa-f910-41b3-b1dd-f83860157ec3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&quot;}},&quot;7ad5064e-5fd1-4845-becb-688d53f468f9&quot;:{&quot;type&quot;:&quot;FIGURE_OBJECT&quot;,&quot;id&quot;:&quot;7ad5064e-5fd1-4845-becb-688d53f468f9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7&quot;}},&quot;bcf43887-eb3c-42cd-9a5e-d7d9938bf957&quot;:{&quot;type&quot;:&quot;FIGURE_OBJECT&quot;,&quot;id&quot;:&quot;bcf43887-eb3c-42cd-9a5e-d7d9938bf957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5&quot;}},&quot;09ddfc55-a910-4c33-b15b-c2f61c1025d7&quot;:{&quot;type&quot;:&quot;FIGURE_OBJECT&quot;,&quot;id&quot;:&quot;09ddfc55-a910-4c33-b15b-c2f61c1025d7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2&quot;}},&quot;79ca2752-3215-4963-904e-ad52e57ec590&quot;:{&quot;type&quot;:&quot;FIGURE_OBJECT&quot;,&quot;id&quot;:&quot;79ca2752-3215-4963-904e-ad52e57ec590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1&quot;}},&quot;ce4288ed-b40d-4023-9b36-1f86b854168e&quot;:{&quot;type&quot;:&quot;FIGURE_OBJECT&quot;,&quot;id&quot;:&quot;ce4288ed-b40d-4023-9b36-1f86b854168e&quot;,&quot;parent&quot;:{&quot;type&quot;:&quot;CHILD&quot;,&quot;parentId&quot;:&quot;40b7b43b-a9c5-4acb-bfad-e857503b9de6&quot;,&quot;order&quot;:&quot;999999999999999999999999&quot;},&quot;relativeTransform&quot;:{&quot;translate&quot;:{&quot;x&quot;:116.402483726469,&quot;y&quot;:-246.02235262249508},&quot;rotate&quot;:0,&quot;skewX&quot;:0,&quot;scale&quot;:{&quot;x&quot;:1,&quot;y&quot;:1}}},&quot;01f7630a-0909-48f4-bbff-de48d19135ac&quot;:{&quot;type&quot;:&quot;FIGURE_OBJECT&quot;,&quot;id&quot;:&quot;01f7630a-0909-48f4-bbff-de48d19135ac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95&quot;}},&quot;06e1bd0a-57a2-4b46-b8c8-715c9ad16614&quot;:{&quot;type&quot;:&quot;FIGURE_OBJECT&quot;,&quot;id&quot;:&quot;06e1bd0a-57a2-4b46-b8c8-715c9ad16614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9&quot;}},&quot;f2a301b5-9121-41fd-8178-d27da18c169b&quot;:{&quot;type&quot;:&quot;FIGURE_OBJECT&quot;,&quot;id&quot;:&quot;f2a301b5-9121-41fd-8178-d27da18c169b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85&quot;}},&quot;38e2d835-2bff-4d6c-964a-2991f35e4d26&quot;:{&quot;type&quot;:&quot;FIGURE_OBJECT&quot;,&quot;id&quot;:&quot;38e2d835-2bff-4d6c-964a-2991f35e4d26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8&quot;}},&quot;0332499e-2f1b-4d5b-b5f9-e24617949a3c&quot;:{&quot;type&quot;:&quot;FIGURE_OBJECT&quot;,&quot;id&quot;:&quot;0332499e-2f1b-4d5b-b5f9-e24617949a3c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7&quot;}},&quot;eaf5ed73-a484-407a-b8a5-e7ce67826e5f&quot;:{&quot;type&quot;:&quot;FIGURE_OBJECT&quot;,&quot;id&quot;:&quot;eaf5ed73-a484-407a-b8a5-e7ce67826e5f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5&quot;}},&quot;5c611e83-b6eb-4409-9cbd-2078d160e85a&quot;:{&quot;type&quot;:&quot;FIGURE_OBJECT&quot;,&quot;id&quot;:&quot;5c611e83-b6eb-4409-9cbd-2078d160e85a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2&quot;}},&quot;4cddc7fc-7c31-4e93-bf8d-e824535f4619&quot;:{&quot;type&quot;:&quot;FIGURE_OBJECT&quot;,&quot;id&quot;:&quot;4cddc7fc-7c31-4e93-bf8d-e824535f4619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1&quot;}},&quot;d145b7d5-1ad2-43d7-938f-c7d98589703d&quot;:{&quot;type&quot;:&quot;FIGURE_OBJECT&quot;,&quot;id&quot;:&quot;d145b7d5-1ad2-43d7-938f-c7d98589703d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&quot;}},&quot;5b6bb602-f872-43d7-975d-144854dda81d&quot;:{&quot;type&quot;:&quot;FIGURE_OBJECT&quot;,&quot;id&quot;:&quot;5b6bb602-f872-43d7-975d-144854dda81d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7&quot;}},&quot;35164299-9de1-49d1-a27b-2848caaf0879&quot;:{&quot;type&quot;:&quot;FIGURE_OBJECT&quot;,&quot;id&quot;:&quot;35164299-9de1-49d1-a27b-2848caaf0879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5&quot;}},&quot;8199369b-45d1-4932-bbae-ebbd300e96fb&quot;:{&quot;type&quot;:&quot;FIGURE_OBJECT&quot;,&quot;id&quot;:&quot;8199369b-45d1-4932-bbae-ebbd300e96fb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2&quot;}},&quot;cb19270f-7f85-403a-a401-08c9d728f971&quot;:{&quot;type&quot;:&quot;FIGURE_OBJECT&quot;,&quot;id&quot;:&quot;cb19270f-7f85-403a-a401-08c9d728f971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&quot;}},&quot;24c5cc3b-eadb-4adf-b61e-86c887e4daa7&quot;:{&quot;type&quot;:&quot;FIGURE_OBJECT&quot;,&quot;id&quot;:&quot;24c5cc3b-eadb-4adf-b61e-86c887e4daa7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7&quot;}},&quot;05de7e72-a4cb-4c0f-9a48-927f825705c3&quot;:{&quot;type&quot;:&quot;FIGURE_OBJECT&quot;,&quot;id&quot;:&quot;05de7e72-a4cb-4c0f-9a48-927f825705c3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5&quot;}},&quot;6a0a5170-6090-4bf7-b26f-34e8652fe671&quot;:{&quot;type&quot;:&quot;FIGURE_OBJECT&quot;,&quot;id&quot;:&quot;6a0a5170-6090-4bf7-b26f-34e8652fe671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2&quot;}},&quot;c5d4d53f-62ec-4006-8f0d-b29dc3e3090a&quot;:{&quot;type&quot;:&quot;FIGURE_OBJECT&quot;,&quot;id&quot;:&quot;c5d4d53f-62ec-4006-8f0d-b29dc3e3090a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1&quot;}},&quot;8dfb9200-7601-456b-b673-e4c52f67e144&quot;:{&quot;type&quot;:&quot;FIGURE_OBJECT&quot;,&quot;id&quot;:&quot;8dfb9200-7601-456b-b673-e4c52f67e144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&quot;}},&quot;57e0e887-5ac2-4cf9-b720-0b51fc7aceb4&quot;:{&quot;type&quot;:&quot;FIGURE_OBJECT&quot;,&quot;id&quot;:&quot;57e0e887-5ac2-4cf9-b720-0b51fc7aceb4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45&quot;}},&quot;932fd00c-e20b-4cbe-8a71-f666f2771f67&quot;:{&quot;type&quot;:&quot;FIGURE_OBJECT&quot;,&quot;id&quot;:&quot;932fd00c-e20b-4cbe-8a71-f666f2771f67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4&quot;}},&quot;a00238f8-5354-479e-be46-40b2acfdb07d&quot;:{&quot;type&quot;:&quot;FIGURE_OBJECT&quot;,&quot;id&quot;:&quot;a00238f8-5354-479e-be46-40b2acfdb07d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35&quot;}},&quot;b339b82f-4e0e-477e-abfa-f00810a2959c&quot;:{&quot;type&quot;:&quot;FIGURE_OBJECT&quot;,&quot;id&quot;:&quot;b339b82f-4e0e-477e-abfa-f00810a2959c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3&quot;}},&quot;65c40618-1f6a-4574-8257-902ea4331214&quot;:{&quot;type&quot;:&quot;FIGURE_OBJECT&quot;,&quot;id&quot;:&quot;65c40618-1f6a-4574-8257-902ea4331214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7&quot;}},&quot;391d87a3-2456-4e37-8e78-75c2051c4316&quot;:{&quot;type&quot;:&quot;FIGURE_OBJECT&quot;,&quot;id&quot;:&quot;391d87a3-2456-4e37-8e78-75c2051c4316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5&quot;}},&quot;6e35eb22-e0a4-4d62-9cb7-9f66e8ca3328&quot;:{&quot;type&quot;:&quot;FIGURE_OBJECT&quot;,&quot;id&quot;:&quot;6e35eb22-e0a4-4d62-9cb7-9f66e8ca3328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2&quot;}},&quot;8800c0c0-f73c-4d94-ad13-d075eb34a5fc&quot;:{&quot;type&quot;:&quot;FIGURE_OBJECT&quot;,&quot;id&quot;:&quot;8800c0c0-f73c-4d94-ad13-d075eb34a5fc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1&quot;}},&quot;ddb21ba8-0a60-4a72-b428-b40c687f946b&quot;:{&quot;type&quot;:&quot;FIGURE_OBJECT&quot;,&quot;id&quot;:&quot;ddb21ba8-0a60-4a72-b428-b40c687f946b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&quot;}},&quot;a09b46e8-fffd-49fb-aaff-aae82ae297f2&quot;:{&quot;type&quot;:&quot;FIGURE_OBJECT&quot;,&quot;id&quot;:&quot;a09b46e8-fffd-49fb-aaff-aae82ae297f2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7&quot;}},&quot;9ad53c29-372b-4ccc-86e2-52e3d8a08116&quot;:{&quot;type&quot;:&quot;FIGURE_OBJECT&quot;,&quot;id&quot;:&quot;9ad53c29-372b-4ccc-86e2-52e3d8a08116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5&quot;}},&quot;1c0f8198-7e2f-4724-ae7b-93ed7e45b460&quot;:{&quot;type&quot;:&quot;FIGURE_OBJECT&quot;,&quot;id&quot;:&quot;1c0f8198-7e2f-4724-ae7b-93ed7e45b460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2&quot;}},&quot;cefd402d-7f30-4439-a7c8-2971a4a43555&quot;:{&quot;type&quot;:&quot;FIGURE_OBJECT&quot;,&quot;id&quot;:&quot;cefd402d-7f30-4439-a7c8-2971a4a43555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1&quot;}},&quot;2fdfa15b-6e4a-4313-a7a0-cc8079048fae&quot;:{&quot;type&quot;:&quot;FIGURE_OBJECT&quot;,&quot;id&quot;:&quot;2fdfa15b-6e4a-4313-a7a0-cc8079048fae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&quot;}},&quot;abf60ac1-25c0-4d7a-a69f-81acc8788866&quot;:{&quot;type&quot;:&quot;FIGURE_OBJECT&quot;,&quot;id&quot;:&quot;abf60ac1-25c0-4d7a-a69f-81acc8788866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7&quot;}},&quot;8821070d-dc7c-400a-8141-c182690e9d22&quot;:{&quot;type&quot;:&quot;FIGURE_OBJECT&quot;,&quot;id&quot;:&quot;8821070d-dc7c-400a-8141-c182690e9d22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5&quot;}},&quot;69ef4eea-07a6-4e78-96a7-d6eb0246f312&quot;:{&quot;type&quot;:&quot;FIGURE_OBJECT&quot;,&quot;id&quot;:&quot;69ef4eea-07a6-4e78-96a7-d6eb0246f312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2&quot;}},&quot;2b8762d6-e203-47f6-abcf-4175c633d551&quot;:{&quot;type&quot;:&quot;FIGURE_OBJECT&quot;,&quot;id&quot;:&quot;2b8762d6-e203-47f6-abcf-4175c633d551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1&quot;}},&quot;88a8f37f-7ce7-4f94-bd5d-3be6e3e25e3b&quot;:{&quot;type&quot;:&quot;FIGURE_OBJECT&quot;,&quot;id&quot;:&quot;88a8f37f-7ce7-4f94-bd5d-3be6e3e25e3b&quot;,&quot;parent&quot;:{&quot;type&quot;:&quot;CHILD&quot;,&quot;parentId&quot;:&quot;40b7b43b-a9c5-4acb-bfad-e857503b9de6&quot;,&quot;order&quot;:&quot;9999999999999999999999919&quot;},&quot;relativeTransform&quot;:{}},&quot;fa4ba7b7-a9f7-43d6-9c61-c8db688d5a52&quot;:{&quot;type&quot;:&quot;FIGURE_OBJECT&quot;,&quot;id&quot;:&quot;fa4ba7b7-a9f7-43d6-9c61-c8db688d5a52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95&quot;}},&quot;aecba6da-7d92-40a6-8a21-1bb729c71305&quot;:{&quot;type&quot;:&quot;FIGURE_OBJECT&quot;,&quot;id&quot;:&quot;aecba6da-7d92-40a6-8a21-1bb729c71305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9&quot;}},&quot;3c17244c-47dc-40be-8512-1aca8420ef47&quot;:{&quot;type&quot;:&quot;FIGURE_OBJECT&quot;,&quot;id&quot;:&quot;3c17244c-47dc-40be-8512-1aca8420ef47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85&quot;}},&quot;fe6a5b57-6220-4343-b297-2a147c153206&quot;:{&quot;type&quot;:&quot;FIGURE_OBJECT&quot;,&quot;id&quot;:&quot;fe6a5b57-6220-4343-b297-2a147c153206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8&quot;}},&quot;22af03e4-d015-49be-a297-dabd7632089e&quot;:{&quot;type&quot;:&quot;FIGURE_OBJECT&quot;,&quot;id&quot;:&quot;22af03e4-d015-49be-a297-dabd7632089e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7&quot;}},&quot;16b9c15a-1870-489b-8d42-3f45c5c33536&quot;:{&quot;type&quot;:&quot;FIGURE_OBJECT&quot;,&quot;id&quot;:&quot;16b9c15a-1870-489b-8d42-3f45c5c33536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5&quot;}},&quot;ac68e8f2-8bad-4c08-b8b9-e7cae72aa76f&quot;:{&quot;type&quot;:&quot;FIGURE_OBJECT&quot;,&quot;id&quot;:&quot;ac68e8f2-8bad-4c08-b8b9-e7cae72aa76f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2&quot;}},&quot;4fca4262-a8d0-4cf3-9381-a53a553e1f6e&quot;:{&quot;type&quot;:&quot;FIGURE_OBJECT&quot;,&quot;id&quot;:&quot;4fca4262-a8d0-4cf3-9381-a53a553e1f6e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1&quot;}},&quot;04834745-808a-4612-a56a-ebaf0d890a3f&quot;:{&quot;type&quot;:&quot;FIGURE_OBJECT&quot;,&quot;id&quot;:&quot;04834745-808a-4612-a56a-ebaf0d890a3f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&quot;}},&quot;18ba98a4-f057-42b5-9e2c-b817b776d97f&quot;:{&quot;type&quot;:&quot;FIGURE_OBJECT&quot;,&quot;id&quot;:&quot;18ba98a4-f057-42b5-9e2c-b817b776d97f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7&quot;}},&quot;c5ca6574-e8aa-4428-a6bf-7822a27d544c&quot;:{&quot;type&quot;:&quot;FIGURE_OBJECT&quot;,&quot;id&quot;:&quot;c5ca6574-e8aa-4428-a6bf-7822a27d544c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5&quot;}},&quot;a742232e-bbff-4e44-acbe-7b498622ffa4&quot;:{&quot;type&quot;:&quot;FIGURE_OBJECT&quot;,&quot;id&quot;:&quot;a742232e-bbff-4e44-acbe-7b498622ffa4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2&quot;}},&quot;de5e1f6f-4a26-4ad8-a2ef-1cfe52bcbd12&quot;:{&quot;type&quot;:&quot;FIGURE_OBJECT&quot;,&quot;id&quot;:&quot;de5e1f6f-4a26-4ad8-a2ef-1cfe52bcbd12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&quot;}},&quot;6f337e52-04b1-42d4-a977-c3c3c39c8804&quot;:{&quot;type&quot;:&quot;FIGURE_OBJECT&quot;,&quot;id&quot;:&quot;6f337e52-04b1-42d4-a977-c3c3c39c8804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7&quot;}},&quot;bb51c7af-7f1f-4d7d-bddd-59919892b83b&quot;:{&quot;type&quot;:&quot;FIGURE_OBJECT&quot;,&quot;id&quot;:&quot;bb51c7af-7f1f-4d7d-bddd-59919892b83b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5&quot;}},&quot;ef78bc12-666e-4adf-a4a9-7e610ca27e80&quot;:{&quot;type&quot;:&quot;FIGURE_OBJECT&quot;,&quot;id&quot;:&quot;ef78bc12-666e-4adf-a4a9-7e610ca27e80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2&quot;}},&quot;380789d0-cb0a-499f-a592-4ccf86f14fe2&quot;:{&quot;type&quot;:&quot;FIGURE_OBJECT&quot;,&quot;id&quot;:&quot;380789d0-cb0a-499f-a592-4ccf86f14fe2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1&quot;}},&quot;5d968f7c-f840-4a68-9095-e2b32623f85d&quot;:{&quot;type&quot;:&quot;FIGURE_OBJECT&quot;,&quot;id&quot;:&quot;5d968f7c-f840-4a68-9095-e2b32623f85d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&quot;}},&quot;2f55a71c-add4-4b77-abe3-2fbbd4b28798&quot;:{&quot;type&quot;:&quot;FIGURE_OBJECT&quot;,&quot;id&quot;:&quot;2f55a71c-add4-4b77-abe3-2fbbd4b28798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45&quot;}},&quot;f4b9fe24-ae7e-4b6c-abac-249c82f1974a&quot;:{&quot;type&quot;:&quot;FIGURE_OBJECT&quot;,&quot;id&quot;:&quot;f4b9fe24-ae7e-4b6c-abac-249c82f1974a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4&quot;}},&quot;764a4f7c-8573-44e0-9512-dda3dc31aad1&quot;:{&quot;type&quot;:&quot;FIGURE_OBJECT&quot;,&quot;id&quot;:&quot;764a4f7c-8573-44e0-9512-dda3dc31aad1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35&quot;}},&quot;24d78189-814f-4ec6-bf02-ade844b8f088&quot;:{&quot;type&quot;:&quot;FIGURE_OBJECT&quot;,&quot;id&quot;:&quot;24d78189-814f-4ec6-bf02-ade844b8f088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3&quot;}},&quot;57edb646-9867-430b-8501-b4494ee3b295&quot;:{&quot;type&quot;:&quot;FIGURE_OBJECT&quot;,&quot;id&quot;:&quot;57edb646-9867-430b-8501-b4494ee3b295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7&quot;}},&quot;a24fd4b7-34c5-44ae-94f7-dbe3328f12da&quot;:{&quot;type&quot;:&quot;FIGURE_OBJECT&quot;,&quot;id&quot;:&quot;a24fd4b7-34c5-44ae-94f7-dbe3328f12da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5&quot;}},&quot;bb75de05-76b1-4881-b0ca-e2fff047b0b6&quot;:{&quot;type&quot;:&quot;FIGURE_OBJECT&quot;,&quot;id&quot;:&quot;bb75de05-76b1-4881-b0ca-e2fff047b0b6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2&quot;}},&quot;07a18061-ed25-4934-86f7-2316f442fdee&quot;:{&quot;type&quot;:&quot;FIGURE_OBJECT&quot;,&quot;id&quot;:&quot;07a18061-ed25-4934-86f7-2316f442fdee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1&quot;}},&quot;f3c84210-3004-4e91-889e-03abdaa1a1ab&quot;:{&quot;type&quot;:&quot;FIGURE_OBJECT&quot;,&quot;id&quot;:&quot;f3c84210-3004-4e91-889e-03abdaa1a1ab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&quot;}},&quot;5ea4070c-4c4b-41fe-8af4-d4a7e6d55e69&quot;:{&quot;type&quot;:&quot;FIGURE_OBJECT&quot;,&quot;id&quot;:&quot;5ea4070c-4c4b-41fe-8af4-d4a7e6d55e69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7&quot;}},&quot;9968a4ed-9c82-4044-8b79-d02170e5877f&quot;:{&quot;type&quot;:&quot;FIGURE_OBJECT&quot;,&quot;id&quot;:&quot;9968a4ed-9c82-4044-8b79-d02170e5877f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5&quot;}},&quot;c4f62509-9754-43ad-aa8d-7c207f8e3d10&quot;:{&quot;type&quot;:&quot;FIGURE_OBJECT&quot;,&quot;id&quot;:&quot;c4f62509-9754-43ad-aa8d-7c207f8e3d10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2&quot;}},&quot;9284a22d-7b13-4889-b6dd-581c5889b77b&quot;:{&quot;type&quot;:&quot;FIGURE_OBJECT&quot;,&quot;id&quot;:&quot;9284a22d-7b13-4889-b6dd-581c5889b77b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1&quot;}},&quot;974c02f1-a90d-4fd4-b44f-54b50645ddca&quot;:{&quot;type&quot;:&quot;FIGURE_OBJECT&quot;,&quot;id&quot;:&quot;974c02f1-a90d-4fd4-b44f-54b50645ddca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&quot;}},&quot;44ff6695-d503-4fcc-aba2-a5c8f2fae3ca&quot;:{&quot;type&quot;:&quot;FIGURE_OBJECT&quot;,&quot;id&quot;:&quot;44ff6695-d503-4fcc-aba2-a5c8f2fae3ca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7&quot;}},&quot;43e6befb-ec1b-4ee7-81de-59615826bfce&quot;:{&quot;type&quot;:&quot;FIGURE_OBJECT&quot;,&quot;id&quot;:&quot;43e6befb-ec1b-4ee7-81de-59615826bfce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5&quot;}},&quot;a44c8d78-6cac-4acf-98ae-19a6e767812f&quot;:{&quot;type&quot;:&quot;FIGURE_OBJECT&quot;,&quot;id&quot;:&quot;a44c8d78-6cac-4acf-98ae-19a6e767812f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2&quot;}},&quot;0c3078bf-190a-4642-b51a-167ddc655c64&quot;:{&quot;type&quot;:&quot;FIGURE_OBJECT&quot;,&quot;id&quot;:&quot;0c3078bf-190a-4642-b51a-167ddc655c64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1&quot;}},&quot;f2a30b80-5df5-46db-84b0-fd39d87fc993&quot;:{&quot;type&quot;:&quot;FIGURE_OBJECT&quot;,&quot;id&quot;:&quot;f2a30b80-5df5-46db-84b0-fd39d87fc993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40b7b43b-a9c5-4acb-bfad-e857503b9de6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},&quot;2188289a-1efe-4166-830d-1d447cc63dd8&quot;:{&quot;id&quot;:&quot;2188289a-1efe-4166-830d-1d447cc63dd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f2a30b80-5df5-46db-84b0-fd39d87fc993&quot;,&quot;order&quot;:&quot;5&quot;}},&quot;e99ef59a-67ad-46ba-bf68-cfcd87dbf4e7&quot;:{&quot;type&quot;:&quot;FIGURE_OBJECT&quot;,&quot;id&quot;:&quot;e99ef59a-67ad-46ba-bf68-cfcd87dbf4e7&quot;,&quot;parent&quot;:{&quot;type&quot;:&quot;CHILD&quot;,&quot;parentId&quot;:&quot;40b7b43b-a9c5-4acb-bfad-e857503b9de6&quot;,&quot;order&quot;:&quot;999999999999999999999&quot;},&quot;relativeTransform&quot;:{&quot;translate&quot;:{&quot;x&quot;:-5.593912965258861,&quot;y&quot;:8.277245494691797},&quot;rotate&quot;:0,&quot;skewX&quot;:0,&quot;scale&quot;:{&quot;x&quot;:1,&quot;y&quot;:1}}},&quot;a7085572-04da-46d6-9770-a6393f0b5931&quot;:{&quot;type&quot;:&quot;FIGURE_OBJECT&quot;,&quot;id&quot;:&quot;a7085572-04da-46d6-9770-a6393f0b5931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5&quot;}},&quot;e172f6d5-ff6b-4cd0-8bd3-051c199152fc&quot;:{&quot;type&quot;:&quot;FIGURE_OBJECT&quot;,&quot;id&quot;:&quot;e172f6d5-ff6b-4cd0-8bd3-051c199152f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a7085572-04da-46d6-9770-a6393f0b5931&quot;,&quot;order&quot;:&quot;5&quot;}},&quot;78ad0451-338a-4d0a-bb71-ce30c5893d51&quot;:{&quot;type&quot;:&quot;FIGURE_OBJECT&quot;,&quot;id&quot;:&quot;78ad0451-338a-4d0a-bb71-ce30c5893d51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e99ef59a-67ad-46ba-bf68-cfcd87dbf4e7&quot;,&quot;order&quot;:&quot;3&quot;}},&quot;f6617bc0-a877-4620-9f78-9a9d10f78ddd&quot;:{&quot;type&quot;:&quot;FIGURE_OBJECT&quot;,&quot;id&quot;:&quot;f6617bc0-a877-4620-9f78-9a9d10f78ddd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2&quot;}},&quot;ba46621f-079c-4133-8f4f-239a10dba0e6&quot;:{&quot;type&quot;:&quot;FIGURE_OBJECT&quot;,&quot;id&quot;:&quot;ba46621f-079c-4133-8f4f-239a10dba0e6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f6617bc0-a877-4620-9f78-9a9d10f78ddd&quot;,&quot;order&quot;:&quot;5&quot;}},&quot;33807f9e-eabe-4129-b477-1f4c2188a11a&quot;:{&quot;type&quot;:&quot;FIGURE_OBJECT&quot;,&quot;id&quot;:&quot;33807f9e-eabe-4129-b477-1f4c2188a11a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8&quot;}},&quot;a54f09e4-d0c3-4357-96b7-0c3b3f62551b&quot;:{&quot;type&quot;:&quot;FIGURE_OBJECT&quot;,&quot;id&quot;:&quot;a54f09e4-d0c3-4357-96b7-0c3b3f62551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33807f9e-eabe-4129-b477-1f4c2188a11a&quot;,&quot;order&quot;:&quot;5&quot;}},&quot;ef8a3b7b-e5d2-4278-ab5a-cbbf0eca53bb&quot;:{&quot;type&quot;:&quot;FIGURE_OBJECT&quot;,&quot;id&quot;:&quot;ef8a3b7b-e5d2-4278-ab5a-cbbf0eca53bb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7&quot;}},&quot;6b4272bc-dc99-4886-865a-1943b2e4c678&quot;:{&quot;type&quot;:&quot;FIGURE_OBJECT&quot;,&quot;id&quot;:&quot;6b4272bc-dc99-4886-865a-1943b2e4c67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ef8a3b7b-e5d2-4278-ab5a-cbbf0eca53bb&quot;,&quot;order&quot;:&quot;5&quot;}},&quot;51dfafcd-5e94-4fe1-97e7-9e46cda0058e&quot;:{&quot;type&quot;:&quot;FIGURE_OBJECT&quot;,&quot;id&quot;:&quot;51dfafcd-5e94-4fe1-97e7-9e46cda0058e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6&quot;}},&quot;fbbeeabe-ee5a-487d-ab33-9f602cc57c8b&quot;:{&quot;type&quot;:&quot;FIGURE_OBJECT&quot;,&quot;id&quot;:&quot;fbbeeabe-ee5a-487d-ab33-9f602cc57c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51dfafcd-5e94-4fe1-97e7-9e46cda0058e&quot;,&quot;order&quot;:&quot;5&quot;}},&quot;7d92e65d-0ba7-4d0f-a800-13c74ab93741&quot;:{&quot;type&quot;:&quot;FIGURE_OBJECT&quot;,&quot;id&quot;:&quot;7d92e65d-0ba7-4d0f-a800-13c74ab93741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1&quot;}},&quot;f0fec688-f40d-457f-abe7-43d0cd13b698&quot;:{&quot;type&quot;:&quot;FIGURE_OBJECT&quot;,&quot;id&quot;:&quot;f0fec688-f40d-457f-abe7-43d0cd13b69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7d92e65d-0ba7-4d0f-a800-13c74ab93741&quot;,&quot;order&quot;:&quot;5&quot;}},&quot;1742fcac-cff1-4e5d-b141-3ecc17bf9319&quot;:{&quot;type&quot;:&quot;FIGURE_OBJECT&quot;,&quot;id&quot;:&quot;1742fcac-cff1-4e5d-b141-3ecc17bf9319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05&quot;}},&quot;616a4e8e-6e16-4496-b631-e45ca1b352a8&quot;:{&quot;type&quot;:&quot;FIGURE_OBJECT&quot;,&quot;id&quot;:&quot;616a4e8e-6e16-4496-b631-e45ca1b352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1742fcac-cff1-4e5d-b141-3ecc17bf9319&quot;,&quot;order&quot;:&quot;5&quot;}},&quot;762eb006-5a97-404a-bfbf-3630e902734f&quot;:{&quot;type&quot;:&quot;FIGURE_OBJECT&quot;,&quot;id&quot;:&quot;762eb006-5a97-404a-bfbf-3630e902734f&quot;,&quot;relativeTransform&quot;:{&quot;translate&quot;:{&quot;x&quot;:207.90102815403432,&quot;y&quot;:60.515796999134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6]}],&quot;text&quot;:&quot;Best Scoring positions / aa&quot;}],&quot;verticalAlign&quot;:&quot;TOP&quot;,&quot;_lastCaretLocation&quot;:{&quot;lineIndex&quot;:0,&quot;runIndex&quot;:-1,&quot;charIndex&quot;:-1,&quot;endOfLine&quot;:true}},&quot;size&quot;:{&quot;x&quot;:100.70177321558332,&quot;y&quot;:38.69504579116622},&quot;targetSize&quot;:{&quot;x&quot;:100.70177321558332,&quot;y&quot;:38.69504579116622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9997&quot;}},&quot;b1ce7038-2f74-431b-9ad0-285c31c6f1e0&quot;:{&quot;type&quot;:&quot;FIGURE_OBJECT&quot;,&quot;id&quot;:&quot;b1ce7038-2f74-431b-9ad0-285c31c6f1e0&quot;,&quot;relativeTransform&quot;:{&quot;translate&quot;:{&quot;x&quot;:96.34420758385988,&quot;y&quot;:0.00007438016530159075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5&quot;},&quot;connectorInfo&quot;:{&quot;connectedObjectAtLineEnd&quot;:{&quot;objectId&quot;:&quot;9f5f72ff-9c3f-48a9-a19e-059360e45e75&quot;,&quot;coordinates&quot;:{&quot;x&quot;:0,&quot;y&quot;:0.5}},&quot;type&quot;:&quot;LINE&quot;,&quot;offset&quot;:{&quot;x&quot;:0,&quot;y&quot;:0},&quot;bending&quot;:0.1,&quot;customized&quot;:false}},&quot;2a5cc88f-1dc8-4daa-988d-e5a7ff21a2f1&quot;:{&quot;type&quot;:&quot;FIGURE_OBJECT&quot;,&quot;id&quot;:&quot;2a5cc88f-1dc8-4daa-988d-e5a7ff21a2f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&quot;},&quot;connectorInfo&quot;:{&quot;connectedObjectAtLineEnd&quot;:{&quot;objectId&quot;:&quot;c1bddda0-e20c-43be-95bb-7f872a1fc142&quot;,&quot;coordinates&quot;:{&quot;x&quot;:0,&quot;y&quot;:0.5}},&quot;type&quot;:&quot;LINE&quot;,&quot;offset&quot;:{&quot;x&quot;:0,&quot;y&quot;:0},&quot;bending&quot;:0.1,&quot;customized&quot;:false}},&quot;a6123316-cace-413f-bfd2-c938cd056619&quot;:{&quot;type&quot;:&quot;FIGURE_OBJECT&quot;,&quot;id&quot;:&quot;a6123316-cace-413f-bfd2-c938cd056619&quot;,&quot;relativeTransform&quot;:{&quot;translate&quot;:{&quot;x&quot;:72.81176578456075,&quot;y&quot;:65.7934612856846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7]}],&quot;text&quot;:&quot;Donor 1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CPL cytokines activity ratios&quot;,&quot;base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7]}],&quot;text&quot;:&quot;relative to the wt&quot;}],&quot;verticalAlign&quot;:&quot;TOP&quot;,&quot;_lastCaretLocation&quot;:{&quot;lineIndex&quot;:0,&quot;runIndex&quot;:-1,&quot;charIndex&quot;:-1,&quot;endOfLine&quot;:true}},&quot;size&quot;:{&quot;x&quot;:126.95359670052116,&quot;y&quot;:72},&quot;targetSize&quot;:{&quot;x&quot;:126.95359670052116,&quot;y&quot;:54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998&quot;}},&quot;c1bddda0-e20c-43be-95bb-7f872a1fc142&quot;:{&quot;type&quot;:&quot;FIGURE_OBJECT&quot;,&quot;id&quot;:&quot;c1bddda0-e20c-43be-95bb-7f872a1fc142&quot;,&quot;parent&quot;:{&quot;type&quot;:&quot;CHILD&quot;,&quot;parentId&quot;:&quot;40b7b43b-a9c5-4acb-bfad-e857503b9de6&quot;,&quot;order&quot;:&quot;99999999999999999999996&quot;},&quot;relativeTransform&quot;:{&quot;translate&quot;:{&quot;x&quot;:-132.41727879185254,&quot;y&quot;:11.136717055467239},&quot;rotate&quot;:0,&quot;skewX&quot;:0,&quot;scale&quot;:{&quot;x&quot;:1,&quot;y&quot;:1}}},&quot;5254a230-c818-4e66-8ef7-54c8850f1478&quot;:{&quot;type&quot;:&quot;FIGURE_OBJECT&quot;,&quot;id&quot;:&quot;5254a230-c818-4e66-8ef7-54c8850f1478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c1bddda0-e20c-43be-95bb-7f872a1fc142&quot;,&quot;order&quot;:&quot;5&quot;}},&quot;2e6065d4-444c-4ec8-a8ca-24045424ecfd&quot;:{&quot;type&quot;:&quot;FIGURE_OBJECT&quot;,&quot;id&quot;:&quot;2e6065d4-444c-4ec8-a8ca-24045424ecfd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1bddda0-e20c-43be-95bb-7f872a1fc142&quot;,&quot;order&quot;:&quot;2&quot;}},&quot;0e045124-f4c2-4aa5-b737-7a4c20503029&quot;:{&quot;type&quot;:&quot;FIGURE_OBJECT&quot;,&quot;id&quot;:&quot;0e045124-f4c2-4aa5-b737-7a4c20503029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95&quot;}},&quot;00e6d3bc-10cd-490b-9578-0cb75ddb4107&quot;:{&quot;type&quot;:&quot;FIGURE_OBJECT&quot;,&quot;id&quot;:&quot;00e6d3bc-10cd-490b-9578-0cb75ddb4107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9&quot;}},&quot;2c61ac07-ab24-4ac5-a233-addf021cfbc5&quot;:{&quot;type&quot;:&quot;FIGURE_OBJECT&quot;,&quot;id&quot;:&quot;2c61ac07-ab24-4ac5-a233-addf021cfbc5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85&quot;}},&quot;c643b14c-f366-4b24-b661-25d6c8f0aa6f&quot;:{&quot;type&quot;:&quot;FIGURE_OBJECT&quot;,&quot;id&quot;:&quot;c643b14c-f366-4b24-b661-25d6c8f0aa6f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8&quot;}},&quot;a5fb8661-8832-4caa-a0a6-60baf09da1f0&quot;:{&quot;type&quot;:&quot;FIGURE_OBJECT&quot;,&quot;id&quot;:&quot;a5fb8661-8832-4caa-a0a6-60baf09da1f0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7&quot;}},&quot;edd5ef06-0189-43c8-9d40-5147b9f738b5&quot;:{&quot;type&quot;:&quot;FIGURE_OBJECT&quot;,&quot;id&quot;:&quot;edd5ef06-0189-43c8-9d40-5147b9f738b5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5&quot;}},&quot;f1c5fa39-3c03-4a36-9b59-735b90edd123&quot;:{&quot;type&quot;:&quot;FIGURE_OBJECT&quot;,&quot;id&quot;:&quot;f1c5fa39-3c03-4a36-9b59-735b90edd123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2&quot;}},&quot;ee23fb4c-8f9d-49bf-800c-a50d20686efb&quot;:{&quot;type&quot;:&quot;FIGURE_OBJECT&quot;,&quot;id&quot;:&quot;ee23fb4c-8f9d-49bf-800c-a50d20686efb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1&quot;}},&quot;cc16d193-7d73-4478-9820-32686ea0c52c&quot;:{&quot;type&quot;:&quot;FIGURE_OBJECT&quot;,&quot;id&quot;:&quot;cc16d193-7d73-4478-9820-32686ea0c52c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&quot;}},&quot;c9165b21-b8c7-4097-a413-5b5a46b088a6&quot;:{&quot;type&quot;:&quot;FIGURE_OBJECT&quot;,&quot;id&quot;:&quot;c9165b21-b8c7-4097-a413-5b5a46b088a6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7&quot;}},&quot;459657fb-b463-4640-971e-5ce2a3a52dbd&quot;:{&quot;type&quot;:&quot;FIGURE_OBJECT&quot;,&quot;id&quot;:&quot;459657fb-b463-4640-971e-5ce2a3a52dbd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5&quot;}},&quot;4c0978a7-a107-4e75-995d-0b9ee8c78896&quot;:{&quot;type&quot;:&quot;FIGURE_OBJECT&quot;,&quot;id&quot;:&quot;4c0978a7-a107-4e75-995d-0b9ee8c78896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2&quot;}},&quot;7c1d4721-58d9-4a17-9b8a-10e0f637d885&quot;:{&quot;type&quot;:&quot;FIGURE_OBJECT&quot;,&quot;id&quot;:&quot;7c1d4721-58d9-4a17-9b8a-10e0f637d885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&quot;}},&quot;81988d25-57c2-4363-8d5e-d075a0f22afd&quot;:{&quot;type&quot;:&quot;FIGURE_OBJECT&quot;,&quot;id&quot;:&quot;81988d25-57c2-4363-8d5e-d075a0f22afd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7&quot;}},&quot;e491e46a-506c-459d-bf24-d49f3569e0f6&quot;:{&quot;type&quot;:&quot;FIGURE_OBJECT&quot;,&quot;id&quot;:&quot;e491e46a-506c-459d-bf24-d49f3569e0f6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5&quot;}},&quot;3800dbc3-d73d-4ff3-8192-516eb6774231&quot;:{&quot;type&quot;:&quot;FIGURE_OBJECT&quot;,&quot;id&quot;:&quot;3800dbc3-d73d-4ff3-8192-516eb6774231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2&quot;}},&quot;e8c3fc99-df57-4660-a23e-af55ee73c998&quot;:{&quot;type&quot;:&quot;FIGURE_OBJECT&quot;,&quot;id&quot;:&quot;e8c3fc99-df57-4660-a23e-af55ee73c998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1&quot;}},&quot;c1384649-ac6c-4db2-9a40-7d0458ef95d6&quot;:{&quot;type&quot;:&quot;FIGURE_OBJECT&quot;,&quot;id&quot;:&quot;c1384649-ac6c-4db2-9a40-7d0458ef95d6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&quot;}},&quot;c32648ca-bb8c-45c6-8c17-557943d98a0d&quot;:{&quot;type&quot;:&quot;FIGURE_OBJECT&quot;,&quot;id&quot;:&quot;c32648ca-bb8c-45c6-8c17-557943d98a0d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45&quot;}},&quot;ba426d09-77a9-4100-8846-aee764827838&quot;:{&quot;type&quot;:&quot;FIGURE_OBJECT&quot;,&quot;id&quot;:&quot;ba426d09-77a9-4100-8846-aee764827838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4&quot;}},&quot;cfb43444-811e-4bb4-800d-9a233d8f83b3&quot;:{&quot;type&quot;:&quot;FIGURE_OBJECT&quot;,&quot;id&quot;:&quot;cfb43444-811e-4bb4-800d-9a233d8f83b3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35&quot;}},&quot;999909ff-2e71-4e0d-9435-a163478f1418&quot;:{&quot;type&quot;:&quot;FIGURE_OBJECT&quot;,&quot;id&quot;:&quot;999909ff-2e71-4e0d-9435-a163478f1418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3&quot;}},&quot;96cc0b94-a40f-472c-8397-7cec32c16020&quot;:{&quot;type&quot;:&quot;FIGURE_OBJECT&quot;,&quot;id&quot;:&quot;96cc0b94-a40f-472c-8397-7cec32c16020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7&quot;}},&quot;aa6a1990-343b-4ba1-92b0-89fb03fddcae&quot;:{&quot;type&quot;:&quot;FIGURE_OBJECT&quot;,&quot;id&quot;:&quot;aa6a1990-343b-4ba1-92b0-89fb03fddcae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5&quot;}},&quot;78cbf386-14ea-420a-97e7-4a7553c6d4f7&quot;:{&quot;type&quot;:&quot;FIGURE_OBJECT&quot;,&quot;id&quot;:&quot;78cbf386-14ea-420a-97e7-4a7553c6d4f7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2&quot;}},&quot;e182f6e0-1c6a-4853-b18c-65986ef7e0cf&quot;:{&quot;type&quot;:&quot;FIGURE_OBJECT&quot;,&quot;id&quot;:&quot;e182f6e0-1c6a-4853-b18c-65986ef7e0cf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1&quot;}},&quot;afe8d18e-e5e6-44e0-8269-f320fe28f2b2&quot;:{&quot;type&quot;:&quot;FIGURE_OBJECT&quot;,&quot;id&quot;:&quot;afe8d18e-e5e6-44e0-8269-f320fe28f2b2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&quot;}},&quot;8152e41a-6809-4d35-b120-957f10d369ac&quot;:{&quot;type&quot;:&quot;FIGURE_OBJECT&quot;,&quot;id&quot;:&quot;8152e41a-6809-4d35-b120-957f10d369ac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7&quot;}},&quot;7433953f-29cc-4486-89ca-8626b6ccf1d9&quot;:{&quot;type&quot;:&quot;FIGURE_OBJECT&quot;,&quot;id&quot;:&quot;7433953f-29cc-4486-89ca-8626b6ccf1d9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5&quot;}},&quot;eb85fe59-241c-4ca9-935a-7ac064e355ae&quot;:{&quot;type&quot;:&quot;FIGURE_OBJECT&quot;,&quot;id&quot;:&quot;eb85fe59-241c-4ca9-935a-7ac064e355ae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2&quot;}},&quot;ad347327-88e0-4dac-80c6-a118d467046b&quot;:{&quot;type&quot;:&quot;FIGURE_OBJECT&quot;,&quot;id&quot;:&quot;ad347327-88e0-4dac-80c6-a118d467046b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1&quot;}},&quot;de58c3fb-cbd1-4142-bc48-bc5c3fceed19&quot;:{&quot;type&quot;:&quot;FIGURE_OBJECT&quot;,&quot;id&quot;:&quot;de58c3fb-cbd1-4142-bc48-bc5c3fceed19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&quot;}},&quot;b35c7200-ea5a-4294-9c56-352e62cc43f3&quot;:{&quot;type&quot;:&quot;FIGURE_OBJECT&quot;,&quot;id&quot;:&quot;b35c7200-ea5a-4294-9c56-352e62cc43f3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7&quot;}},&quot;308b91d6-5568-4775-ab2f-9eaaf582ee12&quot;:{&quot;type&quot;:&quot;FIGURE_OBJECT&quot;,&quot;id&quot;:&quot;308b91d6-5568-4775-ab2f-9eaaf582ee12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5&quot;}},&quot;a301daf0-26a3-4184-b6fd-097ef0eab881&quot;:{&quot;type&quot;:&quot;FIGURE_OBJECT&quot;,&quot;id&quot;:&quot;a301daf0-26a3-4184-b6fd-097ef0eab881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2&quot;}},&quot;84b1be67-2216-4d13-9417-3afeaf7d0412&quot;:{&quot;type&quot;:&quot;FIGURE_OBJECT&quot;,&quot;id&quot;:&quot;84b1be67-2216-4d13-9417-3afeaf7d0412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1&quot;}},&quot;6c7655f6-06c9-4a1b-8788-93b19eb25bf5&quot;:{&quot;type&quot;:&quot;FIGURE_OBJECT&quot;,&quot;id&quot;:&quot;6c7655f6-06c9-4a1b-8788-93b19eb25bf5&quot;,&quot;relativeTransform&quot;:{&quot;translate&quot;:{&quot;x&quot;:0,&quot;y&quot;:0.972289742343214},&quot;rotate&quot;:0,&quot;skewX&quot;:0,&quot;scale&quot;:{&quot;x&quot;:1,&quot;y&quot;:1}},&quot;opacity&quot;:1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7&quot;},&quot;connectorInfo&quot;:{&quot;connectedObjectAtLineStart&quot;:{&quot;objectId&quot;:&quot;e99ef59a-67ad-46ba-bf68-cfcd87dbf4e7&quot;,&quot;coordinates&quot;:{&quot;x&quot;:0,&quot;y&quot;:0.5}},&quot;connectedObjectAtLineEnd&quot;:{&quot;objectId&quot;:&quot;e5bed06b-22f8-4191-a743-70116a072a23&quot;,&quot;coordinates&quot;:{&quot;x&quot;:0,&quot;y&quot;:0.5}},&quot;type&quot;:&quot;ELBOW&quot;,&quot;offset&quot;:{&quot;x&quot;:0,&quot;y&quot;:0},&quot;bending&quot;:0.1,&quot;customized&quot;:true}},&quot;e5bed06b-22f8-4191-a743-70116a072a23&quot;:{&quot;type&quot;:&quot;FIGURE_OBJECT&quot;,&quot;id&quot;:&quot;e5bed06b-22f8-4191-a743-70116a072a23&quot;,&quot;parent&quot;:{&quot;type&quot;:&quot;CHILD&quot;,&quot;parentId&quot;:&quot;40b7b43b-a9c5-4acb-bfad-e857503b9de6&quot;,&quot;order&quot;:&quot;9999999999999999999995&quot;},&quot;relativeTransform&quot;:{&quot;translate&quot;:{&quot;x&quot;:-5.594155759230981,&quot;y&quot;:62.26905503758982},&quot;rotate&quot;:0,&quot;skewX&quot;:0,&quot;scale&quot;:{&quot;x&quot;:1,&quot;y&quot;:1}}},&quot;27c40d37-ebde-475d-b7f5-a87ece3d996a&quot;:{&quot;type&quot;:&quot;FIGURE_OBJECT&quot;,&quot;id&quot;:&quot;27c40d37-ebde-475d-b7f5-a87ece3d996a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5&quot;}},&quot;c7c01cd8-4f21-4e65-bd3a-e08fd59f0b57&quot;:{&quot;type&quot;:&quot;FIGURE_OBJECT&quot;,&quot;id&quot;:&quot;c7c01cd8-4f21-4e65-bd3a-e08fd59f0b5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7c40d37-ebde-475d-b7f5-a87ece3d996a&quot;,&quot;order&quot;:&quot;5&quot;}},&quot;61d9f34c-852e-48da-92fb-a206637bedc1&quot;:{&quot;type&quot;:&quot;FIGURE_OBJECT&quot;,&quot;id&quot;:&quot;61d9f34c-852e-48da-92fb-a206637bedc1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5bed06b-22f8-4191-a743-70116a072a23&quot;,&quot;order&quot;:&quot;3&quot;}},&quot;e38cac51-a87d-4c65-9782-915cf1626828&quot;:{&quot;type&quot;:&quot;FIGURE_OBJECT&quot;,&quot;id&quot;:&quot;e38cac51-a87d-4c65-9782-915cf1626828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2&quot;}},&quot;c91cb123-e6d4-40b2-8bd4-ec8c5ecdf3db&quot;:{&quot;type&quot;:&quot;FIGURE_OBJECT&quot;,&quot;id&quot;:&quot;c91cb123-e6d4-40b2-8bd4-ec8c5ecdf3d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e38cac51-a87d-4c65-9782-915cf1626828&quot;,&quot;order&quot;:&quot;5&quot;}},&quot;24114497-9e43-4841-a41c-a7b144f64d3c&quot;:{&quot;type&quot;:&quot;FIGURE_OBJECT&quot;,&quot;id&quot;:&quot;24114497-9e43-4841-a41c-a7b144f64d3c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8&quot;}},&quot;25dcf9c6-13bb-4597-a4c9-abd50258a144&quot;:{&quot;type&quot;:&quot;FIGURE_OBJECT&quot;,&quot;id&quot;:&quot;25dcf9c6-13bb-4597-a4c9-abd50258a144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4114497-9e43-4841-a41c-a7b144f64d3c&quot;,&quot;order&quot;:&quot;5&quot;}},&quot;86fc3d96-5410-4e85-a777-857bb24247b9&quot;:{&quot;type&quot;:&quot;FIGURE_OBJECT&quot;,&quot;id&quot;:&quot;86fc3d96-5410-4e85-a777-857bb24247b9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7&quot;}},&quot;ccbb734c-9286-468b-93e6-d404f8238fa8&quot;:{&quot;type&quot;:&quot;FIGURE_OBJECT&quot;,&quot;id&quot;:&quot;ccbb734c-9286-468b-93e6-d404f8238f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6fc3d96-5410-4e85-a777-857bb24247b9&quot;,&quot;order&quot;:&quot;5&quot;}},&quot;25e19f47-d1b2-40a6-9ffd-6fe6906c0ff2&quot;:{&quot;type&quot;:&quot;FIGURE_OBJECT&quot;,&quot;id&quot;:&quot;25e19f47-d1b2-40a6-9ffd-6fe6906c0ff2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6&quot;}},&quot;8e1fb001-b0ec-49bd-bc21-c3fac331fadd&quot;:{&quot;type&quot;:&quot;FIGURE_OBJECT&quot;,&quot;id&quot;:&quot;8e1fb001-b0ec-49bd-bc21-c3fac331fad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25e19f47-d1b2-40a6-9ffd-6fe6906c0ff2&quot;,&quot;order&quot;:&quot;5&quot;}},&quot;8f81b34f-df65-4f7b-becb-030f89372c04&quot;:{&quot;type&quot;:&quot;FIGURE_OBJECT&quot;,&quot;id&quot;:&quot;8f81b34f-df65-4f7b-becb-030f89372c04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1&quot;}},&quot;c4271354-8363-46a7-b8b3-7a9346310fa8&quot;:{&quot;type&quot;:&quot;FIGURE_OBJECT&quot;,&quot;id&quot;:&quot;c4271354-8363-46a7-b8b3-7a9346310f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8f81b34f-df65-4f7b-becb-030f89372c04&quot;,&quot;order&quot;:&quot;5&quot;}},&quot;2b87901a-3a22-401c-8fc3-dfab10a039b8&quot;:{&quot;type&quot;:&quot;FIGURE_OBJECT&quot;,&quot;id&quot;:&quot;2b87901a-3a22-401c-8fc3-dfab10a039b8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5bed06b-22f8-4191-a743-70116a072a23&quot;,&quot;order&quot;:&quot;05&quot;}},&quot;598ea3f1-2466-48aa-b2eb-110645bb4c97&quot;:{&quot;type&quot;:&quot;FIGURE_OBJECT&quot;,&quot;id&quot;:&quot;598ea3f1-2466-48aa-b2eb-110645bb4c9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2b87901a-3a22-401c-8fc3-dfab10a039b8&quot;,&quot;order&quot;:&quot;5&quot;}},&quot;7bac46c2-8eaa-408e-87e4-e716b4a2c83e&quot;:{&quot;type&quot;:&quot;FIGURE_OBJECT&quot;,&quot;id&quot;:&quot;7bac46c2-8eaa-408e-87e4-e716b4a2c83e&quot;,&quot;relativeTransform&quot;:{&quot;translate&quot;:{&quot;x&quot;:127.38634762121963,&quot;y&quot;:-118.273141481067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2-AA candidates&quot;}],&quot;verticalAlign&quot;:&quot;TOP&quot;,&quot;_lastCaretLocation&quot;:{&quot;lineIndex&quot;:0,&quot;runIndex&quot;:0,&quot;charIndex&quot;:1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5&quot;}},&quot;48017a2e-09ef-4b60-85e8-c74389e5af5f&quot;:{&quot;type&quot;:&quot;FIGURE_OBJECT&quot;,&quot;id&quot;:&quot;48017a2e-09ef-4b60-85e8-c74389e5af5f&quot;,&quot;relativeTransform&quot;:{&quot;translate&quot;:{&quot;x&quot;:127.38624380171338,&quot;y&quot;:-172.2723603032377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1-AA candidates&quot;}],&quot;verticalAlign&quot;:&quot;TOP&quot;,&quot;_lastCaretLocation&quot;:{&quot;lineIndex&quot;:0,&quot;runIndex&quot;:-1,&quot;charIndex&quot;:-1,&quot;endOfLine&quot;:true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9&quot;}},&quot;6affd4b3-b3d9-4be3-8a06-1ab8714214cf&quot;:{&quot;type&quot;:&quot;FIGURE_OBJECT&quot;,&quot;id&quot;:&quot;6affd4b3-b3d9-4be3-8a06-1ab8714214cf&quot;,&quot;relativeTransform&quot;:{&quot;translate&quot;:{&quot;x&quot;:-6.842014996954845,&quot;y&quot;:0.499362294007347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1]}],&quot;text&quot;:&quot;PS-CPL guided Analysis&quot;}],&quot;verticalAlign&quot;:&quot;TOP&quot;,&quot;_lastCaretLocation&quot;:{&quot;lineIndex&quot;:0,&quot;runIndex&quot;:0,&quot;charIndex&quot;:16}},&quot;size&quot;:{&quot;x&quot;:113.69767080259729,&quot;y&quot;:36.00000000000001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8&quot;}},&quot;50a9bb74-2ea8-438f-9600-cb38d108f5a0&quot;:{&quot;type&quot;:&quot;FIGURE_OBJECT&quot;,&quot;id&quot;:&quot;50a9bb74-2ea8-438f-9600-cb38d108f5a0&quot;,&quot;relativeTransform&quot;:{&quot;translate&quot;:{&quot;x&quot;:-13.925701040263773,&quot;y&quot;:-122.2044643268417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8]}],&quot;text&quot;:&quot;Mutational Analysis&quot;}],&quot;verticalAlign&quot;:&quot;TOP&quot;,&quot;_lastCaretLocation&quot;:{&quot;lineIndex&quot;:0,&quot;runIndex&quot;:-1,&quot;charIndex&quot;:-1,&quot;endOfLine&quot;:true}},&quot;size&quot;:{&quot;x&quot;:79.16515104961562,&quot;y&quot;:36.000000000000014},&quot;targetSize&quot;:{&quot;x&quot;:79.16515104961562,&quot;y&quot;:36.000000000000014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7&quot;}},&quot;53ca2e1e-e684-40f4-af26-2bfb12c2ef8e&quot;:{&quot;type&quot;:&quot;FIGURE_OBJECT&quot;,&quot;id&quot;:&quot;53ca2e1e-e684-40f4-af26-2bfb12c2ef8e&quot;,&quot;relativeTransform&quot;:{&quot;translate&quot;:{&quot;x&quot;:128.76011244971576,&quot;y&quot;:-235.2794590003546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8]}],&quot;text&quot;:&quot;QCFFCFKEL&quot;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21]}],&quot;text&quot;:&quot;SV-wild type (wt) 9mer&quot;}],&quot;verticalAlign&quot;:&quot;TOP&quot;,&quot;_lastCaretLocation&quot;:{&quot;lineIndex&quot;:1,&quot;runIndex&quot;:0,&quot;charIndex&quot;:17}},&quot;size&quot;:{&quot;x&quot;:144.8788123571466,&quot;y&quot;:54},&quot;targetSize&quot;:{&quot;x&quot;:144.8788123571466,&quot;y&quot;:54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95&quot;}},&quot;1310f2c0-31a3-45ae-aca1-f22c8aeb5800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1310f2c0-31a3-45ae-aca1-f22c8aeb5800&quot;,&quot;parent&quot;:{&quot;type&quot;:&quot;CHILD&quot;,&quot;parentId&quot;:&quot;40b7b43b-a9c5-4acb-bfad-e857503b9de6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},&quot;9c0103d8-a8f4-4aaa-b4b1-ff410733d6db&quot;:{&quot;type&quot;:&quot;FIGURE_OBJECT&quot;,&quot;id&quot;:&quot;9c0103d8-a8f4-4aaa-b4b1-ff410733d6db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310f2c0-31a3-45ae-aca1-f22c8aeb5800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4a463511-1689-41ba-a711-1b66e77c20c8&quot;:{&quot;type&quot;:&quot;FIGURE_OBJECT&quot;,&quot;id&quot;:&quot;4a463511-1689-41ba-a711-1b66e77c20c8&quot;,&quot;parent&quot;:{&quot;type&quot;:&quot;CHILD&quot;,&quot;parentId&quot;:&quot;1310f2c0-31a3-45ae-aca1-f22c8aeb5800&quot;,&quot;order&quot;:&quot;1&quot;},&quot;relativeTransform&quot;:{&quot;translate&quot;:{&quot;x&quot;:-0.03331737558516619,&quot;y&quot;:0.1967239441377253},&quot;rotate&quot;:0}},&quot;6dfb2394-5969-4917-ae39-f2b7838af725&quot;:{&quot;type&quot;:&quot;FIGURE_OBJECT&quot;,&quot;id&quot;:&quot;6dfb2394-5969-4917-ae39-f2b7838af725&quot;,&quot;parent&quot;:{&quot;type&quot;:&quot;CROP&quot;,&quot;parentId&quot;:&quot;4a463511-1689-41ba-a711-1b66e77c20c8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c88efdb1-74fa-46f8-be02-e9a7498934a5&quot;:{&quot;id&quot;:&quot;c88efdb1-74fa-46f8-be02-e9a7498934a5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4a463511-1689-41ba-a711-1b66e77c20c8&quot;,&quot;order&quot;:&quot;5&quot;}},&quot;936acc0c-861a-45bf-b3c2-0220d84b68f1&quot;:{&quot;relativeTransform&quot;:{&quot;translate&quot;:{&quot;x&quot;:8.020945760691498,&quot;y&quot;:2.288420123198222},&quot;rotate&quot;:4.1633363423443364e-17},&quot;type&quot;:&quot;FIGURE_OBJECT&quot;,&quot;id&quot;:&quot;936acc0c-861a-45bf-b3c2-0220d84b68f1&quot;,&quot;parent&quot;:{&quot;type&quot;:&quot;CHILD&quot;,&quot;parentId&quot;:&quot;1310f2c0-31a3-45ae-aca1-f22c8aeb5800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344d78c1-55fc-483e-bb38-bb0fed954af7&quot;:{&quot;type&quot;:&quot;FIGURE_OBJECT&quot;,&quot;id&quot;:&quot;344d78c1-55fc-483e-bb38-bb0fed954af7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936acc0c-861a-45bf-b3c2-0220d84b68f1&quot;,&quot;order&quot;:&quot;8&quot;}},&quot;7324b57f-f83f-4cc8-8780-751f1a2bba20&quot;:{&quot;type&quot;:&quot;FIGURE_OBJECT&quot;,&quot;id&quot;:&quot;7324b57f-f83f-4cc8-8780-751f1a2bba20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936acc0c-861a-45bf-b3c2-0220d84b68f1&quot;,&quot;order&quot;:&quot;2&quot;}},&quot;6eb17aa4-0f01-46f9-a956-9e637de03374&quot;:{&quot;id&quot;:&quot;6eb17aa4-0f01-46f9-a956-9e637de03374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936acc0c-861a-45bf-b3c2-0220d84b68f1&quot;,&quot;order&quot;:&quot;7&quot;}},&quot;c85d68ec-ad4f-4076-91c5-914e8b685e0c&quot;:{&quot;type&quot;:&quot;FIGURE_OBJECT&quot;,&quot;id&quot;:&quot;c85d68ec-ad4f-4076-91c5-914e8b685e0c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310f2c0-31a3-45ae-aca1-f22c8aeb5800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36ca3224-23c6-4a3d-a6f1-6b782c3433f3&quot;:{&quot;relativeTransform&quot;:{&quot;translate&quot;:{&quot;x&quot;:25.656211366522225,&quot;y&quot;:-11.14816637129976},&quot;rotate&quot;:0.5478843171998568},&quot;type&quot;:&quot;FIGURE_OBJECT&quot;,&quot;id&quot;:&quot;36ca3224-23c6-4a3d-a6f1-6b782c3433f3&quot;,&quot;parent&quot;:{&quot;type&quot;:&quot;CHILD&quot;,&quot;parentId&quot;:&quot;1310f2c0-31a3-45ae-aca1-f22c8aeb5800&quot;,&quot;order&quot;:&quot;5&quot;},&quot;name&quot;:&quot;Radioligand&quot;,&quot;displayName&quot;:&quot;Radioligand&quot;,&quot;source&quot;:{&quot;id&quot;:&quot;614a1ea32f946a00a0836689&quot;,&quot;type&quot;:&quot;ASSETS&quot;},&quot;isPremium&quot;:false},&quot;1d7db17b-6aed-4b5c-9140-573f4bbc355e&quot;:{&quot;type&quot;:&quot;FIGURE_OBJECT&quot;,&quot;id&quot;:&quot;1d7db17b-6aed-4b5c-9140-573f4bbc355e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36ca3224-23c6-4a3d-a6f1-6b782c3433f3&quot;,&quot;order&quot;:&quot;8&quot;}},&quot;2b98f552-a02b-41fb-ad10-7dfececc3759&quot;:{&quot;type&quot;:&quot;FIGURE_OBJECT&quot;,&quot;id&quot;:&quot;2b98f552-a02b-41fb-ad10-7dfececc3759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36ca3224-23c6-4a3d-a6f1-6b782c3433f3&quot;,&quot;order&quot;:&quot;2&quot;}},&quot;0d34b7ff-1e1b-401d-b32b-09dead2510b0&quot;:{&quot;id&quot;:&quot;0d34b7ff-1e1b-401d-b32b-09dead2510b0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36ca3224-23c6-4a3d-a6f1-6b782c3433f3&quot;,&quot;order&quot;:&quot;7&quot;}},&quot;d33a868a-3941-4c2d-8f92-aa4cb65bcdcb&quot;:{&quot;type&quot;:&quot;FIGURE_OBJECT&quot;,&quot;id&quot;:&quot;d33a868a-3941-4c2d-8f92-aa4cb65bcdcb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1310f2c0-31a3-45ae-aca1-f22c8aeb5800&quot;,&quot;order&quot;:&quot;3&quot;}},&quot;45b6d07b-e22b-46c3-9eff-67a48db5e51c&quot;:{&quot;relativeTransform&quot;:{&quot;translate&quot;:{&quot;x&quot;:-94.52047553959267,&quot;y&quot;:-2.108457435895191},&quot;rotate&quot;:0},&quot;type&quot;:&quot;FIGURE_OBJECT&quot;,&quot;id&quot;:&quot;45b6d07b-e22b-46c3-9eff-67a48db5e51c&quot;,&quot;parent&quot;:{&quot;type&quot;:&quot;CHILD&quot;,&quot;parentId&quot;:&quot;1310f2c0-31a3-45ae-aca1-f22c8aeb5800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3cddb245-8289-430b-a442-9a40a11c8043&quot;:{&quot;type&quot;:&quot;FIGURE_OBJECT&quot;,&quot;id&quot;:&quot;3cddb245-8289-430b-a442-9a40a11c8043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45b6d07b-e22b-46c3-9eff-67a48db5e51c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00a4b34a-eaf8-4681-9c6f-e35f3f8032b2&quot;:{&quot;type&quot;:&quot;FIGURE_OBJECT&quot;,&quot;id&quot;:&quot;00a4b34a-eaf8-4681-9c6f-e35f3f8032b2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45b6d07b-e22b-46c3-9eff-67a48db5e51c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b5415c53-51cf-4e6c-9470-7c3fd2a8f920&quot;:{&quot;type&quot;:&quot;FIGURE_OBJECT&quot;,&quot;id&quot;:&quot;b5415c53-51cf-4e6c-9470-7c3fd2a8f920&quot;,&quot;relativeTransform&quot;:{&quot;translate&quot;:{&quot;x&quot;:477.7862367892823,&quot;y&quot;:-244.569785514979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,&quot;range&quot;:[0,8]}],&quot;text&quot;:&quot;NetMHCPan&quot;,&quot;base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5]}],&quot;text&quot;:&quot;Binding Affinity&quot;,&quot;base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1]}],&quot;text&quot;:&quot;Elution Rank&quot;}],&quot;verticalAlign&quot;:&quot;TOP&quot;,&quot;_lastCaretLocation&quot;:{&quot;lineIndex&quot;:1,&quot;runIndex&quot;:0,&quot;charIndex&quot;:0}},&quot;size&quot;:{&quot;x&quot;:113.69767080259729,&quot;y&quot;:5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40b7b43b-a9c5-4acb-bfad-e857503b9de6&quot;,&quot;order&quot;:&quot;99999999999999999975&quot;}},&quot;f719e722-91bf-42ed-9683-6e0bb672753f&quot;:{&quot;id&quot;:&quot;f719e722-91bf-42ed-9683-6e0bb672753f&quot;,&quot;type&quot;:&quot;FIGURE_OBJECT&quot;,&quot;relativeTransform&quot;:{&quot;translate&quot;:{&quot;x&quot;:503.48589977645145,&quot;y&quot;:245.06815106740862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GROMACS&quot;}],&quot;_lastCaretLocation&quot;:{&quot;lineIndex&quot;:0,&quot;runIndex&quot;:-1,&quot;charIndex&quot;:-1,&quot;endOfLine&quot;:true}},&quot;format&quot;:&quot;BETTER_TEXT&quot;,&quot;size&quot;:{&quot;x&quot;:44.38580322265625,&quot;y&quot;:11.116082450718066},&quot;targetSize&quot;:{&quot;x&quot;:38.2125729155916,&quot;y&quot;:11.116082450718066}},&quot;parent&quot;:{&quot;type&quot;:&quot;CHILD&quot;,&quot;parentId&quot;:&quot;40b7b43b-a9c5-4acb-bfad-e857503b9de6&quot;,&quot;order&quot;:&quot;9999999999999999997&quot;}},&quot;e536c19c-9b1c-4e3c-af25-209028156534&quot;:{&quot;id&quot;:&quot;e536c19c-9b1c-4e3c-af25-209028156534&quot;,&quot;type&quot;:&quot;FIGURE_OBJECT&quot;,&quot;relativeTransform&quot;:{&quot;translate&quot;:{&quot;x&quot;:572.4073617285078,&quot;y&quot;:304.72770740016216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9]}],&quot;text&quot;:&quot;Final candidates with low RMSF&quot;}],&quot;_lastCaretLocation&quot;:{&quot;lineIndex&quot;:0,&quot;runIndex&quot;:-1,&quot;charIndex&quot;:-1,&quot;endOfLine&quot;:true}},&quot;format&quot;:&quot;BETTER_TEXT&quot;,&quot;size&quot;:{&quot;x&quot;:86.76724602852363,&quot;y&quot;:23.46247508090268},&quot;targetSize&quot;:{&quot;x&quot;:86.76724602852363,&quot;y&quot;:23.46247508090268}},&quot;parent&quot;:{&quot;type&quot;:&quot;CHILD&quot;,&quot;parentId&quot;:&quot;40b7b43b-a9c5-4acb-bfad-e857503b9de6&quot;,&quot;order&quot;:&quot;9999999999999999995&quot;}},&quot;9c1071c6-0516-4a45-a9e8-02b4f1a5bb6e&quot;:{&quot;type&quot;:&quot;FIGURE_OBJECT&quot;,&quot;id&quot;:&quot;9c1071c6-0516-4a45-a9e8-02b4f1a5bb6e&quot;,&quot;parent&quot;:{&quot;type&quot;:&quot;CHILD&quot;,&quot;parentId&quot;:&quot;40b7b43b-a9c5-4acb-bfad-e857503b9de6&quot;,&quot;order&quot;:&quot;999999999999999999&quot;},&quot;relativeTransform&quot;:{&quot;translate&quot;:{&quot;x&quot;:570.2097244124328,&quot;y&quot;:-55.47922384792972},&quot;rotate&quot;:0,&quot;skewX&quot;:0,&quot;scale&quot;:{&quot;x&quot;:1,&quot;y&quot;:1}}},&quot;be0ca2a6-dcf7-48d8-8787-889f2dda1bf8&quot;:{&quot;type&quot;:&quot;FIGURE_OBJECT&quot;,&quot;id&quot;:&quot;be0ca2a6-dcf7-48d8-8787-889f2dda1bf8&quot;,&quot;parent&quot;:{&quot;type&quot;:&quot;CHILD&quot;,&quot;parentId&quot;:&quot;9c1071c6-0516-4a45-a9e8-02b4f1a5bb6e&quot;,&quot;order&quot;:&quot;5&quot;},&quot;relativeTransform&quot;:{&quot;translate&quot;:{&quot;x&quot;:260.77927831674674,&quot;y&quot;:198.83640199084653},&quot;rotate&quot;:0.6387441686248161}},&quot;6c45a1ba-93f4-42fd-bfd2-cd1eb6282ecc&quot;:{&quot;type&quot;:&quot;FIGURE_OBJECT&quot;,&quot;id&quot;:&quot;6c45a1ba-93f4-42fd-bfd2-cd1eb6282ecc&quot;,&quot;parent&quot;:{&quot;type&quot;:&quot;CROP&quot;,&quot;parentId&quot;:&quot;be0ca2a6-dcf7-48d8-8787-889f2dda1bf8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f67ab2ca-7535-432f-89a8-c8bd374c2388&quot;:{&quot;id&quot;:&quot;f67ab2ca-7535-432f-89a8-c8bd374c2388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be0ca2a6-dcf7-48d8-8787-889f2dda1bf8&quot;,&quot;order&quot;:&quot;5&quot;}},&quot;0c9871a7-d9dd-4667-b07f-04a74f98be82&quot;:{&quot;type&quot;:&quot;FIGURE_OBJECT&quot;,&quot;id&quot;:&quot;0c9871a7-d9dd-4667-b07f-04a74f98be82&quot;,&quot;parent&quot;:{&quot;type&quot;:&quot;CHILD&quot;,&quot;parentId&quot;:&quot;9c1071c6-0516-4a45-a9e8-02b4f1a5bb6e&quot;,&quot;order&quot;:&quot;2&quot;},&quot;relativeTransform&quot;:{&quot;translate&quot;:{&quot;x&quot;:-14.99888481120773,&quot;y&quot;:109.78797710352872},&quot;rotate&quot;:-0.6236081290546599}},&quot;ab4ffd37-c640-43f0-8139-3dfd6e946f75&quot;:{&quot;type&quot;:&quot;FIGURE_OBJECT&quot;,&quot;id&quot;:&quot;ab4ffd37-c640-43f0-8139-3dfd6e946f75&quot;,&quot;parent&quot;:{&quot;type&quot;:&quot;CROP&quot;,&quot;parentId&quot;:&quot;0c9871a7-d9dd-4667-b07f-04a74f98be82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0fb7404a-45cb-416f-b99e-6d6d1c0d8b3f&quot;:{&quot;id&quot;:&quot;0fb7404a-45cb-416f-b99e-6d6d1c0d8b3f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0c9871a7-d9dd-4667-b07f-04a74f98be82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9dfe0c4e-336f-4048-a0ec-c1b52f1a21d6&quot;:{&quot;type&quot;:&quot;FIGURE_OBJECT&quot;,&quot;id&quot;:&quot;9dfe0c4e-336f-4048-a0ec-c1b52f1a21d6&quot;,&quot;parent&quot;:{&quot;type&quot;:&quot;CHILD&quot;,&quot;parentId&quot;:&quot;9c1071c6-0516-4a45-a9e8-02b4f1a5bb6e&quot;,&quot;order&quot;:&quot;7&quot;},&quot;relativeTransform&quot;:{&quot;translate&quot;:{&quot;x&quot;:244.03430220320564,&quot;y&quot;:260.40454164456577},&quot;rotate&quot;:0.5705284900767742}},&quot;825d3dd5-1cfa-4c2d-8121-30c47ceb245c&quot;:{&quot;type&quot;:&quot;FIGURE_OBJECT&quot;,&quot;id&quot;:&quot;825d3dd5-1cfa-4c2d-8121-30c47ceb245c&quot;,&quot;parent&quot;:{&quot;type&quot;:&quot;CROP&quot;,&quot;parentId&quot;:&quot;9dfe0c4e-336f-4048-a0ec-c1b52f1a21d6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0748887c-2c00-4bd1-b6d5-3c101253316a&quot;:{&quot;id&quot;:&quot;0748887c-2c00-4bd1-b6d5-3c101253316a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9dfe0c4e-336f-4048-a0ec-c1b52f1a21d6&quot;,&quot;order&quot;:&quot;5&quot;}},&quot;2fb88d3b-3bbe-4720-afdf-0b564d34502e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2fb88d3b-3bbe-4720-afdf-0b564d34502e&quot;,&quot;opacity&quot;:0.69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40b7b43b-a9c5-4acb-bfad-e857503b9de6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c3ddb195-1035-4240-adfe-a1eccc9fa06e&quot;:{&quot;id&quot;:&quot;c3ddb195-1035-4240-adfe-a1eccc9fa06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2fb88d3b-3bbe-4720-afdf-0b564d34502e&quot;,&quot;order&quot;:&quot;5&quot;}},&quot;d09c663c-9ee2-4ca4-9eca-6a7e898c2de8&quot;:{&quot;type&quot;:&quot;FIGURE_OBJECT&quot;,&quot;id&quot;:&quot;d09c663c-9ee2-4ca4-9eca-6a7e898c2de8&quot;,&quot;relativeTransform&quot;:{&quot;translate&quot;:{&quot;x&quot;:575.4321364606502,&quot;y&quot;:240.82928202563065},&quot;rotate&quot;:0.09147679864726632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0b7b43b-a9c5-4acb-bfad-e857503b9de6&quot;,&quot;order&quot;:&quot;9999999999999999975&quot;}},&quot;3c1dab7e-d6cd-4ac6-90e4-3fd6a1c952f6&quot;:{&quot;type&quot;:&quot;FIGURE_OBJECT&quot;,&quot;id&quot;:&quot;3c1dab7e-d6cd-4ac6-90e4-3fd6a1c952f6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3&quot;}},&quot;6767a2aa-405e-4c0f-8a14-ad41ccbf569f&quot;:{&quot;type&quot;:&quot;FIGURE_OBJECT&quot;,&quot;id&quot;:&quot;6767a2aa-405e-4c0f-8a14-ad41ccbf569f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25&quot;}},&quot;0041e580-64a5-4020-874e-b90a49e0b1e4&quot;:{&quot;type&quot;:&quot;FIGURE_OBJECT&quot;,&quot;id&quot;:&quot;0041e580-64a5-4020-874e-b90a49e0b1e4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2&quot;}},&quot;bd1dc249-f7f2-462e-af41-c40fb62adbff&quot;:{&quot;type&quot;:&quot;FIGURE_OBJECT&quot;,&quot;id&quot;:&quot;bd1dc249-f7f2-462e-af41-c40fb62adbff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0041e580-64a5-4020-874e-b90a49e0b1e4&quot;,&quot;order&quot;:&quot;5&quot;}},&quot;6ad118a8-8a29-46c7-adf6-6a1f49ac0f9d&quot;:{&quot;type&quot;:&quot;FIGURE_OBJECT&quot;,&quot;id&quot;:&quot;6ad118a8-8a29-46c7-adf6-6a1f49ac0f9d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d09c663c-9ee2-4ca4-9eca-6a7e898c2de8&quot;,&quot;order&quot;:&quot;15&quot;}},&quot;f870aaac-7122-464e-a2cf-3319088b55bb&quot;:{&quot;type&quot;:&quot;FIGURE_OBJECT&quot;,&quot;id&quot;:&quot;f870aaac-7122-464e-a2cf-3319088b55bb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1&quot;}},&quot;6c2c03bb-d447-4ff5-b909-b83342430384&quot;:{&quot;type&quot;:&quot;FIGURE_OBJECT&quot;,&quot;id&quot;:&quot;6c2c03bb-d447-4ff5-b909-b83342430384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d09c663c-9ee2-4ca4-9eca-6a7e898c2de8&quot;,&quot;order&quot;:&quot;05&quot;}},&quot;4aa19514-9387-4969-a37b-a815e006668a&quot;:{&quot;id&quot;:&quot;4aa19514-9387-4969-a37b-a815e006668a&quot;,&quot;type&quot;:&quot;FIGURE_OBJECT&quot;,&quot;relativeTransform&quot;:{&quot;translate&quot;:{&quot;x&quot;:506.89355497895514,&quot;y&quot;:220.9042265724860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italic&quot;,&quot;fontFamily&quot;:&quot;Roboto&quot;,&quot;fontSize&quot;:8,&quot;color&quot;:&quot;black&quot;},&quot;range&quot;:[0,14]}],&quot;text&quot;:&quot;Top  candidates&quot;}],&quot;_lastCaretLocation&quot;:{&quot;lineIndex&quot;:0,&quot;runIndex&quot;:0,&quot;charIndex&quot;:4}},&quot;format&quot;:&quot;BETTER_TEXT&quot;,&quot;size&quot;:{&quot;x&quot;:45.770660400390625,&quot;y&quot;:18},&quot;targetSize&quot;:{&quot;x&quot;:38.2125729155916,&quot;y&quot;:11.116082450718066}},&quot;parent&quot;:{&quot;type&quot;:&quot;CHILD&quot;,&quot;parentId&quot;:&quot;40b7b43b-a9c5-4acb-bfad-e857503b9de6&quot;,&quot;order&quot;:&quot;999999999999999997&quot;}},&quot;8f0900a8-3952-4a4e-af33-68de7f976cee&quot;:{&quot;id&quot;:&quot;8f0900a8-3952-4a4e-af33-68de7f976cee&quot;,&quot;type&quot;:&quot;FIGURE_OBJECT&quot;,&quot;relativeTransform&quot;:{&quot;translate&quot;:{&quot;x&quot;:572.354728810146,&quot;y&quot;:172.34727129075887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8]}],&quot;text&quot;:&quot;Molecular Dynamics Simulation&quot;}],&quot;_lastCaretLocation&quot;:{&quot;lineIndex&quot;:0,&quot;runIndex&quot;:-1,&quot;charIndex&quot;:-1,&quot;endOfLine&quot;:true}},&quot;format&quot;:&quot;BETTER_TEXT&quot;,&quot;size&quot;:{&quot;x&quot;:102.18526697267835,&quot;y&quot;:22},&quot;targetSize&quot;:{&quot;x&quot;:102.18526697267835,&quot;y&quot;:16.972737540451337}},&quot;parent&quot;:{&quot;type&quot;:&quot;CHILD&quot;,&quot;parentId&quot;:&quot;40b7b43b-a9c5-4acb-bfad-e857503b9de6&quot;,&quot;order&quot;:&quot;999999999999999996&quot;}},&quot;520421c7-8c61-4f82-b1f0-359d771bc596&quot;:{&quot;type&quot;:&quot;FIGURE_OBJECT&quot;,&quot;id&quot;:&quot;520421c7-8c61-4f82-b1f0-359d771bc596&quot;,&quot;relativeTransform&quot;:{&quot;translate&quot;:{&quot;x&quot;:180.04306918214252,&quot;y&quot;:-0.0003578993845394507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81&quot;},&quot;connectorInfo&quot;:{&quot;type&quot;:&quot;LINE&quot;,&quot;offset&quot;:{&quot;x&quot;:0,&quot;y&quot;:0},&quot;bending&quot;:0.1,&quot;customized&quot;:false}},&quot;01acb8dd-c06a-4b83-9182-e6bac8be0d9e&quot;:{&quot;id&quot;:&quot;01acb8dd-c06a-4b83-9182-e6bac8be0d9e&quot;,&quot;type&quot;:&quot;FIGURE_OBJECT&quot;,&quot;relativeTransform&quot;:{&quot;translate&quot;:{&quot;x&quot;:325.2664141041654,&quot;y&quot;:226.0579124678189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Rosetta&quot;}],&quot;_lastCaretLocation&quot;:{&quot;lineIndex&quot;:0,&quot;runIndex&quot;:-1,&quot;charIndex&quot;:-1,&quot;endOfLine&quot;:true}},&quot;format&quot;:&quot;BETTER_TEXT&quot;,&quot;size&quot;:{&quot;x&quot;:38.2125729155916,&quot;y&quot;:11.116082450718066},&quot;targetSize&quot;:{&quot;x&quot;:38.2125729155916,&quot;y&quot;:11.116082450718066}},&quot;parent&quot;:{&quot;type&quot;:&quot;CHILD&quot;,&quot;parentId&quot;:&quot;40b7b43b-a9c5-4acb-bfad-e857503b9de6&quot;,&quot;order&quot;:&quot;99999999999999998&quot;}},&quot;d21493bb-3cf8-466f-adb1-1ba87488735e&quot;:{&quot;id&quot;:&quot;d21493bb-3cf8-466f-adb1-1ba87488735e&quot;,&quot;type&quot;:&quot;FIGURE_OBJECT&quot;,&quot;relativeTransform&quot;:{&quot;translate&quot;:{&quot;x&quot;:414.8997212204074,&quot;y&quot;:181.54626083340932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0]}],&quot;text&quot;:&quot;Thermodynamic Scoring&quot;}],&quot;_lastCaretLocation&quot;:{&quot;lineIndex&quot;:0,&quot;runIndex&quot;:-1,&quot;charIndex&quot;:-1,&quot;endOfLine&quot;:true}},&quot;format&quot;:&quot;BETTER_TEXT&quot;,&quot;size&quot;:{&quot;x&quot;:102.18526697267835,&quot;y&quot;:16.972737540451337},&quot;targetSize&quot;:{&quot;x&quot;:102.18526697267835,&quot;y&quot;:16.972737540451337}},&quot;parent&quot;:{&quot;type&quot;:&quot;CHILD&quot;,&quot;parentId&quot;:&quot;40b7b43b-a9c5-4acb-bfad-e857503b9de6&quot;,&quot;order&quot;:&quot;99999999999999997&quot;}},&quot;2774a2ed-8a2d-4303-9fe9-0aaa0a90750e&quot;:{&quot;type&quot;:&quot;FIGURE_OBJECT&quot;,&quot;id&quot;:&quot;2774a2ed-8a2d-4303-9fe9-0aaa0a90750e&quot;,&quot;relativeTransform&quot;:{&quot;translate&quot;:{&quot;x&quot;:411.16300144328545,&quot;y&quot;:262.28656994028995},&quot;rotate&quot;:0,&quot;skewX&quot;:0,&quot;scale&quot;:{&quot;x&quot;:1,&quot;y&quot;:1}},&quot;opacity&quot;:1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67&quot;}},&quot;1a273889-3a0a-4a1f-9d37-015903f3923e&quot;:{&quot;id&quot;:&quot;1a273889-3a0a-4a1f-9d37-015903f3923e&quot;,&quot;type&quot;:&quot;FIGURE_OBJECT&quot;,&quot;relativeTransform&quot;:{&quot;translate&quot;:{&quot;x&quot;:475.6369744522668,&quot;y&quot;:228.00162185425685},&quot;rotate&quot;:0,&quot;skewX&quot;:0,&quot;scale&quot;:{&quot;x&quot;:1,&quot;y&quot;:1}},&quot;text&quot;:{&quot;textData&quot;:{&quot;lineSpacing&quot;:&quot;normal&quot;,&quot;alignment&quot;:&quot;left&quot;,&quot;lines&quot;:[{&quot;runs&quot;:[{&quot;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,&quot;range&quot;:[0,3]}],&quot;text&quot;:&quot;ΔG&gt;0&quot;,&quot;base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format&quot;:&quot;BETTER_TEXT&quot;,&quot;size&quot;:{&quot;x&quot;:17.486421722543998,&quot;y&quot;:7.300669150331365},&quot;targetSize&quot;:{&quot;x&quot;:17.486421722543998,&quot;y&quot;:7.300669150331365},&quot;verticalAlign&quot;:&quot;TOP&quot;},&quot;parent&quot;:{&quot;type&quot;:&quot;CHILD&quot;,&quot;parentId&quot;:&quot;40b7b43b-a9c5-4acb-bfad-e857503b9de6&quot;,&quot;order&quot;:&quot;99999999999999985&quot;}},&quot;ecf03ee8-e4d9-441d-b0bd-c96bb449930d&quot;:{&quot;type&quot;:&quot;FIGURE_OBJECT&quot;,&quot;id&quot;:&quot;ecf03ee8-e4d9-441d-b0bd-c96bb449930d&quot;,&quot;relativeTransform&quot;:{&quot;translate&quot;:{&quot;x&quot;:462.6869085966954,&quot;y&quot;:228.17547371945528},&quot;rotate&quot;:3.141592653589793,&quot;skewX&quot;:0,&quot;scale&quot;:{&quot;x&quot;:1,&quot;y&quot;:1}},&quot;opacity&quot;:1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52&quot;}},&quot;548f9257-cc0f-4d70-a381-db6d8d98a32a&quot;:{&quot;type&quot;:&quot;FIGURE_OBJECT&quot;,&quot;id&quot;:&quot;548f9257-cc0f-4d70-a381-db6d8d98a32a&quot;,&quot;relativeTransform&quot;:{&quot;translate&quot;:{&quot;x&quot;:411.0210505636628,&quot;y&quot;:204.6157863765514},&quot;rotate&quot;:3.141592653589793,&quot;skewX&quot;:0,&quot;scale&quot;:{&quot;x&quot;:1,&quot;y&quot;:1}},&quot;opacity&quot;:1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40b7b43b-a9c5-4acb-bfad-e857503b9de6&quot;,&quot;order&quot;:&quot;99999999999999955&quot;}},&quot;230c10d5-b6cf-4c7d-8688-cce053fc5c0e&quot;:{&quot;type&quot;:&quot;FIGURE_OBJECT&quot;,&quot;id&quot;:&quot;230c10d5-b6cf-4c7d-8688-cce053fc5c0e&quot;,&quot;relativeTransform&quot;:{&quot;translate&quot;:{&quot;x&quot;:408.77313009356465,&quot;y&quot;:249.11076520550506},&quot;rotate&quot;:0,&quot;skewX&quot;:0,&quot;scale&quot;:{&quot;x&quot;:1,&quot;y&quot;:1}},&quot;opacity&quot;:1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40b7b43b-a9c5-4acb-bfad-e857503b9de6&quot;,&quot;order&quot;:&quot;99999999999999975&quot;}},&quot;34d5235d-4ec7-40e9-b971-17b4e0bc3d33&quot;:{&quot;type&quot;:&quot;FIGURE_OBJECT&quot;,&quot;id&quot;:&quot;34d5235d-4ec7-40e9-b971-17b4e0bc3d33&quot;,&quot;relativeTransform&quot;:{&quot;translate&quot;:{&quot;x&quot;:399.5165820104963,&quot;y&quot;:319.9590928188726},&quot;rotate&quot;:-1.570796326794897,&quot;skewX&quot;:0,&quot;scale&quot;:{&quot;x&quot;:1,&quot;y&quot;:1}},&quot;opacity&quot;:1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40b7b43b-a9c5-4acb-bfad-e857503b9de6&quot;,&quot;order&quot;:&quot;9999999999999997&quot;}},&quot;ff988ae6-8883-4289-bfe3-2326c53a13e2&quot;:{&quot;type&quot;:&quot;FIGURE_OBJECT&quot;,&quot;id&quot;:&quot;ff988ae6-8883-4289-bfe3-2326c53a13e2&quot;,&quot;relativeTransform&quot;:{&quot;translate&quot;:{&quot;x&quot;:383.3909484785978,&quot;y&quot;:262.9360506357998},&quot;rotate&quot;:-2.4492935982947064e-16,&quot;skewX&quot;:0,&quot;scale&quot;:{&quot;x&quot;:1,&quot;y&quot;:1}},&quot;opacity&quot;:1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40b7b43b-a9c5-4acb-bfad-e857503b9de6&quot;,&quot;order&quot;:&quot;9999999999999998&quot;}},&quot;65698865-593e-4296-b0b6-4f868c64e179&quot;:{&quot;type&quot;:&quot;FIGURE_OBJECT&quot;,&quot;id&quot;:&quot;65698865-593e-4296-b0b6-4f868c64e179&quot;,&quot;relativeTransform&quot;:{&quot;translate&quot;:{&quot;x&quot;:437.6588821887366,&quot;y&quot;:237.329388142653},&quot;rotate&quot;:-2.4492935982947064e-16,&quot;skewX&quot;:0,&quot;scale&quot;:{&quot;x&quot;:1,&quot;y&quot;:1}},&quot;opacity&quot;:1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40b7b43b-a9c5-4acb-bfad-e857503b9de6&quot;,&quot;order&quot;:&quot;9999999999999996&quot;}},&quot;2c4e1412-7377-4638-9b67-4c9633b0d146&quot;:{&quot;type&quot;:&quot;FIGURE_OBJECT&quot;,&quot;id&quot;:&quot;2c4e1412-7377-4638-9b67-4c9633b0d146&quot;,&quot;relativeTransform&quot;:{&quot;translate&quot;:{&quot;x&quot;:410.57508103122075,&quot;y&quot;:256.0196877450628},&quot;rotate&quot;:3.141592653589793,&quot;skewX&quot;:0,&quot;scale&quot;:{&quot;x&quot;:1,&quot;y&quot;:1}},&quot;opacity&quot;:1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40b7b43b-a9c5-4acb-bfad-e857503b9de6&quot;,&quot;order&quot;:&quot;99999999999999977&quot;}},&quot;b26995d9-3d54-4340-89b7-b37aa897f140&quot;:{&quot;id&quot;:&quot;b26995d9-3d54-4340-89b7-b37aa897f140&quot;,&quot;type&quot;:&quot;FIGURE_OBJECT&quot;,&quot;relativeTransform&quot;:{&quot;translate&quot;:{&quot;x&quot;:355.7274799432668,&quot;y&quot;:230.39282463408955},&quot;rotate&quot;:-1.5707963267948966,&quot;skewX&quot;:0,&quot;scale&quot;:{&quot;x&quot;:1,&quot;y&quot;:1}},&quot;text&quot;:{&quot;textData&quot;:{&quot;lineSpacing&quot;:&quot;half&quot;,&quot;alignment&quot;:&quot;left&quot;,&quot;lines&quot;:[{&quot;runs&quot;:[{&quot;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,&quot;range&quot;:[0,10]}],&quot;text&quot;:&quot;Free energy&quot;,&quot;base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31.499378421380467,&quot;y&quot;:6.031627509525879},&quot;targetSize&quot;:{&quot;x&quot;:31.499378421380467,&quot;y&quot;:6.031627509525879},&quot;verticalAlign&quot;:&quot;TOP&quot;},&quot;parent&quot;:{&quot;type&quot;:&quot;CHILD&quot;,&quot;parentId&quot;:&quot;40b7b43b-a9c5-4acb-bfad-e857503b9de6&quot;,&quot;order&quot;:&quot;99999999999999957&quot;}},&quot;0ddddbee-d306-4939-8a85-d58597048e9d&quot;:{&quot;type&quot;:&quot;FIGURE_OBJECT&quot;,&quot;id&quot;:&quot;0ddddbee-d306-4939-8a85-d58597048e9d&quot;,&quot;relativeTransform&quot;:{&quot;translate&quot;:{&quot;x&quot;:406.36308091556714,&quot;y&quot;:245.64381390284933},&quot;rotate&quot;:0,&quot;skewX&quot;:0,&quot;scale&quot;:{&quot;x&quot;:1,&quot;y&quot;:1}},&quot;opacity&quot;:1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5&quot;}},&quot;88533aa4-0cf9-44f4-a289-fd342de19645&quot;:{&quot;type&quot;:&quot;FIGURE_OBJECT&quot;,&quot;id&quot;:&quot;88533aa4-0cf9-44f4-a289-fd342de19645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86fa8e0d-cc50-4907-b576-0543c00b74a2&quot;,&quot;coordinates&quot;:{&quot;x&quot;:1,&quot;y&quot;:0.5070653408197099}}}},&quot;545b0697-3232-44d5-be33-a90420e15e91&quot;:{&quot;id&quot;:&quot;545b0697-3232-44d5-be33-a90420e15e91&quot;,&quot;type&quot;:&quot;FIGURE_OBJECT&quot;,&quot;relativeTransform&quot;:{&quot;translate&quot;:{&quot;x&quot;:196.20485607923138,&quot;y&quot;:234.72804892531101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4]}],&quot;text&quot;:&quot;ipTM 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]}],&quot;text&quot;:&quot;PAE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4]}],&quot;text&quot;:&quot;pLDDT&quot;,&quot;base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}],&quot;_lastCaretLocation&quot;:{&quot;lineIndex&quot;:2,&quot;runIndex&quot;:0,&quot;charIndex&quot;:3}},&quot;format&quot;:&quot;BETTER_TEXT&quot;,&quot;size&quot;:{&quot;x&quot;:70.62336943604143,&quot;y&quot;:33},&quot;targetSize&quot;:{&quot;x&quot;:70.62336943604143,&quot;y&quot;:12.90175354768527}},&quot;parent&quot;:{&quot;type&quot;:&quot;CHILD&quot;,&quot;parentId&quot;:&quot;40b7b43b-a9c5-4acb-bfad-e857503b9de6&quot;,&quot;order&quot;:&quot;999999999999999&quot;}},&quot;45d38621-20a8-41cb-a481-f42f25e0d5d8&quot;:{&quot;id&quot;:&quot;45d38621-20a8-41cb-a481-f42f25e0d5d8&quot;,&quot;type&quot;:&quot;FIGURE_OBJECT&quot;,&quot;relativeTransform&quot;:{&quot;translate&quot;:{&quot;x&quot;:254.91011192842944,&quot;y&quot;:182.6728835404047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5]}],&quot;text&quot;:&quot;Top-scoring pHLA&quot;}],&quot;_lastCaretLocation&quot;:{&quot;lineIndex&quot;:0,&quot;runIndex&quot;:-1,&quot;charIndex&quot;:-1,&quot;endOfLine&quot;:true}},&quot;format&quot;:&quot;BETTER_TEXT&quot;,&quot;size&quot;:{&quot;x&quot;:85.5163255634375,&quot;y&quot;:15.621410315426854},&quot;targetSize&quot;:{&quot;x&quot;:85.5163255634375,&quot;y&quot;:15.621410315426854}},&quot;parent&quot;:{&quot;type&quot;:&quot;CHILD&quot;,&quot;parentId&quot;:&quot;40b7b43b-a9c5-4acb-bfad-e857503b9de6&quot;,&quot;order&quot;:&quot;999999999999998&quot;}},&quot;86fa8e0d-cc50-4907-b576-0543c00b74a2&quot;:{&quot;id&quot;:&quot;86fa8e0d-cc50-4907-b576-0543c00b74a2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40b7b43b-a9c5-4acb-bfad-e857503b9de6&quot;,&quot;order&quot;:&quot;999999999999997&quot;}},&quot;c2dab4eb-eeab-4462-90b6-d6fc1da15bc2&quot;:{&quot;type&quot;:&quot;FIGURE_OBJECT&quot;,&quot;id&quot;:&quot;c2dab4eb-eeab-4462-90b6-d6fc1da15bc2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86fa8e0d-cc50-4907-b576-0543c00b74a2&quot;,&quot;coordinates&quot;:{&quot;x&quot;:0,&quot;y&quot;:1}}}},&quot;7e3c335e-f0b9-4521-ada1-d2654f9ea978&quot;:{&quot;type&quot;:&quot;FIGURE_OBJECT&quot;,&quot;id&quot;:&quot;7e3c335e-f0b9-4521-ada1-d2654f9ea978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&quot;},&quot;connectorInfo&quot;:{&quot;connectedObjectAtLineEnd&quot;:{&quot;objectId&quot;:&quot;86fa8e0d-cc50-4907-b576-0543c00b74a2&quot;,&quot;coordinates&quot;:{&quot;x&quot;:0,&quot;y&quot;:0}},&quot;type&quot;:&quot;LINE&quot;,&quot;offset&quot;:{&quot;x&quot;:0,&quot;y&quot;:0},&quot;bending&quot;:0.1,&quot;customized&quot;:false}},&quot;a51ac454-3fab-4cad-ae4b-aed5e60d85c7&quot;:{&quot;id&quot;:&quot;a51ac454-3fab-4cad-ae4b-aed5e60d85c7&quot;,&quot;type&quot;:&quot;FIGURE_OBJECT&quot;,&quot;relativeTransform&quot;:{&quot;translate&quot;:{&quot;x&quot;:46.18492663269919,&quot;y&quot;:236.16902207950324},&quot;rotate&quot;:-2.449293598294707e-16,&quot;skewX&quot;:9.284996427990465e-31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]}],&quot;text&quot;:&quot;AF3&quot;}],&quot;_lastCaretLocation&quot;:{&quot;lineIndex&quot;:0,&quot;runIndex&quot;:-1,&quot;charIndex&quot;:-1,&quot;endOfLine&quot;:true}},&quot;format&quot;:&quot;BETTER_TEXT&quot;,&quot;size&quot;:{&quot;x&quot;:30.446109923090123,&quot;y&quot;:12.90175354768527},&quot;targetSize&quot;:{&quot;x&quot;:30.446109923090123,&quot;y&quot;:12.90175354768527}},&quot;parent&quot;:{&quot;type&quot;:&quot;CHILD&quot;,&quot;parentId&quot;:&quot;40b7b43b-a9c5-4acb-bfad-e857503b9de6&quot;,&quot;order&quot;:&quot;99999999999998&quot;}},&quot;8f6cecdd-6dd5-417f-bdd4-da2c4071dfa0&quot;:{&quot;type&quot;:&quot;FIGURE_OBJECT&quot;,&quot;id&quot;:&quot;8f6cecdd-6dd5-417f-bdd4-da2c4071dfa0&quot;,&quot;parent&quot;:{&quot;type&quot;:&quot;CHILD&quot;,&quot;parentId&quot;:&quot;40b7b43b-a9c5-4acb-bfad-e857503b9de6&quot;,&quot;order&quot;:&quot;99999999999997&quot;},&quot;relativeTransform&quot;:{&quot;translate&quot;:{&quot;x&quot;:28.420696223332826,&quot;y&quot;:156.62166970378425},&quot;rotate&quot;:0,&quot;skewX&quot;:0,&quot;scale&quot;:{&quot;x&quot;:1,&quot;y&quot;:1}}},&quot;3ca384ab-b395-4f11-9677-0c7f918f3bb0&quot;:{&quot;type&quot;:&quot;FIGURE_OBJECT&quot;,&quot;id&quot;:&quot;3ca384ab-b395-4f11-9677-0c7f918f3bb0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8f6cecdd-6dd5-417f-bdd4-da2c4071dfa0&quot;,&quot;order&quot;:&quot;7&quot;},&quot;connectorInfo&quot;:{&quot;type&quot;:&quot;CUBIC&quot;,&quot;offset&quot;:{&quot;x&quot;:0,&quot;y&quot;:0},&quot;bending&quot;:0.1,&quot;customized&quot;:true}},&quot;eb58c1ec-0ccb-43bf-b221-14b399cbed86&quot;:{&quot;type&quot;:&quot;FIGURE_OBJECT&quot;,&quot;id&quot;:&quot;eb58c1ec-0ccb-43bf-b221-14b399cbed86&quot;,&quot;parent&quot;:{&quot;type&quot;:&quot;CHILD&quot;,&quot;parentId&quot;:&quot;8f6cecdd-6dd5-417f-bdd4-da2c4071dfa0&quot;,&quot;order&quot;:&quot;1&quot;},&quot;relativeTransform&quot;:{&quot;translate&quot;:{&quot;x&quot;:82.82888947334816,&quot;y&quot;:134.96523233868172},&quot;rotate&quot;:0}},&quot;08ff8828-bb74-459a-a796-352fae2ad52a&quot;:{&quot;type&quot;:&quot;FIGURE_OBJECT&quot;,&quot;id&quot;:&quot;08ff8828-bb74-459a-a796-352fae2ad52a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eb58c1ec-0ccb-43bf-b221-14b399cbed86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90f71e2c-612e-4427-88ee-50de9c426571&quot;:{&quot;type&quot;:&quot;FIGURE_OBJECT&quot;,&quot;id&quot;:&quot;90f71e2c-612e-4427-88ee-50de9c426571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eb58c1ec-0ccb-43bf-b221-14b399cbed86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54d80830-05db-485a-a73b-da457cf9f257&quot;:{&quot;type&quot;:&quot;FIGURE_OBJECT&quot;,&quot;id&quot;:&quot;54d80830-05db-485a-a73b-da457cf9f257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eb58c1ec-0ccb-43bf-b221-14b399cbed86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693e4832-21ae-4c07-80b7-b44e74866631&quot;:{&quot;type&quot;:&quot;FIGURE_OBJECT&quot;,&quot;id&quot;:&quot;693e4832-21ae-4c07-80b7-b44e74866631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eb58c1ec-0ccb-43bf-b221-14b399cbed86&quot;,&quot;order&quot;:&quot;1&quot;}},&quot;1576cd3a-26d1-4183-8d1c-91750adc524a&quot;:{&quot;type&quot;:&quot;FIGURE_OBJECT&quot;,&quot;id&quot;:&quot;1576cd3a-26d1-4183-8d1c-91750adc524a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eb58c1ec-0ccb-43bf-b221-14b399cbed86&quot;,&quot;order&quot;:&quot;3&quot;}},&quot;34d17d7c-aebf-45b2-8efb-43b0f593e392&quot;:{&quot;id&quot;:&quot;34d17d7c-aebf-45b2-8efb-43b0f593e392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eb58c1ec-0ccb-43bf-b221-14b399cbed86&quot;,&quot;order&quot;:&quot;6&quot;},&quot;styles&quot;:{&quot;editable&quot;:[{&quot;styleName&quot;:&quot;MONOCHROME_COLOR&quot;,&quot;index&quot;:0,&quot;color&quot;:&quot;#FF8E8F&quot;}]},&quot;isLocked&quot;:false},&quot;9abccd20-447f-4ade-9c20-b1e74d983911&quot;:{&quot;id&quot;:&quot;9abccd20-447f-4ade-9c20-b1e74d983911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eb58c1ec-0ccb-43bf-b221-14b399cbed86&quot;,&quot;order&quot;:&quot;7&quot;},&quot;styles&quot;:{&quot;editable&quot;:[{&quot;styleName&quot;:&quot;MONOCHROME_COLOR&quot;,&quot;index&quot;:0,&quot;color&quot;:&quot;#0F99DC&quot;}]},&quot;isLocked&quot;:false},&quot;d2e9796b-746b-46d0-9e53-9770b0422729&quot;:{&quot;id&quot;:&quot;d2e9796b-746b-46d0-9e53-9770b0422729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f6cecdd-6dd5-417f-bdd4-da2c4071dfa0&quot;,&quot;order&quot;:&quot;5&quot;},&quot;isLocked&quot;:false},&quot;6ca163cc-66cb-4310-a2e5-e1a895ebd0ac&quot;:{&quot;id&quot;:&quot;6ca163cc-66cb-4310-a2e5-e1a895ebd0ac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f6cecdd-6dd5-417f-bdd4-da2c4071dfa0&quot;,&quot;order&quot;:&quot;2&quot;},&quot;isLocked&quot;:false},&quot;ccfe8313-c5e4-4b9a-8fe3-cff8f538657a&quot;:{&quot;type&quot;:&quot;FIGURE_OBJECT&quot;,&quot;id&quot;:&quot;ccfe8313-c5e4-4b9a-8fe3-cff8f538657a&quot;,&quot;parent&quot;:{&quot;type&quot;:&quot;CHILD&quot;,&quot;parentId&quot;:&quot;40b7b43b-a9c5-4acb-bfad-e857503b9de6&quot;,&quot;order&quot;:&quot;99999999999995&quot;},&quot;relativeTransform&quot;:{&quot;translate&quot;:{&quot;x&quot;:26.559274982466334,&quot;y&quot;:95.05935852773737},&quot;rotate&quot;:0,&quot;skewX&quot;:0,&quot;scale&quot;:{&quot;x&quot;:1,&quot;y&quot;:1}}},&quot;d20b70ae-00d4-410e-a1d0-1f37592ef1fa&quot;:{&quot;type&quot;:&quot;FIGURE_OBJECT&quot;,&quot;id&quot;:&quot;d20b70ae-00d4-410e-a1d0-1f37592ef1fa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ccfe8313-c5e4-4b9a-8fe3-cff8f538657a&quot;,&quot;order&quot;:&quot;7&quot;},&quot;connectorInfo&quot;:{&quot;type&quot;:&quot;CUBIC&quot;,&quot;offset&quot;:{&quot;x&quot;:0,&quot;y&quot;:0},&quot;bending&quot;:0.1,&quot;customized&quot;:true}},&quot;ae0be586-4d32-40f8-b384-fd394f76075c&quot;:{&quot;type&quot;:&quot;FIGURE_OBJECT&quot;,&quot;id&quot;:&quot;ae0be586-4d32-40f8-b384-fd394f76075c&quot;,&quot;parent&quot;:{&quot;type&quot;:&quot;CHILD&quot;,&quot;parentId&quot;:&quot;ccfe8313-c5e4-4b9a-8fe3-cff8f538657a&quot;,&quot;order&quot;:&quot;1&quot;},&quot;relativeTransform&quot;:{&quot;translate&quot;:{&quot;x&quot;:82.82888947334816,&quot;y&quot;:134.96523233868172},&quot;rotate&quot;:0}},&quot;636e3e4a-b99c-4d0e-aa09-09237b1921e7&quot;:{&quot;type&quot;:&quot;FIGURE_OBJECT&quot;,&quot;id&quot;:&quot;636e3e4a-b99c-4d0e-aa09-09237b1921e7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e0be586-4d32-40f8-b384-fd394f76075c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f48f27c2-ce88-430d-9533-108874741eb6&quot;:{&quot;type&quot;:&quot;FIGURE_OBJECT&quot;,&quot;id&quot;:&quot;f48f27c2-ce88-430d-9533-108874741eb6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ae0be586-4d32-40f8-b384-fd394f76075c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24194904-3f48-431d-bbf6-e64100c2e589&quot;:{&quot;type&quot;:&quot;FIGURE_OBJECT&quot;,&quot;id&quot;:&quot;24194904-3f48-431d-bbf6-e64100c2e589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ae0be586-4d32-40f8-b384-fd394f76075c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c9b4adc0-7c99-4fba-850e-b548bcae6a44&quot;:{&quot;type&quot;:&quot;FIGURE_OBJECT&quot;,&quot;id&quot;:&quot;c9b4adc0-7c99-4fba-850e-b548bcae6a44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ae0be586-4d32-40f8-b384-fd394f76075c&quot;,&quot;order&quot;:&quot;1&quot;}},&quot;1dff0b1e-a71f-498e-876c-66e86a5710dc&quot;:{&quot;type&quot;:&quot;FIGURE_OBJECT&quot;,&quot;id&quot;:&quot;1dff0b1e-a71f-498e-876c-66e86a5710dc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e0be586-4d32-40f8-b384-fd394f76075c&quot;,&quot;order&quot;:&quot;3&quot;}},&quot;8850c398-cf09-4e73-a975-74604f95d181&quot;:{&quot;id&quot;:&quot;8850c398-cf09-4e73-a975-74604f95d181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e0be586-4d32-40f8-b384-fd394f76075c&quot;,&quot;order&quot;:&quot;6&quot;},&quot;styles&quot;:{&quot;editable&quot;:[{&quot;styleName&quot;:&quot;MONOCHROME_COLOR&quot;,&quot;index&quot;:0,&quot;color&quot;:&quot;#FF8E8F&quot;}]},&quot;isLocked&quot;:false},&quot;77027397-d9f0-4f05-9572-10e77a589a4d&quot;:{&quot;id&quot;:&quot;77027397-d9f0-4f05-9572-10e77a589a4d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e0be586-4d32-40f8-b384-fd394f76075c&quot;,&quot;order&quot;:&quot;7&quot;},&quot;styles&quot;:{&quot;editable&quot;:[{&quot;styleName&quot;:&quot;MONOCHROME_COLOR&quot;,&quot;index&quot;:0,&quot;color&quot;:&quot;#0F99DC&quot;}]},&quot;isLocked&quot;:false},&quot;7dbcf8c5-2a65-4c8e-a8ec-75bbee316c8d&quot;:{&quot;id&quot;:&quot;7dbcf8c5-2a65-4c8e-a8ec-75bbee316c8d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cfe8313-c5e4-4b9a-8fe3-cff8f538657a&quot;,&quot;order&quot;:&quot;5&quot;},&quot;isLocked&quot;:false},&quot;2dbe94b9-1e98-4216-90e8-4a15ab351649&quot;:{&quot;id&quot;:&quot;2dbe94b9-1e98-4216-90e8-4a15ab351649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cfe8313-c5e4-4b9a-8fe3-cff8f538657a&quot;,&quot;order&quot;:&quot;2&quot;},&quot;isLocked&quot;:false},&quot;5ff1bd4b-6257-4f73-bed3-54e126c3b2b7&quot;:{&quot;type&quot;:&quot;FIGURE_OBJECT&quot;,&quot;id&quot;:&quot;5ff1bd4b-6257-4f73-bed3-54e126c3b2b7&quot;,&quot;parent&quot;:{&quot;type&quot;:&quot;CHILD&quot;,&quot;parentId&quot;:&quot;40b7b43b-a9c5-4acb-bfad-e857503b9de6&quot;,&quot;order&quot;:&quot;9999999999999&quot;},&quot;relativeTransform&quot;:{&quot;translate&quot;:{&quot;x&quot;:26.559062742643732,&quot;y&quot;:35.37817285956762},&quot;rotate&quot;:0,&quot;skewX&quot;:0,&quot;scale&quot;:{&quot;x&quot;:1,&quot;y&quot;:1}}},&quot;8ca8ee88-055c-4cf0-8528-aa7c1b2285d5&quot;:{&quot;type&quot;:&quot;FIGURE_OBJECT&quot;,&quot;id&quot;:&quot;8ca8ee88-055c-4cf0-8528-aa7c1b2285d5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5ff1bd4b-6257-4f73-bed3-54e126c3b2b7&quot;,&quot;order&quot;:&quot;7&quot;},&quot;connectorInfo&quot;:{&quot;type&quot;:&quot;CUBIC&quot;,&quot;offset&quot;:{&quot;x&quot;:0,&quot;y&quot;:0},&quot;bending&quot;:0.1,&quot;customized&quot;:true}},&quot;98605d57-fdbe-4e27-b963-90155f900cb5&quot;:{&quot;type&quot;:&quot;FIGURE_OBJECT&quot;,&quot;id&quot;:&quot;98605d57-fdbe-4e27-b963-90155f900cb5&quot;,&quot;parent&quot;:{&quot;type&quot;:&quot;CHILD&quot;,&quot;parentId&quot;:&quot;5ff1bd4b-6257-4f73-bed3-54e126c3b2b7&quot;,&quot;order&quot;:&quot;1&quot;},&quot;relativeTransform&quot;:{&quot;translate&quot;:{&quot;x&quot;:82.82888947334816,&quot;y&quot;:134.96523233868172},&quot;rotate&quot;:0}},&quot;cf9473dc-5ef5-4a7c-8b80-156d2684968e&quot;:{&quot;type&quot;:&quot;FIGURE_OBJECT&quot;,&quot;id&quot;:&quot;cf9473dc-5ef5-4a7c-8b80-156d2684968e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98605d57-fdbe-4e27-b963-90155f900cb5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f3654258-30c6-4be8-b507-62d69959bba1&quot;:{&quot;type&quot;:&quot;FIGURE_OBJECT&quot;,&quot;id&quot;:&quot;f3654258-30c6-4be8-b507-62d69959bba1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98605d57-fdbe-4e27-b963-90155f900cb5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93452edb-e2e4-44ca-bb4f-613042044294&quot;:{&quot;type&quot;:&quot;FIGURE_OBJECT&quot;,&quot;id&quot;:&quot;93452edb-e2e4-44ca-bb4f-613042044294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98605d57-fdbe-4e27-b963-90155f900cb5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a22dd029-874d-425b-947a-1db0eb81b9c5&quot;:{&quot;type&quot;:&quot;FIGURE_OBJECT&quot;,&quot;id&quot;:&quot;a22dd029-874d-425b-947a-1db0eb81b9c5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98605d57-fdbe-4e27-b963-90155f900cb5&quot;,&quot;order&quot;:&quot;1&quot;}},&quot;ba63b3f2-bbca-48ab-bc78-2b057e18b4d7&quot;:{&quot;type&quot;:&quot;FIGURE_OBJECT&quot;,&quot;id&quot;:&quot;ba63b3f2-bbca-48ab-bc78-2b057e18b4d7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98605d57-fdbe-4e27-b963-90155f900cb5&quot;,&quot;order&quot;:&quot;3&quot;}},&quot;96820b3c-d52e-4ceb-94ee-dcafede9ab45&quot;:{&quot;id&quot;:&quot;96820b3c-d52e-4ceb-94ee-dcafede9ab45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98605d57-fdbe-4e27-b963-90155f900cb5&quot;,&quot;order&quot;:&quot;6&quot;},&quot;styles&quot;:{&quot;editable&quot;:[{&quot;styleName&quot;:&quot;MONOCHROME_COLOR&quot;,&quot;index&quot;:0,&quot;color&quot;:&quot;#FF8E8F&quot;}]},&quot;isLocked&quot;:false},&quot;6b245f21-0cb7-487c-91ce-084338105426&quot;:{&quot;id&quot;:&quot;6b245f21-0cb7-487c-91ce-084338105426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98605d57-fdbe-4e27-b963-90155f900cb5&quot;,&quot;order&quot;:&quot;7&quot;},&quot;styles&quot;:{&quot;editable&quot;:[{&quot;styleName&quot;:&quot;MONOCHROME_COLOR&quot;,&quot;index&quot;:0,&quot;color&quot;:&quot;#0F99DC&quot;}]},&quot;isLocked&quot;:false},&quot;216e593e-84d8-4934-b2ef-dbcd2e736691&quot;:{&quot;id&quot;:&quot;216e593e-84d8-4934-b2ef-dbcd2e736691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5ff1bd4b-6257-4f73-bed3-54e126c3b2b7&quot;,&quot;order&quot;:&quot;5&quot;},&quot;isLocked&quot;:false},&quot;1660f8d2-8cd4-4aa9-9748-21676d86b89c&quot;:{&quot;id&quot;:&quot;1660f8d2-8cd4-4aa9-9748-21676d86b89c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5ff1bd4b-6257-4f73-bed3-54e126c3b2b7&quot;,&quot;order&quot;:&quot;2&quot;},&quot;isLocked&quot;:false},&quot;57c62472-43c5-42f3-abd3-df700bf4d13e&quot;:{&quot;id&quot;:&quot;57c62472-43c5-42f3-abd3-df700bf4d13e&quot;,&quot;type&quot;:&quot;FIGURE_OBJECT&quot;,&quot;relativeTransform&quot;:{&quot;translate&quot;:{&quot;x&quot;:-16.837319145315174,&quot;y&quot;:167.2584366017678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32]}],&quot;text&quot;:&quot;Candidate Peptides from Phase III&quot;}],&quot;_lastCaretLocation&quot;:{&quot;lineIndex&quot;:0,&quot;runIndex&quot;:-1,&quot;charIndex&quot;:-1,&quot;endOfLine&quot;:true}},&quot;format&quot;:&quot;BETTER_TEXT&quot;,&quot;size&quot;:{&quot;x&quot;:85.5163255634375,&quot;y&quot;:22.379089265119138},&quot;targetSize&quot;:{&quot;x&quot;:85.5163255634375,&quot;y&quot;:22.379089265119138}},&quot;parent&quot;:{&quot;type&quot;:&quot;CHILD&quot;,&quot;parentId&quot;:&quot;40b7b43b-a9c5-4acb-bfad-e857503b9de6&quot;,&quot;order&quot;:&quot;9999999999997&quot;}},&quot;d9672d99-dabb-48a4-8d3c-4147980aecd6&quot;:{&quot;id&quot;:&quot;d9672d99-dabb-48a4-8d3c-4147980aecd6&quot;,&quot;type&quot;:&quot;FIGURE_OBJECT&quot;,&quot;relativeTransform&quot;:{&quot;translate&quot;:{&quot;x&quot;:-18.261049999295437,&quot;y&quot;:296.76217973366323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0]}],&quot;text&quot;:&quot;HLA-A*02:01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40b7b43b-a9c5-4acb-bfad-e857503b9de6&quot;,&quot;order&quot;:&quot;9999999999995&quot;}},&quot;a1737b32-8dc6-4028-806b-41fea8b91d05&quot;:{&quot;type&quot;:&quot;FIGURE_OBJECT&quot;,&quot;id&quot;:&quot;a1737b32-8dc6-4028-806b-41fea8b91d05&quot;,&quot;relativeTransform&quot;:{&quot;translate&quot;:{&quot;x&quot;:4.866038401088101,&quot;y&quot;:200.8093392738215},&quot;rotate&quot;:2.4657944107428795,&quot;skewX&quot;:0,&quot;scale&quot;:{&quot;x&quot;:1,&quot;y&quot;:1}},&quot;opacity&quot;:1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40b7b43b-a9c5-4acb-bfad-e857503b9de6&quot;,&quot;order&quot;:&quot;999999999999&quot;}},&quot;3f8ee4d1-9cda-46aa-9d32-3a5a48f41e6f&quot;:{&quot;type&quot;:&quot;FIGURE_OBJECT&quot;,&quot;id&quot;:&quot;3f8ee4d1-9cda-46aa-9d32-3a5a48f41e6f&quot;,&quot;relativeTransform&quot;:{&quot;translate&quot;:{&quot;x&quot;:-40.16846732518931,&quot;y&quot;:202.20048008950235},&quot;rotate&quot;:0,&quot;skewX&quot;:0,&quot;scale&quot;:{&quot;x&quot;:1,&quot;y&quot;:1}},&quot;opacity&quot;:1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40b7b43b-a9c5-4acb-bfad-e857503b9de6&quot;,&quot;order&quot;:&quot;9999999999988&quot;}},&quot;3f74cdee-d3f4-4a55-945e-a6064b31074c&quot;:{&quot;type&quot;:&quot;FIGURE_OBJECT&quot;,&quot;id&quot;:&quot;3f74cdee-d3f4-4a55-945e-a6064b31074c&quot;,&quot;relativeTransform&quot;:{&quot;translate&quot;:{&quot;x&quot;:-15.175993706673184,&quot;y&quot;:192.0219208225249},&quot;rotate&quot;:-0.4413105726068125,&quot;skewX&quot;:0,&quot;scale&quot;:{&quot;x&quot;:1,&quot;y&quot;:1}},&quot;opacity&quot;:1,&quot;path&quot;:{&quot;type&quot;:&quot;POLY_LINE&quot;,&quot;points&quot;:[{&quot;x&quot;:10.258905163828206,&quot;y&quot;:3.102795738977075},{&quot;x&quot;:5.284890538941804,&quot;y&quot;:-3.1008837282934567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40b7b43b-a9c5-4acb-bfad-e857503b9de6&quot;,&quot;order&quot;:&quot;9999999999987&quot;}},&quot;d7c13a8b-ec15-4832-8f26-95f6cefd835d&quot;:{&quot;type&quot;:&quot;FIGURE_OBJECT&quot;,&quot;id&quot;:&quot;d7c13a8b-ec15-4832-8f26-95f6cefd835d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0.8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40b7b43b-a9c5-4acb-bfad-e857503b9de6&quot;,&quot;order&quot;:&quot;9999999999986&quot;}},&quot;5683dfc2-4169-4608-bd3e-e5512853f185&quot;:{&quot;type&quot;:&quot;FIGURE_OBJECT&quot;,&quot;id&quot;:&quot;5683dfc2-4169-4608-bd3e-e5512853f185&quot;,&quot;parent&quot;:{&quot;type&quot;:&quot;CHILD&quot;,&quot;parentId&quot;:&quot;40b7b43b-a9c5-4acb-bfad-e857503b9de6&quot;,&quot;order&quot;:&quot;99999999998&quot;},&quot;relativeTransform&quot;:{&quot;translate&quot;:{&quot;x&quot;:27.327192973110066,&quot;y&quot;:-26.0373139648472},&quot;rotate&quot;:0,&quot;skewX&quot;:0,&quot;scale&quot;:{&quot;x&quot;:1,&quot;y&quot;:1}}},&quot;e04dac72-cabd-41f2-a599-45922f3ef1bb&quot;:{&quot;type&quot;:&quot;FIGURE_OBJECT&quot;,&quot;id&quot;:&quot;e04dac72-cabd-41f2-a599-45922f3ef1bb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7&quot;}},&quot;cadf84f1-cef9-4673-a0ba-6e74e37f630a&quot;:{&quot;type&quot;:&quot;FIGURE_OBJECT&quot;,&quot;id&quot;:&quot;cadf84f1-cef9-4673-a0ba-6e74e37f630a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5&quot;}},&quot;a59147f7-a03e-4ddc-81e9-83a75a97d7a6&quot;:{&quot;type&quot;:&quot;FIGURE_OBJECT&quot;,&quot;id&quot;:&quot;a59147f7-a03e-4ddc-81e9-83a75a97d7a6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2&quot;}},&quot;4735f48b-873e-4eaf-acd3-ab00d669d024&quot;:{&quot;type&quot;:&quot;FIGURE_OBJECT&quot;,&quot;id&quot;:&quot;4735f48b-873e-4eaf-acd3-ab00d669d024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&quot;}},&quot;f2bdb366-7bd2-4ec2-8145-d9341783bc3d&quot;:{&quot;type&quot;:&quot;FIGURE_OBJECT&quot;,&quot;id&quot;:&quot;f2bdb366-7bd2-4ec2-8145-d9341783bc3d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7&quot;}},&quot;bd62d611-084c-40a7-8917-6a743b94f984&quot;:{&quot;type&quot;:&quot;FIGURE_OBJECT&quot;,&quot;id&quot;:&quot;bd62d611-084c-40a7-8917-6a743b94f984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5&quot;}},&quot;5aef7d94-15c7-4e8d-a8c6-06ecc310ed27&quot;:{&quot;type&quot;:&quot;FIGURE_OBJECT&quot;,&quot;id&quot;:&quot;5aef7d94-15c7-4e8d-a8c6-06ecc310ed27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2&quot;}},&quot;edbc0f9d-851c-48df-b5fb-d9c1154493ef&quot;:{&quot;type&quot;:&quot;FIGURE_OBJECT&quot;,&quot;id&quot;:&quot;edbc0f9d-851c-48df-b5fb-d9c1154493ef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&quot;}},&quot;a1836aae-15b7-48f5-9908-9356cc42d851&quot;:{&quot;type&quot;:&quot;FIGURE_OBJECT&quot;,&quot;id&quot;:&quot;a1836aae-15b7-48f5-9908-9356cc42d851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78&quot;}},&quot;93f9c056-12de-442e-ac49-36d2186b6937&quot;:{&quot;type&quot;:&quot;FIGURE_OBJECT&quot;,&quot;id&quot;:&quot;93f9c056-12de-442e-ac49-36d2186b6937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5683dfc2-4169-4608-bd3e-e5512853f185&quot;,&quot;order&quot;:&quot;77&quot;}},&quot;696f41cf-64fa-4645-9644-e442e4b37d7a&quot;:{&quot;type&quot;:&quot;FIGURE_OBJECT&quot;,&quot;id&quot;:&quot;696f41cf-64fa-4645-9644-e442e4b37d7a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6&quot;}},&quot;1c10868d-6204-47c5-b3ee-7fb0cf370642&quot;:{&quot;type&quot;:&quot;FIGURE_OBJECT&quot;,&quot;id&quot;:&quot;1c10868d-6204-47c5-b3ee-7fb0cf370642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5&quot;}},&quot;1c85d59b-d062-45b4-a49a-b6e8a9fcc032&quot;:{&quot;type&quot;:&quot;FIGURE_OBJECT&quot;,&quot;id&quot;:&quot;1c85d59b-d062-45b4-a49a-b6e8a9fcc032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3&quot;}},&quot;dec40d38-faed-4589-8e65-ffdf831a560d&quot;:{&quot;type&quot;:&quot;FIGURE_OBJECT&quot;,&quot;id&quot;:&quot;dec40d38-faed-4589-8e65-ffdf831a560d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2&quot;}},&quot;3bf50a4b-58a9-4760-94f4-2e4adef88f8a&quot;:{&quot;type&quot;:&quot;FIGURE_OBJECT&quot;,&quot;id&quot;:&quot;3bf50a4b-58a9-4760-94f4-2e4adef88f8a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1&quot;}},&quot;b8493a21-9d62-40ad-b62a-a7393ff02551&quot;:{&quot;type&quot;:&quot;FIGURE_OBJECT&quot;,&quot;id&quot;:&quot;b8493a21-9d62-40ad-b62a-a7393ff02551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&quot;}},&quot;a28b3828-dd6c-49ae-a068-c822649ba9f8&quot;:{&quot;type&quot;:&quot;FIGURE_OBJECT&quot;,&quot;id&quot;:&quot;a28b3828-dd6c-49ae-a068-c822649ba9f8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8&quot;}},&quot;94094c48-a349-4c7b-8e7a-f3a337b20973&quot;:{&quot;type&quot;:&quot;FIGURE_OBJECT&quot;,&quot;id&quot;:&quot;94094c48-a349-4c7b-8e7a-f3a337b20973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7&quot;}},&quot;444cb6c3-2c54-456e-84e7-91811d094ada&quot;:{&quot;type&quot;:&quot;FIGURE_OBJECT&quot;,&quot;id&quot;:&quot;444cb6c3-2c54-456e-84e7-91811d094ada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6&quot;}},&quot;5ded4156-0354-4e10-bd88-efab80ab0998&quot;:{&quot;type&quot;:&quot;FIGURE_OBJECT&quot;,&quot;id&quot;:&quot;5ded4156-0354-4e10-bd88-efab80ab0998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5&quot;}},&quot;1c8cf39e-68f2-49a6-b903-03d4e28a3b72&quot;:{&quot;type&quot;:&quot;FIGURE_OBJECT&quot;,&quot;id&quot;:&quot;1c8cf39e-68f2-49a6-b903-03d4e28a3b72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3&quot;}},&quot;ef3d2025-7226-4dbb-98f2-8d44587e4cd5&quot;:{&quot;type&quot;:&quot;FIGURE_OBJECT&quot;,&quot;id&quot;:&quot;ef3d2025-7226-4dbb-98f2-8d44587e4cd5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2&quot;}},&quot;428caeeb-8fdc-48f1-8db1-4f7ae15d59ee&quot;:{&quot;type&quot;:&quot;FIGURE_OBJECT&quot;,&quot;id&quot;:&quot;428caeeb-8fdc-48f1-8db1-4f7ae15d59ee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1&quot;}},&quot;69574da5-e738-47b1-a13b-fea686408cf1&quot;:{&quot;type&quot;:&quot;FIGURE_OBJECT&quot;,&quot;id&quot;:&quot;69574da5-e738-47b1-a13b-fea686408cf1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&quot;}},&quot;b3444566-6fb9-4642-b1fb-f9a860d7bf7a&quot;:{&quot;type&quot;:&quot;FIGURE_OBJECT&quot;,&quot;id&quot;:&quot;b3444566-6fb9-4642-b1fb-f9a860d7bf7a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8&quot;}},&quot;68569072-297f-42bd-b9aa-831d6db7d217&quot;:{&quot;type&quot;:&quot;FIGURE_OBJECT&quot;,&quot;id&quot;:&quot;68569072-297f-42bd-b9aa-831d6db7d217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7&quot;}},&quot;c3c3cb36-9ec5-4df6-b0fc-f52fa421c522&quot;:{&quot;type&quot;:&quot;FIGURE_OBJECT&quot;,&quot;id&quot;:&quot;c3c3cb36-9ec5-4df6-b0fc-f52fa421c522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6&quot;}},&quot;b817e852-a64c-42f0-8084-75e4d0f28563&quot;:{&quot;type&quot;:&quot;FIGURE_OBJECT&quot;,&quot;id&quot;:&quot;b817e852-a64c-42f0-8084-75e4d0f28563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5&quot;}},&quot;e11db9d0-f43a-4820-b4c2-5e914616f689&quot;:{&quot;type&quot;:&quot;FIGURE_OBJECT&quot;,&quot;id&quot;:&quot;e11db9d0-f43a-4820-b4c2-5e914616f689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3&quot;}},&quot;59b62d96-ed54-4173-9de4-15c90ed7815a&quot;:{&quot;type&quot;:&quot;FIGURE_OBJECT&quot;,&quot;id&quot;:&quot;59b62d96-ed54-4173-9de4-15c90ed7815a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2&quot;}},&quot;c644aabf-8048-48c0-96ce-f8099dcb7a38&quot;:{&quot;type&quot;:&quot;FIGURE_OBJECT&quot;,&quot;id&quot;:&quot;c644aabf-8048-48c0-96ce-f8099dcb7a38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1&quot;}},&quot;707f5dea-17ca-4d61-b2f3-fabc2df17f4f&quot;:{&quot;type&quot;:&quot;FIGURE_OBJECT&quot;,&quot;id&quot;:&quot;707f5dea-17ca-4d61-b2f3-fabc2df17f4f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05&quot;}},&quot;ffaadd97-14d2-450c-a0ed-17183d86f3a6&quot;:{&quot;type&quot;:&quot;FIGURE_OBJECT&quot;,&quot;id&quot;:&quot;ffaadd97-14d2-450c-a0ed-17183d86f3a6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&quot;}},&quot;30f95681-a16d-495f-92c6-73a3f2e9182f&quot;:{&quot;type&quot;:&quot;FIGURE_OBJECT&quot;,&quot;id&quot;:&quot;30f95681-a16d-495f-92c6-73a3f2e9182f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7&quot;}},&quot;493bbf12-69c3-4344-b2f7-6ef17a03e40d&quot;:{&quot;type&quot;:&quot;FIGURE_OBJECT&quot;,&quot;id&quot;:&quot;493bbf12-69c3-4344-b2f7-6ef17a03e40d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5&quot;}},&quot;2c3e1dd1-c0d0-452b-81aa-0bd722be0b36&quot;:{&quot;type&quot;:&quot;FIGURE_OBJECT&quot;,&quot;id&quot;:&quot;2c3e1dd1-c0d0-452b-81aa-0bd722be0b36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2&quot;}},&quot;f68677c9-e8dd-4ab3-aca1-e8a672151a23&quot;:{&quot;type&quot;:&quot;FIGURE_OBJECT&quot;,&quot;id&quot;:&quot;f68677c9-e8dd-4ab3-aca1-e8a672151a23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&quot;}},&quot;0367e9a5-0de3-457b-8469-182d043a7a1d&quot;:{&quot;type&quot;:&quot;FIGURE_OBJECT&quot;,&quot;id&quot;:&quot;0367e9a5-0de3-457b-8469-182d043a7a1d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7&quot;}},&quot;185751a0-09d9-4638-bcb8-7916d9a12535&quot;:{&quot;type&quot;:&quot;FIGURE_OBJECT&quot;,&quot;id&quot;:&quot;185751a0-09d9-4638-bcb8-7916d9a12535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5&quot;}},&quot;7b3dc1c6-2da1-4627-8637-70ebc34465c7&quot;:{&quot;type&quot;:&quot;FIGURE_OBJECT&quot;,&quot;id&quot;:&quot;7b3dc1c6-2da1-4627-8637-70ebc34465c7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2&quot;}},&quot;d6915374-5865-4280-b088-da7f1605eb09&quot;:{&quot;type&quot;:&quot;FIGURE_OBJECT&quot;,&quot;id&quot;:&quot;d6915374-5865-4280-b088-da7f1605eb09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&quot;}},&quot;10579e2f-a9ce-48ba-b775-35dc916c7230&quot;:{&quot;type&quot;:&quot;FIGURE_OBJECT&quot;,&quot;id&quot;:&quot;10579e2f-a9ce-48ba-b775-35dc916c7230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8&quot;}},&quot;972d2dbc-ece9-4e37-a8a8-a741676c704b&quot;:{&quot;type&quot;:&quot;FIGURE_OBJECT&quot;,&quot;id&quot;:&quot;972d2dbc-ece9-4e37-a8a8-a741676c704b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7&quot;}},&quot;05bfb826-9139-4d99-b267-ddfba3a2b226&quot;:{&quot;type&quot;:&quot;FIGURE_OBJECT&quot;,&quot;id&quot;:&quot;05bfb826-9139-4d99-b267-ddfba3a2b226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6&quot;}},&quot;c4b43e8e-1ea2-417b-a4f3-6bf62bfd477a&quot;:{&quot;type&quot;:&quot;FIGURE_OBJECT&quot;,&quot;id&quot;:&quot;c4b43e8e-1ea2-417b-a4f3-6bf62bfd477a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5&quot;}},&quot;691cdcf3-7ac9-4f65-8dd9-6f4d74bd5b53&quot;:{&quot;type&quot;:&quot;FIGURE_OBJECT&quot;,&quot;id&quot;:&quot;691cdcf3-7ac9-4f65-8dd9-6f4d74bd5b53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3&quot;}},&quot;b38013de-b2f1-4987-9ace-1509dbfd9dbe&quot;:{&quot;id&quot;:&quot;b38013de-b2f1-4987-9ace-1509dbfd9dbe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5683dfc2-4169-4608-bd3e-e5512853f185&quot;,&quot;order&quot;:&quot;02&quot;}},&quot;4b9fe0f7-8a96-4d12-8e84-1e0489149e5e&quot;:{&quot;id&quot;:&quot;4b9fe0f7-8a96-4d12-8e84-1e0489149e5e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5683dfc2-4169-4608-bd3e-e5512853f185&quot;,&quot;order&quot;:&quot;005&quot;}},&quot;6c1a39d1-bf79-40c5-a35e-69b674f8802b&quot;:{&quot;type&quot;:&quot;FIGURE_OBJECT&quot;,&quot;id&quot;:&quot;6c1a39d1-bf79-40c5-a35e-69b674f8802b&quot;,&quot;parent&quot;:{&quot;type&quot;:&quot;CHILD&quot;,&quot;parentId&quot;:&quot;5683dfc2-4169-4608-bd3e-e5512853f185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bb6a6d9b-59aa-4b51-802f-5629e2f93151&quot;:{&quot;type&quot;:&quot;FIGURE_OBJECT&quot;,&quot;id&quot;:&quot;bb6a6d9b-59aa-4b51-802f-5629e2f93151&quot;,&quot;parent&quot;:{&quot;type&quot;:&quot;CROP&quot;,&quot;parentId&quot;:&quot;6c1a39d1-bf79-40c5-a35e-69b674f8802b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339a8d90-2738-44cf-9118-dd098da87f82&quot;:{&quot;relativeTransform&quot;:{&quot;translate&quot;:{&quot;x&quot;:88.93304468831501,&quot;y&quot;:-30.053453610426228},&quot;rotate&quot;:-2.4492935982947064e-16},&quot;type&quot;:&quot;FIGURE_OBJECT&quot;,&quot;id&quot;:&quot;339a8d90-2738-44cf-9118-dd098da87f82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a235d6cf-d3ce-4400-85d1-3ebf4bbbc076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6c1a39d1-bf79-40c5-a35e-69b674f8802b&quot;,&quot;order&quot;:&quot;5&quot;}},&quot;a235d6cf-d3ce-4400-85d1-3ebf4bbbc076&quot;:{&quot;type&quot;:&quot;FIGURE_OBJECT&quot;,&quot;id&quot;:&quot;a235d6cf-d3ce-4400-85d1-3ebf4bbbc076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de42f65f-42e5-4cf4-89f4-ba2c365535c4&quot;:{&quot;type&quot;:&quot;FIGURE_OBJECT&quot;,&quot;id&quot;:&quot;de42f65f-42e5-4cf4-89f4-ba2c365535c4&quot;,&quot;parent&quot;:{&quot;type&quot;:&quot;CHILD&quot;,&quot;parentId&quot;:&quot;a235d6cf-d3ce-4400-85d1-3ebf4bbbc076&quot;,&quot;order&quot;:&quot;5&quot;},&quot;relativeTransform&quot;:{&quot;translate&quot;:{&quot;x&quot;:0,&quot;y&quot;:0},&quot;rotate&quot;:0,&quot;skewX&quot;:0,&quot;scale&quot;:{&quot;x&quot;:1,&quot;y&quot;:1}}},&quot;0f9de263-2cb8-4e46-b610-804f7f8e7587&quot;:{&quot;type&quot;:&quot;FIGURE_OBJECT&quot;,&quot;id&quot;:&quot;0f9de263-2cb8-4e46-b610-804f7f8e7587&quot;,&quot;parent&quot;:{&quot;type&quot;:&quot;CHILD&quot;,&quot;parentId&quot;:&quot;de42f65f-42e5-4cf4-89f4-ba2c365535c4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609f5dd8-7f55-49d6-af4e-34271148c736&quot;:{&quot;type&quot;:&quot;FIGURE_OBJECT&quot;,&quot;id&quot;:&quot;609f5dd8-7f55-49d6-af4e-34271148c736&quot;,&quot;parent&quot;:{&quot;type&quot;:&quot;CHILD&quot;,&quot;parentId&quot;:&quot;de42f65f-42e5-4cf4-89f4-ba2c365535c4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fd09e6f8-b042-48cf-bbea-3b970d12f269&quot;:{&quot;type&quot;:&quot;FIGURE_OBJECT&quot;,&quot;id&quot;:&quot;fd09e6f8-b042-48cf-bbea-3b970d12f269&quot;,&quot;parent&quot;:{&quot;type&quot;:&quot;CHILD&quot;,&quot;parentId&quot;:&quot;de42f65f-42e5-4cf4-89f4-ba2c365535c4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2a9f4e05-3277-4417-b611-4ed6782e0926&quot;:{&quot;relativeTransform&quot;:{&quot;translate&quot;:{&quot;x&quot;:463.7042165864883,&quot;y&quot;:-30.19675800023839},&quot;rotate&quot;:0},&quot;type&quot;:&quot;FIGURE_OBJECT&quot;,&quot;id&quot;:&quot;2a9f4e05-3277-4417-b611-4ed6782e0926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c97aeda7-7ea9-4016-ba90-6e8dc91900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6c1a39d1-bf79-40c5-a35e-69b674f8802b&quot;,&quot;order&quot;:&quot;2&quot;}},&quot;c97aeda7-7ea9-4016-ba90-6e8dc9190062&quot;:{&quot;type&quot;:&quot;FIGURE_OBJECT&quot;,&quot;id&quot;:&quot;c97aeda7-7ea9-4016-ba90-6e8dc9190062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ee9cc6ba-7ede-4e4c-ad34-b8e2495cb8db&quot;:{&quot;type&quot;:&quot;FIGURE_OBJECT&quot;,&quot;id&quot;:&quot;ee9cc6ba-7ede-4e4c-ad34-b8e2495cb8db&quot;,&quot;parent&quot;:{&quot;type&quot;:&quot;CHILD&quot;,&quot;parentId&quot;:&quot;c97aeda7-7ea9-4016-ba90-6e8dc9190062&quot;,&quot;order&quot;:&quot;5&quot;},&quot;relativeTransform&quot;:{&quot;translate&quot;:{&quot;x&quot;:0,&quot;y&quot;:0},&quot;rotate&quot;:0,&quot;skewX&quot;:0,&quot;scale&quot;:{&quot;x&quot;:1,&quot;y&quot;:1}}},&quot;9078fb02-1ca7-4a94-9373-92829c3a806e&quot;:{&quot;type&quot;:&quot;FIGURE_OBJECT&quot;,&quot;id&quot;:&quot;9078fb02-1ca7-4a94-9373-92829c3a806e&quot;,&quot;parent&quot;:{&quot;type&quot;:&quot;CHILD&quot;,&quot;parentId&quot;:&quot;ee9cc6ba-7ede-4e4c-ad34-b8e2495cb8db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4deed873-2640-4afe-a971-037779e041f5&quot;:{&quot;type&quot;:&quot;FIGURE_OBJECT&quot;,&quot;id&quot;:&quot;4deed873-2640-4afe-a971-037779e041f5&quot;,&quot;parent&quot;:{&quot;type&quot;:&quot;CHILD&quot;,&quot;parentId&quot;:&quot;ee9cc6ba-7ede-4e4c-ad34-b8e2495cb8db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251182ea-71a9-46e7-b785-129a991366a5&quot;:{&quot;type&quot;:&quot;FIGURE_OBJECT&quot;,&quot;id&quot;:&quot;251182ea-71a9-46e7-b785-129a991366a5&quot;,&quot;parent&quot;:{&quot;type&quot;:&quot;CHILD&quot;,&quot;parentId&quot;:&quot;ee9cc6ba-7ede-4e4c-ad34-b8e2495cb8db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3793d869-26c7-435d-a972-5ad0e543010c&quot;:{&quot;type&quot;:&quot;FIGURE_OBJECT&quot;,&quot;id&quot;:&quot;3793d869-26c7-435d-a972-5ad0e543010c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683dfc2-4169-4608-bd3e-e5512853f185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0883cc83-dac7-450f-81df-583318b48796&quot;:{&quot;type&quot;:&quot;FIGURE_OBJECT&quot;,&quot;id&quot;:&quot;0883cc83-dac7-450f-81df-583318b48796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5683dfc2-4169-4608-bd3e-e5512853f185&quot;,&quot;order&quot;:&quot;21&quot;},&quot;connectorInfo&quot;:{&quot;type&quot;:&quot;LINE&quot;,&quot;offset&quot;:{&quot;x&quot;:0,&quot;y&quot;:0},&quot;bending&quot;:0.1,&quot;customized&quot;:true,&quot;connectedObjectAtLineStart&quot;:{&quot;objectId&quot;:&quot;599ea8d3-3664-4000-9697-1b34b43004c1&quot;,&quot;coordinates&quot;:{&quot;x&quot;:0.03541995954524391,&quot;y&quot;:0.5110264097168954}}}},&quot;599ea8d3-3664-4000-9697-1b34b43004c1&quot;:{&quot;type&quot;:&quot;FIGURE_OBJECT&quot;,&quot;id&quot;:&quot;599ea8d3-3664-4000-9697-1b34b43004c1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5683dfc2-4169-4608-bd3e-e5512853f185&quot;,&quot;order&quot;:&quot;205&quot;}},&quot;8aea5a4d-4867-4df8-9a1b-024610a3adee&quot;:{&quot;type&quot;:&quot;FIGURE_OBJECT&quot;,&quot;id&quot;:&quot;8aea5a4d-4867-4df8-9a1b-024610a3adee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2&quot;}},&quot;6b459c6e-99fa-4759-bddb-4322b56370dc&quot;:{&quot;type&quot;:&quot;FIGURE_OBJECT&quot;,&quot;id&quot;:&quot;6b459c6e-99fa-4759-bddb-4322b56370dc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7&quot;}},&quot;4eb25262-3b0f-4a04-afd7-aecfd1a2dcd8&quot;:{&quot;type&quot;:&quot;FIGURE_OBJECT&quot;,&quot;id&quot;:&quot;4eb25262-3b0f-4a04-afd7-aecfd1a2dcd8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5&quot;}},&quot;d1a46529-bb0f-4fe3-ae19-47ff2c51a694&quot;:{&quot;type&quot;:&quot;FIGURE_OBJECT&quot;,&quot;id&quot;:&quot;d1a46529-bb0f-4fe3-ae19-47ff2c51a694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2&quot;}},&quot;886de736-d058-49ff-9400-6bd49bc5d24f&quot;:{&quot;type&quot;:&quot;FIGURE_OBJECT&quot;,&quot;id&quot;:&quot;886de736-d058-49ff-9400-6bd49bc5d24f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1&quot;}},&quot;a935d52b-c444-4cba-8f7d-20b41405d129&quot;:{&quot;type&quot;:&quot;FIGURE_OBJECT&quot;,&quot;id&quot;:&quot;a935d52b-c444-4cba-8f7d-20b41405d129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8&quot;}},&quot;24f8e698-50f5-4b85-9e38-ad3ac03fb60e&quot;:{&quot;type&quot;:&quot;FIGURE_OBJECT&quot;,&quot;id&quot;:&quot;24f8e698-50f5-4b85-9e38-ad3ac03fb60e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a935d52b-c444-4cba-8f7d-20b41405d129&quot;,&quot;order&quot;:&quot;7&quot;}},&quot;31903dc2-6962-41ec-b755-9af0f66c83e9&quot;:{&quot;type&quot;:&quot;FIGURE_OBJECT&quot;,&quot;id&quot;:&quot;31903dc2-6962-41ec-b755-9af0f66c83e9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935d52b-c444-4cba-8f7d-20b41405d129&quot;,&quot;order&quot;:&quot;5&quot;}},&quot;6a1b7f26-a581-4428-9110-89a292a3e5c8&quot;:{&quot;type&quot;:&quot;FIGURE_OBJECT&quot;,&quot;id&quot;:&quot;6a1b7f26-a581-4428-9110-89a292a3e5c8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a935d52b-c444-4cba-8f7d-20b41405d129&quot;,&quot;order&quot;:&quot;2&quot;}},&quot;b2f70457-fbb7-4a47-9e83-6a1782238778&quot;:{&quot;type&quot;:&quot;FIGURE_OBJECT&quot;,&quot;id&quot;:&quot;b2f70457-fbb7-4a47-9e83-6a1782238778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7&quot;}},&quot;1cf92c0e-a694-4040-91f2-367dcffdc9c8&quot;:{&quot;type&quot;:&quot;FIGURE_OBJECT&quot;,&quot;id&quot;:&quot;1cf92c0e-a694-4040-91f2-367dcffdc9c8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5683dfc2-4169-4608-bd3e-e5512853f185&quot;,&quot;order&quot;:&quot;16&quot;}},&quot;f73b502d-51dc-44b7-a81d-9f1050551d4f&quot;:{&quot;type&quot;:&quot;FIGURE_OBJECT&quot;,&quot;id&quot;:&quot;f73b502d-51dc-44b7-a81d-9f1050551d4f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5683dfc2-4169-4608-bd3e-e5512853f185&quot;,&quot;order&quot;:&quot;15&quot;}},&quot;e75b876a-b934-4d00-a928-1eb3814b31f0&quot;:{&quot;type&quot;:&quot;FIGURE_OBJECT&quot;,&quot;id&quot;:&quot;e75b876a-b934-4d00-a928-1eb3814b31f0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3&quot;}},&quot;369131b3-e135-42c0-8c7e-798eeb2030e5&quot;:{&quot;type&quot;:&quot;FIGURE_OBJECT&quot;,&quot;id&quot;:&quot;369131b3-e135-42c0-8c7e-798eeb2030e5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7&quot;}},&quot;f8224faa-d6bb-4007-a26b-f8333de2817a&quot;:{&quot;type&quot;:&quot;FIGURE_OBJECT&quot;,&quot;id&quot;:&quot;f8224faa-d6bb-4007-a26b-f8333de2817a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5&quot;}},&quot;d6306883-238d-4ca4-bdc6-79cf96bd330c&quot;:{&quot;type&quot;:&quot;FIGURE_OBJECT&quot;,&quot;id&quot;:&quot;d6306883-238d-4ca4-bdc6-79cf96bd330c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2&quot;}},&quot;cd3a5582-4809-442f-8d61-29fd03c54cd5&quot;:{&quot;type&quot;:&quot;FIGURE_OBJECT&quot;,&quot;id&quot;:&quot;cd3a5582-4809-442f-8d61-29fd03c54cd5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1&quot;}},&quot;ba93ad5a-4d5a-4e20-948e-4518fa370318&quot;:{&quot;type&quot;:&quot;FIGURE_OBJECT&quot;,&quot;id&quot;:&quot;ba93ad5a-4d5a-4e20-948e-4518fa370318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12&quot;}},&quot;c7ba8b21-935d-430d-8981-e96c07fcf2bd&quot;:{&quot;type&quot;:&quot;FIGURE_OBJECT&quot;,&quot;id&quot;:&quot;c7ba8b21-935d-430d-8981-e96c07fcf2bd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11&quot;}},&quot;8e290ee0-0fbe-4226-9195-3cc0d577f37f&quot;:{&quot;type&quot;:&quot;FIGURE_OBJECT&quot;,&quot;id&quot;:&quot;8e290ee0-0fbe-4226-9195-3cc0d577f37f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&quot;}},&quot;80b867a2-49c0-4947-afab-2b6332b0d50e&quot;:{&quot;type&quot;:&quot;FIGURE_OBJECT&quot;,&quot;id&quot;:&quot;80b867a2-49c0-4947-afab-2b6332b0d50e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7&quot;}},&quot;96b805c8-6f9a-4c09-a1d8-c8650dbdd2a0&quot;:{&quot;type&quot;:&quot;FIGURE_OBJECT&quot;,&quot;id&quot;:&quot;96b805c8-6f9a-4c09-a1d8-c8650dbdd2a0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5&quot;}},&quot;d1aece7f-a3d1-4d57-a17c-ec2ef399ea08&quot;:{&quot;type&quot;:&quot;FIGURE_OBJECT&quot;,&quot;id&quot;:&quot;d1aece7f-a3d1-4d57-a17c-ec2ef399ea08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2&quot;}},&quot;c5442362-b016-4bd9-ad54-0bcc2ec7de89&quot;:{&quot;type&quot;:&quot;FIGURE_OBJECT&quot;,&quot;id&quot;:&quot;c5442362-b016-4bd9-ad54-0bcc2ec7de89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1&quot;}},&quot;d30b85cb-3951-4548-8a43-9a751970fba1&quot;:{&quot;type&quot;:&quot;FIGURE_OBJECT&quot;,&quot;id&quot;:&quot;d30b85cb-3951-4548-8a43-9a751970fba1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683dfc2-4169-4608-bd3e-e5512853f185&quot;,&quot;order&quot;:&quot;08&quot;}},&quot;2fdabfc8-c935-43c7-bdc4-9bb6b04f02ea&quot;:{&quot;type&quot;:&quot;FIGURE_OBJECT&quot;,&quot;id&quot;:&quot;2fdabfc8-c935-43c7-bdc4-9bb6b04f02ea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5683dfc2-4169-4608-bd3e-e5512853f185&quot;,&quot;order&quot;:&quot;07&quot;}},&quot;f6d3176a-4dca-4cf1-a544-b54e68f4fb9b&quot;:{&quot;type&quot;:&quot;FIGURE_OBJECT&quot;,&quot;id&quot;:&quot;f6d3176a-4dca-4cf1-a544-b54e68f4fb9b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06&quot;}},&quot;799c8635-2096-436c-8903-881141fda337&quot;:{&quot;type&quot;:&quot;FIGURE_OBJECT&quot;,&quot;id&quot;:&quot;799c8635-2096-436c-8903-881141fda337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03&quot;}},&quot;fcd8ba7c-5857-4c51-bf8b-47d54aa33cd6&quot;:{&quot;type&quot;:&quot;FIGURE_OBJECT&quot;,&quot;id&quot;:&quot;fcd8ba7c-5857-4c51-bf8b-47d54aa33cd6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5683dfc2-4169-4608-bd3e-e5512853f185&quot;,&quot;order&quot;:&quot;01&quot;}},&quot;6894e48c-157c-4d44-8378-758ca7223489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6894e48c-157c-4d44-8378-758ca7223489&quot;,&quot;opacity&quot;:1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40b7b43b-a9c5-4acb-bfad-e857503b9de6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68191ac4-1e37-4527-adc5-ddaace0a0d1d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68191ac4-1e37-4527-adc5-ddaace0a0d1d&quot;,&quot;opacity&quot;:1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40b7b43b-a9c5-4acb-bfad-e857503b9de6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5db842f3-7b46-417a-99bc-a069cf0af011&quot;:{&quot;id&quot;:&quot;5db842f3-7b46-417a-99bc-a069cf0af011&quot;,&quot;type&quot;:&quot;FIGURE_OBJECT&quot;,&quot;relativeTransform&quot;:{&quot;translate&quot;:{&quot;x&quot;:-115.66815915085101,&quot;y&quot;:-105.37232816189199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40b7b43b-a9c5-4acb-bfad-e857503b9de6&quot;,&quot;order&quot;:&quot;9999995&quot;}},&quot;f2ee4905-0223-468a-afb2-605aaf04f5ce&quot;:{&quot;id&quot;:&quot;f2ee4905-0223-468a-afb2-605aaf04f5ce&quot;,&quot;type&quot;:&quot;FIGURE_OBJECT&quot;,&quot;relativeTransform&quot;:{&quot;translate&quot;:{&quot;x&quot;:-111.45430344388777,&quot;y&quot;:-55.69627451208649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Y&quot;}],&quot;_lastCaretLocation&quot;:{&quot;lineIndex&quot;:0,&quot;runIndex&quot;:-1,&quot;charIndex&quot;:-1,&quot;endOfLine&quot;:true}},&quot;format&quot;:&quot;BETTER_TEXT&quot;,&quot;size&quot;:{&quot;x&quot;:58.53114318847656,&quot;y&quot;:11},&quot;targetSize&quot;:{&quot;x&quot;:58.260354516934626,&quot;y&quot;:11}},&quot;parent&quot;:{&quot;type&quot;:&quot;CHILD&quot;,&quot;parentId&quot;:&quot;40b7b43b-a9c5-4acb-bfad-e857503b9de6&quot;,&quot;order&quot;:&quot;999999&quot;}},&quot;d3ab4cf2-ccef-4334-bcf9-5f06a8e13d17&quot;:{&quot;id&quot;:&quot;d3ab4cf2-ccef-4334-bcf9-5f06a8e13d17&quot;,&quot;type&quot;:&quot;FIGURE_OBJECT&quot;,&quot;relativeTransform&quot;:{&quot;translate&quot;:{&quot;x&quot;:-111.58939361196707,&quot;y&quot;:-159.04979135958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C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40b7b43b-a9c5-4acb-bfad-e857503b9de6&quot;,&quot;order&quot;:&quot;9999985&quot;}},&quot;6d1984f2-e1a9-487c-b649-c2cb541b8e2c&quot;:{&quot;id&quot;:&quot;6d1984f2-e1a9-487c-b649-c2cb541b8e2c&quot;,&quot;type&quot;:&quot;FIGURE_OBJECT&quot;,&quot;relativeTransform&quot;:{&quot;translate&quot;:{&quot;x&quot;:-111.58919083350588,&quot;y&quot;:-200.31972573688896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A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40b7b43b-a9c5-4acb-bfad-e857503b9de6&quot;,&quot;order&quot;:&quot;9999982&quot;}},&quot;bccf775b-b258-4929-83c5-634709f5df76&quot;:{&quot;id&quot;:&quot;bccf775b-b258-4929-83c5-634709f5df76&quot;,&quot;type&quot;:&quot;FIGURE_OBJECT&quot;,&quot;relativeTransform&quot;:{&quot;translate&quot;:{&quot;x&quot;:-178.82596609774828,&quot;y&quot;:-201.2148449213957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40b7b43b-a9c5-4acb-bfad-e857503b9de6&quot;,&quot;order&quot;:&quot;999998&quot;}},&quot;045332bf-4c12-4e16-9547-921298b864b9&quot;:{&quot;id&quot;:&quot;045332bf-4c12-4e16-9547-921298b864b9&quot;,&quot;type&quot;:&quot;FIGURE_OBJECT&quot;,&quot;relativeTransform&quot;:{&quot;translate&quot;:{&quot;x&quot;:-249.03622278999205,&quot;y&quot;:-105.37218701516171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40b7b43b-a9c5-4acb-bfad-e857503b9de6&quot;,&quot;order&quot;:&quot;999997&quot;}},&quot;1dad2daf-dc4b-4ceb-8f8c-6cbfdc4436a2&quot;:{&quot;id&quot;:&quot;1dad2daf-dc4b-4ceb-8f8c-6cbfdc4436a2&quot;,&quot;type&quot;:&quot;FIGURE_OBJECT&quot;,&quot;relativeTransform&quot;:{&quot;translate&quot;:{&quot;x&quot;:-244.8223670830288,&quot;y&quot;:-55.6961333653562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YXXXXXXXX&quot;}],&quot;_lastCaretLocation&quot;:{&quot;lineIndex&quot;:0,&quot;runIndex&quot;:0,&quot;charIndex&quot;:1}},&quot;format&quot;:&quot;BETTER_TEXT&quot;,&quot;size&quot;:{&quot;x&quot;:58.53114318847656,&quot;y&quot;:11},&quot;targetSize&quot;:{&quot;x&quot;:58.260354516934626,&quot;y&quot;:11}},&quot;parent&quot;:{&quot;type&quot;:&quot;CHILD&quot;,&quot;parentId&quot;:&quot;40b7b43b-a9c5-4acb-bfad-e857503b9de6&quot;,&quot;order&quot;:&quot;999995&quot;}},&quot;63968f8d-a91f-46bd-8b16-0f73403dab2b&quot;:{&quot;id&quot;:&quot;63968f8d-a91f-46bd-8b16-0f73403dab2b&quot;,&quot;type&quot;:&quot;FIGURE_OBJECT&quot;,&quot;relativeTransform&quot;:{&quot;translate&quot;:{&quot;x&quot;:-244.9574572511081,&quot;y&quot;:-159.04965021285224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CXXXXXXXX&quot;}],&quot;_lastCaretLocation&quot;:{&quot;lineIndex&quot;:0,&quot;runIndex&quot;:0,&quot;charIndex&quot;:1}},&quot;format&quot;:&quot;BETTER_TEXT&quot;,&quot;size&quot;:{&quot;x&quot;:58.260354516934626,&quot;y&quot;:11},&quot;targetSize&quot;:{&quot;x&quot;:58.260354516934626,&quot;y&quot;:11}},&quot;parent&quot;:{&quot;type&quot;:&quot;CHILD&quot;,&quot;parentId&quot;:&quot;40b7b43b-a9c5-4acb-bfad-e857503b9de6&quot;,&quot;order&quot;:&quot;99999&quot;}},&quot;41a5c073-8842-43a2-bce3-267166eff243&quot;:{&quot;id&quot;:&quot;41a5c073-8842-43a2-bce3-267166eff243&quot;,&quot;type&quot;:&quot;FIGURE_OBJECT&quot;,&quot;relativeTransform&quot;:{&quot;translate&quot;:{&quot;x&quot;:-244.95725447264692,&quot;y&quot;:-200.31958459015868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AXXXXXXXX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40b7b43b-a9c5-4acb-bfad-e857503b9de6&quot;,&quot;order&quot;:&quot;99997&quot;}},&quot;ed6e51d9-f04f-40a2-8a32-3aceae9f3ac5&quot;:{&quot;type&quot;:&quot;FIGURE_OBJECT&quot;,&quot;id&quot;:&quot;ed6e51d9-f04f-40a2-8a32-3aceae9f3ac5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1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40b7b43b-a9c5-4acb-bfad-e857503b9de6&quot;,&quot;order&quot;:&quot;99995&quot;},&quot;connectorInfo&quot;:{&quot;type&quot;:&quot;LINE&quot;,&quot;offset&quot;:{&quot;x&quot;:0,&quot;y&quot;:0},&quot;bending&quot;:0.1,&quot;customized&quot;:false}},&quot;64d7171a-b812-4e40-b561-c1448d312ccb&quot;:{&quot;type&quot;:&quot;FIGURE_OBJECT&quot;,&quot;id&quot;:&quot;64d7171a-b812-4e40-b561-c1448d312ccb&quot;,&quot;parent&quot;:{&quot;type&quot;:&quot;CHILD&quot;,&quot;parentId&quot;:&quot;40b7b43b-a9c5-4acb-bfad-e857503b9de6&quot;,&quot;order&quot;:&quot;9967&quot;},&quot;relativeTransform&quot;:{&quot;translate&quot;:{&quot;x&quot;:98.80993547241178,&quot;y&quot;:-24.298610447199252},&quot;rotate&quot;:0,&quot;skewX&quot;:0,&quot;scale&quot;:{&quot;x&quot;:1,&quot;y&quot;:1}}},&quot;38ebf9f7-a49f-45ab-ac2a-67c97419136d&quot;:{&quot;type&quot;:&quot;FIGURE_OBJECT&quot;,&quot;id&quot;:&quot;38ebf9f7-a49f-45ab-ac2a-67c97419136d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1efa590c-1e7b-434b-aa31-ca35391584e5&quot;:{&quot;type&quot;:&quot;FIGURE_OBJECT&quot;,&quot;id&quot;:&quot;1efa590c-1e7b-434b-aa31-ca35391584e5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b0ae2a6c-0797-446b-97e0-7006766df7a2&quot;:{&quot;type&quot;:&quot;FIGURE_OBJECT&quot;,&quot;id&quot;:&quot;b0ae2a6c-0797-446b-97e0-7006766df7a2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751e1af1-2da9-4244-ab7d-bc1b966c49d4&quot;:{&quot;type&quot;:&quot;FIGURE_OBJECT&quot;,&quot;id&quot;:&quot;751e1af1-2da9-4244-ab7d-bc1b966c49d4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052a30ec-f68d-41c1-a71d-5adc039e8c54&quot;:{&quot;type&quot;:&quot;FIGURE_OBJECT&quot;,&quot;id&quot;:&quot;052a30ec-f68d-41c1-a71d-5adc039e8c54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7d7ddcb1-7220-4f69-9a23-cca293a79453&quot;:{&quot;type&quot;:&quot;FIGURE_OBJECT&quot;,&quot;id&quot;:&quot;7d7ddcb1-7220-4f69-9a23-cca293a79453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35cedcdc-5b0b-475d-9806-451a38d2d34d&quot;:{&quot;type&quot;:&quot;FIGURE_OBJECT&quot;,&quot;id&quot;:&quot;35cedcdc-5b0b-475d-9806-451a38d2d34d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1442b6a2-b475-421d-b411-f6be19b90707&quot;:{&quot;type&quot;:&quot;FIGURE_OBJECT&quot;,&quot;id&quot;:&quot;1442b6a2-b475-421d-b411-f6be19b90707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3c44e47a-2cc8-4a46-a415-2bf5af5b0e1b&quot;:{&quot;type&quot;:&quot;FIGURE_OBJECT&quot;,&quot;id&quot;:&quot;3c44e47a-2cc8-4a46-a415-2bf5af5b0e1b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405e47e1-0919-4642-9eac-937023e3445b&quot;:{&quot;type&quot;:&quot;FIGURE_OBJECT&quot;,&quot;id&quot;:&quot;405e47e1-0919-4642-9eac-937023e3445b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2221815-c101-42c2-9eb2-f91451f73ef7&quot;:{&quot;type&quot;:&quot;FIGURE_OBJECT&quot;,&quot;id&quot;:&quot;22221815-c101-42c2-9eb2-f91451f73ef7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1c042d81-8067-4b48-af37-37780e9e16f9&quot;:{&quot;type&quot;:&quot;FIGURE_OBJECT&quot;,&quot;id&quot;:&quot;1c042d81-8067-4b48-af37-37780e9e16f9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3e28625-34ec-4edc-b708-9e19e69b057e&quot;:{&quot;type&quot;:&quot;FIGURE_OBJECT&quot;,&quot;id&quot;:&quot;23e28625-34ec-4edc-b708-9e19e69b057e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d0fa1577-945e-44b3-98e4-552753f50c13&quot;:{&quot;type&quot;:&quot;FIGURE_OBJECT&quot;,&quot;id&quot;:&quot;d0fa1577-945e-44b3-98e4-552753f50c13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b09be473-501a-4701-bbba-53820ff22b2c&quot;:{&quot;type&quot;:&quot;FIGURE_OBJECT&quot;,&quot;id&quot;:&quot;b09be473-501a-4701-bbba-53820ff22b2c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26ee61a3-665e-46e7-a6e6-6fa663f6790e&quot;:{&quot;type&quot;:&quot;FIGURE_OBJECT&quot;,&quot;id&quot;:&quot;26ee61a3-665e-46e7-a6e6-6fa663f6790e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75ea9970-d3d1-4be0-a37b-10fcf5984b28&quot;:{&quot;type&quot;:&quot;FIGURE_OBJECT&quot;,&quot;id&quot;:&quot;75ea9970-d3d1-4be0-a37b-10fcf5984b28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64d7171a-b812-4e40-b561-c1448d312ccb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1a312c91-e71a-4300-9d99-4c3f50752c16&quot;:{&quot;type&quot;:&quot;FIGURE_OBJECT&quot;,&quot;id&quot;:&quot;1a312c91-e71a-4300-9d99-4c3f50752c16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a9802bb4-bd74-4705-a6ad-a1c46e16042b&quot;:{&quot;type&quot;:&quot;FIGURE_OBJECT&quot;,&quot;id&quot;:&quot;a9802bb4-bd74-4705-a6ad-a1c46e16042b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12bd09d7-eca4-4c60-8cc8-35a0301ca919&quot;:{&quot;type&quot;:&quot;FIGURE_OBJECT&quot;,&quot;id&quot;:&quot;12bd09d7-eca4-4c60-8cc8-35a0301ca919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d71cd00e-31e0-48aa-8eb0-4ee8645c6979&quot;:{&quot;type&quot;:&quot;FIGURE_OBJECT&quot;,&quot;id&quot;:&quot;d71cd00e-31e0-48aa-8eb0-4ee8645c6979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4c07cbe-36af-4c07-b429-16fb76f6a63c&quot;:{&quot;type&quot;:&quot;FIGURE_OBJECT&quot;,&quot;id&quot;:&quot;24c07cbe-36af-4c07-b429-16fb76f6a63c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689656f4-44dd-4733-9ffc-457fec5e9a7b&quot;:{&quot;type&quot;:&quot;FIGURE_OBJECT&quot;,&quot;id&quot;:&quot;689656f4-44dd-4733-9ffc-457fec5e9a7b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dad92fa5-c2a6-4ff0-9e1c-5b13ba3e1bd3&quot;:{&quot;id&quot;:&quot;dad92fa5-c2a6-4ff0-9e1c-5b13ba3e1bd3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64d7171a-b812-4e40-b561-c1448d312ccb&quot;,&quot;order&quot;:&quot;95&quot;}},&quot;f39819e0-af7a-4ba6-855a-147a8bf2c95b&quot;:{&quot;id&quot;:&quot;f39819e0-af7a-4ba6-855a-147a8bf2c95b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64d7171a-b812-4e40-b561-c1448d312ccb&quot;,&quot;order&quot;:&quot;9&quot;}},&quot;e9e48b38-0d7a-4200-ba4c-b0df70714bb8&quot;:{&quot;id&quot;:&quot;e9e48b38-0d7a-4200-ba4c-b0df70714bb8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64d7171a-b812-4e40-b561-c1448d312ccb&quot;,&quot;order&quot;:&quot;85&quot;}},&quot;8299a068-c96c-468f-9532-078e72596444&quot;:{&quot;id&quot;:&quot;8299a068-c96c-468f-9532-078e72596444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64d7171a-b812-4e40-b561-c1448d312ccb&quot;,&quot;order&quot;:&quot;82&quot;}},&quot;df56bfc2-3140-4b02-86a1-cf33322bd0cd&quot;:{&quot;id&quot;:&quot;df56bfc2-3140-4b02-86a1-cf33322bd0cd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64d7171a-b812-4e40-b561-c1448d312ccb&quot;,&quot;order&quot;:&quot;8&quot;}},&quot;9078bddb-77e4-418f-b07c-6226d052668f&quot;:{&quot;id&quot;:&quot;9078bddb-77e4-418f-b07c-6226d052668f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64d7171a-b812-4e40-b561-c1448d312ccb&quot;,&quot;order&quot;:&quot;77&quot;}},&quot;3d5defb3-a600-43e8-8ea3-d3ee5d8ac70e&quot;:{&quot;id&quot;:&quot;3d5defb3-a600-43e8-8ea3-d3ee5d8ac70e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64d7171a-b812-4e40-b561-c1448d312ccb&quot;,&quot;order&quot;:&quot;76&quot;}},&quot;671cffcc-9311-4faa-ab84-145f6d8256c4&quot;:{&quot;id&quot;:&quot;671cffcc-9311-4faa-ab84-145f6d8256c4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64d7171a-b812-4e40-b561-c1448d312ccb&quot;,&quot;order&quot;:&quot;75&quot;}},&quot;b265c734-2263-4e5d-8bdc-f227f10fcab7&quot;:{&quot;id&quot;:&quot;b265c734-2263-4e5d-8bdc-f227f10fcab7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64d7171a-b812-4e40-b561-c1448d312ccb&quot;,&quot;order&quot;:&quot;72&quot;}},&quot;e2383c88-2ec0-46db-a9d7-35fed1253c44&quot;:{&quot;id&quot;:&quot;e2383c88-2ec0-46db-a9d7-35fed1253c44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64d7171a-b812-4e40-b561-c1448d312ccb&quot;,&quot;order&quot;:&quot;71&quot;}},&quot;03f8d246-a6cb-4888-9bd4-4818a5d1cdbc&quot;:{&quot;id&quot;:&quot;03f8d246-a6cb-4888-9bd4-4818a5d1cdbc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64d7171a-b812-4e40-b561-c1448d312ccb&quot;,&quot;order&quot;:&quot;7&quot;}},&quot;0f99e648-1ac9-480d-8498-46c4fb607e7e&quot;:{&quot;id&quot;:&quot;0f99e648-1ac9-480d-8498-46c4fb607e7e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64d7171a-b812-4e40-b561-c1448d312ccb&quot;,&quot;order&quot;:&quot;67&quot;}},&quot;26c813d6-d0c2-4b21-998b-2e1a94d6dd06&quot;:{&quot;id&quot;:&quot;26c813d6-d0c2-4b21-998b-2e1a94d6dd06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64d7171a-b812-4e40-b561-c1448d312ccb&quot;,&quot;order&quot;:&quot;66&quot;}},&quot;fbc2d6ec-2138-4ef1-ada6-160b9653c067&quot;:{&quot;id&quot;:&quot;fbc2d6ec-2138-4ef1-ada6-160b9653c067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64d7171a-b812-4e40-b561-c1448d312ccb&quot;,&quot;order&quot;:&quot;65&quot;}},&quot;1a2c7e54-39bb-44ea-9b28-6ecd1f7da896&quot;:{&quot;id&quot;:&quot;1a2c7e54-39bb-44ea-9b28-6ecd1f7da896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64d7171a-b812-4e40-b561-c1448d312ccb&quot;,&quot;order&quot;:&quot;62&quot;}},&quot;35bedec0-a07b-4548-a73c-dc500b63392d&quot;:{&quot;id&quot;:&quot;35bedec0-a07b-4548-a73c-dc500b63392d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64d7171a-b812-4e40-b561-c1448d312ccb&quot;,&quot;order&quot;:&quot;61&quot;}},&quot;1645778b-d58f-4a23-86af-cddb8516a8c4&quot;:{&quot;id&quot;:&quot;1645778b-d58f-4a23-86af-cddb8516a8c4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64d7171a-b812-4e40-b561-c1448d312ccb&quot;,&quot;order&quot;:&quot;6&quot;}},&quot;7f2df8f8-9141-450e-a73b-fd1b8222be42&quot;:{&quot;id&quot;:&quot;7f2df8f8-9141-450e-a73b-fd1b8222be42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64d7171a-b812-4e40-b561-c1448d312ccb&quot;,&quot;order&quot;:&quot;57&quot;}},&quot;38e8699e-4799-4745-b313-5ad780a7590a&quot;:{&quot;id&quot;:&quot;38e8699e-4799-4745-b313-5ad780a7590a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64d7171a-b812-4e40-b561-c1448d312ccb&quot;,&quot;order&quot;:&quot;56&quot;}},&quot;5aefcc44-6bdb-46f2-a3dd-16a634b2088d&quot;:{&quot;id&quot;:&quot;5aefcc44-6bdb-46f2-a3dd-16a634b2088d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64d7171a-b812-4e40-b561-c1448d312ccb&quot;,&quot;order&quot;:&quot;55&quot;}},&quot;df44ce04-950f-4875-a507-b96d5e882aec&quot;:{&quot;id&quot;:&quot;df44ce04-950f-4875-a507-b96d5e882aec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64d7171a-b812-4e40-b561-c1448d312ccb&quot;,&quot;order&quot;:&quot;52&quot;}},&quot;abb5dfcc-70e5-43b3-8b59-1707bd853d2c&quot;:{&quot;id&quot;:&quot;abb5dfcc-70e5-43b3-8b59-1707bd853d2c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64d7171a-b812-4e40-b561-c1448d312ccb&quot;,&quot;order&quot;:&quot;51&quot;}},&quot;be38fb8c-d4ee-4764-b581-a6e5f8550c75&quot;:{&quot;id&quot;:&quot;be38fb8c-d4ee-4764-b581-a6e5f8550c75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64d7171a-b812-4e40-b561-c1448d312ccb&quot;,&quot;order&quot;:&quot;5&quot;}},&quot;6c77240b-c930-4e06-b6bb-6715cb8f7131&quot;:{&quot;type&quot;:&quot;FIGURE_OBJECT&quot;,&quot;id&quot;:&quot;6c77240b-c930-4e06-b6bb-6715cb8f7131&quot;,&quot;relativeTransform&quot;:{&quot;translate&quot;:{&quot;x&quot;:-528.838992741979,&quot;y&quot;:-94.2274757892396},&quot;rotate&quot;:-1.570796326794897,&quot;skewX&quot;:0,&quot;scale&quot;:{&quot;x&quot;:1,&quot;y&quot;:1}},&quot;opacity&quot;:1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40b7b43b-a9c5-4acb-bfad-e857503b9de6&quot;,&quot;order&quot;:&quot;9999&quot;},&quot;connectorInfo&quot;:{&quot;type&quot;:&quot;LINE&quot;,&quot;offset&quot;:{&quot;x&quot;:0,&quot;y&quot;:0},&quot;bending&quot;:0.1,&quot;customized&quot;:false}},&quot;465abec1-205b-4a3e-90c5-b5e3151195e5&quot;:{&quot;type&quot;:&quot;FIGURE_OBJECT&quot;,&quot;id&quot;:&quot;465abec1-205b-4a3e-90c5-b5e3151195e5&quot;,&quot;parent&quot;:{&quot;type&quot;:&quot;CHILD&quot;,&quot;parentId&quot;:&quot;40b7b43b-a9c5-4acb-bfad-e857503b9de6&quot;,&quot;order&quot;:&quot;9998&quot;},&quot;relativeTransform&quot;:{&quot;translate&quot;:{&quot;x&quot;:-447.26445110259164,&quot;y&quot;:-363.1311734908486},&quot;rotate&quot;:-1.5707963267948966,&quot;skewX&quot;:0,&quot;scale&quot;:{&quot;x&quot;:1,&quot;y&quot;:1}}},&quot;eaa5c1b8-db94-475c-acdd-0a67f79787c0&quot;:{&quot;type&quot;:&quot;FIGURE_OBJECT&quot;,&quot;id&quot;:&quot;eaa5c1b8-db94-475c-acdd-0a67f79787c0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465abec1-205b-4a3e-90c5-b5e3151195e5&quot;,&quot;order&quot;:&quot;8&quot;},&quot;layout&quot;:{&quot;sizeRatio&quot;:{&quot;x&quot;:0.7071067811865476,&quot;y&quot;:0.7071067811865476},&quot;keepAspectRatio&quot;:true}},&quot;45abda96-afee-426f-aef1-25913bb49999&quot;:{&quot;id&quot;:&quot;45abda96-afee-426f-aef1-25913bb49999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eaa5c1b8-db94-475c-acdd-0a67f79787c0&quot;,&quot;order&quot;:&quot;5&quot;}},&quot;2412fb89-6c5a-47a6-bec8-69d68760b05a&quot;:{&quot;type&quot;:&quot;FIGURE_OBJECT&quot;,&quot;id&quot;:&quot;2412fb89-6c5a-47a6-bec8-69d68760b05a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465abec1-205b-4a3e-90c5-b5e3151195e5&quot;,&quot;order&quot;:&quot;7&quot;},&quot;layout&quot;:{&quot;sizeRatio&quot;:{&quot;x&quot;:0.7071067811865476,&quot;y&quot;:0.7071067811865476},&quot;keepAspectRatio&quot;:true}},&quot;d6292d19-31ca-4420-a2eb-3d9341c9feba&quot;:{&quot;id&quot;:&quot;d6292d19-31ca-4420-a2eb-3d9341c9feb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2412fb89-6c5a-47a6-bec8-69d68760b05a&quot;,&quot;order&quot;:&quot;5&quot;}},&quot;4c50fbcb-57ef-43e1-a8fa-41b7b9ac1b8e&quot;:{&quot;type&quot;:&quot;FIGURE_OBJECT&quot;,&quot;id&quot;:&quot;4c50fbcb-57ef-43e1-a8fa-41b7b9ac1b8e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465abec1-205b-4a3e-90c5-b5e3151195e5&quot;,&quot;order&quot;:&quot;6&quot;},&quot;layout&quot;:{&quot;sizeRatio&quot;:{&quot;x&quot;:0.7071067811865476,&quot;y&quot;:0.7071067811865476},&quot;keepAspectRatio&quot;:true}},&quot;212dd770-63b6-4357-9791-65815e115a72&quot;:{&quot;id&quot;:&quot;212dd770-63b6-4357-9791-65815e115a72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4c50fbcb-57ef-43e1-a8fa-41b7b9ac1b8e&quot;,&quot;order&quot;:&quot;5&quot;}},&quot;6652b343-1fa3-481c-b2b9-1b2bb7ae7c41&quot;:{&quot;type&quot;:&quot;FIGURE_OBJECT&quot;,&quot;id&quot;:&quot;6652b343-1fa3-481c-b2b9-1b2bb7ae7c41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55&quot;},&quot;layout&quot;:{&quot;sizeRatio&quot;:{&quot;x&quot;:0.7071067811865476,&quot;y&quot;:0.7071067811865476},&quot;keepAspectRatio&quot;:true}},&quot;4b254d42-7e4e-412e-a9b1-7e2d03be61fa&quot;:{&quot;id&quot;:&quot;4b254d42-7e4e-412e-a9b1-7e2d03be61fa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6652b343-1fa3-481c-b2b9-1b2bb7ae7c41&quot;,&quot;order&quot;:&quot;5&quot;}},&quot;c52e4751-abeb-4cb2-8db4-8ca97ca36d68&quot;:{&quot;type&quot;:&quot;FIGURE_OBJECT&quot;,&quot;id&quot;:&quot;c52e4751-abeb-4cb2-8db4-8ca97ca36d68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5&quot;},&quot;layout&quot;:{&quot;sizeRatio&quot;:{&quot;x&quot;:0.7071067811865476,&quot;y&quot;:0.7071067811865476},&quot;keepAspectRatio&quot;:true}},&quot;e98556ac-fbab-4156-a312-9edd653d9a29&quot;:{&quot;id&quot;:&quot;e98556ac-fbab-4156-a312-9edd653d9a29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c52e4751-abeb-4cb2-8db4-8ca97ca36d68&quot;,&quot;order&quot;:&quot;5&quot;}},&quot;f9907c35-a7d7-40c7-adb0-fe1b8aa004e7&quot;:{&quot;type&quot;:&quot;FIGURE_OBJECT&quot;,&quot;id&quot;:&quot;f9907c35-a7d7-40c7-adb0-fe1b8aa004e7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3&quot;},&quot;layout&quot;:{&quot;sizeRatio&quot;:{&quot;x&quot;:0.7071067811865476,&quot;y&quot;:0.7071067811865476},&quot;keepAspectRatio&quot;:true}},&quot;b386a3c7-3cc0-4804-ba5e-0c061734b578&quot;:{&quot;id&quot;:&quot;b386a3c7-3cc0-4804-ba5e-0c061734b578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9907c35-a7d7-40c7-adb0-fe1b8aa004e7&quot;,&quot;order&quot;:&quot;5&quot;}},&quot;97df14bb-3604-4bca-9de4-59276044aa16&quot;:{&quot;type&quot;:&quot;FIGURE_OBJECT&quot;,&quot;id&quot;:&quot;97df14bb-3604-4bca-9de4-59276044aa16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465abec1-205b-4a3e-90c5-b5e3151195e5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5540193c-681f-4dbd-9f56-66e110a86e57&quot;:{&quot;type&quot;:&quot;FIGURE_OBJECT&quot;,&quot;id&quot;:&quot;5540193c-681f-4dbd-9f56-66e110a86e57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465abec1-205b-4a3e-90c5-b5e3151195e5&quot;,&quot;order&quot;:&quot;25&quot;},&quot;layout&quot;:{&quot;sizeRatio&quot;:{&quot;x&quot;:0.7071067811865476,&quot;y&quot;:0.7071067811865476},&quot;keepAspectRatio&quot;:true}},&quot;5e3ed2f8-61b8-42d2-9917-23d0955d5328&quot;:{&quot;id&quot;:&quot;5e3ed2f8-61b8-42d2-9917-23d0955d5328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5540193c-681f-4dbd-9f56-66e110a86e57&quot;,&quot;order&quot;:&quot;5&quot;}},&quot;df671950-6a12-4dc8-8f2c-2931fac2fedd&quot;:{&quot;type&quot;:&quot;FIGURE_OBJECT&quot;,&quot;id&quot;:&quot;df671950-6a12-4dc8-8f2c-2931fac2fedd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2&quot;},&quot;layout&quot;:{&quot;sizeRatio&quot;:{&quot;x&quot;:0.7071067811865476,&quot;y&quot;:0.7071067811865476},&quot;keepAspectRatio&quot;:true}},&quot;7efb80d6-1b48-4e0a-ad57-e13ae5f3d819&quot;:{&quot;id&quot;:&quot;7efb80d6-1b48-4e0a-ad57-e13ae5f3d819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df671950-6a12-4dc8-8f2c-2931fac2fedd&quot;,&quot;order&quot;:&quot;5&quot;}},&quot;f8b99ac4-f5c2-4ca0-9122-d3bce1c51a8c&quot;:{&quot;type&quot;:&quot;FIGURE_OBJECT&quot;,&quot;id&quot;:&quot;f8b99ac4-f5c2-4ca0-9122-d3bce1c51a8c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465abec1-205b-4a3e-90c5-b5e3151195e5&quot;,&quot;order&quot;:&quot;1&quot;},&quot;layout&quot;:{&quot;sizeRatio&quot;:{&quot;x&quot;:0.7071067811865476,&quot;y&quot;:0.7071067811865476},&quot;keepAspectRatio&quot;:true}},&quot;88bb081c-c5ff-4756-972c-0e38c33622d5&quot;:{&quot;id&quot;:&quot;88bb081c-c5ff-4756-972c-0e38c33622d5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f8b99ac4-f5c2-4ca0-9122-d3bce1c51a8c&quot;,&quot;order&quot;:&quot;5&quot;}},&quot;92b8d5df-2d8c-420d-876f-e05751c599b9&quot;:{&quot;type&quot;:&quot;FIGURE_OBJECT&quot;,&quot;id&quot;:&quot;92b8d5df-2d8c-420d-876f-e05751c599b9&quot;,&quot;parent&quot;:{&quot;type&quot;:&quot;CHILD&quot;,&quot;parentId&quot;:&quot;40b7b43b-a9c5-4acb-bfad-e857503b9de6&quot;,&quot;order&quot;:&quot;58&quot;},&quot;relativeTransform&quot;:{&quot;translate&quot;:{&quot;x&quot;:-131.94595436463368,&quot;y&quot;:-17.988942114567976},&quot;rotate&quot;:0}},&quot;c6d6088d-6f01-41c4-91a8-fb1cf9cc29d9&quot;:{&quot;type&quot;:&quot;FIGURE_OBJECT&quot;,&quot;id&quot;:&quot;c6d6088d-6f01-41c4-91a8-fb1cf9cc29d9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2b8d5df-2d8c-420d-876f-e05751c599b9&quot;,&quot;order&quot;:&quot;5&quot;},&quot;connectorInfo&quot;:{&quot;type&quot;:&quot;ELBOW&quot;,&quot;offset&quot;:{&quot;x&quot;:0,&quot;y&quot;:0},&quot;bending&quot;:0.1,&quot;customized&quot;:true}},&quot;f7228fd6-d832-48da-8adc-c3210102cdb5&quot;:{&quot;type&quot;:&quot;FIGURE_OBJECT&quot;,&quot;id&quot;:&quot;f7228fd6-d832-48da-8adc-c3210102cdb5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2b8d5df-2d8c-420d-876f-e05751c599b9&quot;,&quot;order&quot;:&quot;2&quot;},&quot;connectorInfo&quot;:{&quot;type&quot;:&quot;ELBOW&quot;,&quot;offset&quot;:{&quot;x&quot;:0,&quot;y&quot;:0},&quot;bending&quot;:0.1,&quot;customized&quot;:true}},&quot;2f9ce9e0-1fe0-40fd-827f-57b34a8b5a2e&quot;:{&quot;type&quot;:&quot;FIGURE_OBJECT&quot;,&quot;id&quot;:&quot;2f9ce9e0-1fe0-40fd-827f-57b34a8b5a2e&quot;,&quot;relativeTransform&quot;:{&quot;translate&quot;:{&quot;x&quot;:242.42989617203114,&quot;y&quot;:-299.28184858174234},&quot;rotate&quot;:0,&quot;skewX&quot;:0,&quot;scale&quot;:{&quot;x&quot;:1,&quot;y&quot;:1}},&quot;opacity&quot;:1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40b7b43b-a9c5-4acb-bfad-e857503b9de6&quot;,&quot;order&quot;:&quot;26&quot;},&quot;layout&quot;:{&quot;sizeRatio&quot;:{&quot;x&quot;:0.88,&quot;y&quot;:0.88},&quot;keepAspectRatio&quot;:false}},&quot;62e2fa6d-168c-4721-b2ec-9adf6f0b70c3&quot;:{&quot;id&quot;:&quot;62e2fa6d-168c-4721-b2ec-9adf6f0b70c3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2f9ce9e0-1fe0-40fd-827f-57b34a8b5a2e&quot;,&quot;order&quot;:&quot;5&quot;}},&quot;ed2d3bfe-9ec7-4a66-8585-d7907a7cb644&quot;:{&quot;type&quot;:&quot;FIGURE_OBJECT&quot;,&quot;id&quot;:&quot;ed2d3bfe-9ec7-4a66-8585-d7907a7cb644&quot;,&quot;relativeTransform&quot;:{&quot;translate&quot;:{&quot;x&quot;:-333.07561871344126,&quot;y&quot;:-299.28184858174234},&quot;rotate&quot;:0,&quot;skewX&quot;:0,&quot;scale&quot;:{&quot;x&quot;:1,&quot;y&quot;:1}},&quot;opacity&quot;:1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92&quot;},&quot;layout&quot;:{&quot;sizeRatio&quot;:{&quot;x&quot;:0.88,&quot;y&quot;:0.88},&quot;keepAspectRatio&quot;:false}},&quot;e93a84a1-64ad-49e4-8e0c-58b0429fd0c5&quot;:{&quot;id&quot;:&quot;e93a84a1-64ad-49e4-8e0c-58b0429fd0c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ed2d3bfe-9ec7-4a66-8585-d7907a7cb644&quot;,&quot;order&quot;:&quot;5&quot;}},&quot;fad18e09-8c3f-437c-a6e4-6680031783d9&quot;:{&quot;id&quot;:&quot;fad18e09-8c3f-437c-a6e4-6680031783d9&quot;,&quot;type&quot;:&quot;FIGURE_OBJECT&quot;,&quot;relativeTransform&quot;:{&quot;translate&quot;:{&quot;x&quot;:-380.0015090934778,&quot;y&quot;:-236.17663863592978},&quot;rotate&quot;:-2.4492935982947064e-16,&quot;skewX&quot;:1.1030646434160693e-30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12,&quot;color&quot;:&quot;black&quot;},&quot;range&quot;:[0,82]}],&quot;text&quot;:&quot;For all 9 positions, libraries for all 20 amino acids are generated systematically:&quot;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0]}],&quot;text&quot;:&quot;1 amino acid is fix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2]}],&quot;text&quot;:&quot;the rest are randomiz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67}},&quot;format&quot;:&quot;BETTER_TEXT&quot;,&quot;size&quot;:{&quot;x&quot;:478.5658259274376,&quot;y&quot;:55},&quot;targetSize&quot;:{&quot;x&quot;:478.5658259274376,&quot;y&quot;:55}},&quot;parent&quot;:{&quot;type&quot;:&quot;CHILD&quot;,&quot;parentId&quot;:&quot;40b7b43b-a9c5-4acb-bfad-e857503b9de6&quot;,&quot;order&quot;:&quot;655&quot;}},&quot;536f2552-e839-41fd-bbde-36f40dac8b97&quot;:{&quot;type&quot;:&quot;FIGURE_OBJECT&quot;,&quot;id&quot;:&quot;536f2552-e839-41fd-bbde-36f40dac8b97&quot;,&quot;relativeTransform&quot;:{&quot;translate&quot;:{&quot;x&quot;:-139.47065214037434,&quot;y&quot;:-17.85217579426234},&quot;rotate&quot;:0,&quot;skewX&quot;:0,&quot;scale&quot;:{&quot;x&quot;:1,&quot;y&quot;:1}},&quot;opacity&quot;:1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40b7b43b-a9c5-4acb-bfad-e857503b9de6&quot;,&quot;order&quot;:&quot;32&quot;},&quot;connectorInfo&quot;:{&quot;type&quot;:&quot;LINE&quot;,&quot;offset&quot;:{&quot;x&quot;:0,&quot;y&quot;:0},&quot;bending&quot;:0.1,&quot;customized&quot;:false}},&quot;60628765-e2f1-4552-9928-2dd46b7143d9&quot;:{&quot;type&quot;:&quot;FIGURE_OBJECT&quot;,&quot;id&quot;:&quot;60628765-e2f1-4552-9928-2dd46b7143d9&quot;,&quot;relativeTransform&quot;:{&quot;translate&quot;:{&quot;x&quot;:244.33257464592236,&quot;y&quot;:124.10860778027933},&quot;rotate&quot;:0,&quot;skewX&quot;:0,&quot;scale&quot;:{&quot;x&quot;:1,&quot;y&quot;:1}},&quot;opacity&quot;:1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35&quot;},&quot;layout&quot;:{&quot;sizeRatio&quot;:{&quot;x&quot;:0.88,&quot;y&quot;:0.88},&quot;keepAspectRatio&quot;:false}},&quot;0b62fdd4-8626-4f6e-8ce7-276cbdae2063&quot;:{&quot;id&quot;:&quot;0b62fdd4-8626-4f6e-8ce7-276cbdae2063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60628765-e2f1-4552-9928-2dd46b7143d9&quot;,&quot;order&quot;:&quot;5&quot;}},&quot;81602e43-7d7a-4052-ac6f-26bdce2153c7&quot;:{&quot;type&quot;:&quot;FIGURE_OBJECT&quot;,&quot;id&quot;:&quot;81602e43-7d7a-4052-ac6f-26bdce2153c7&quot;,&quot;relativeTransform&quot;:{&quot;translate&quot;:{&quot;x&quot;:185.63198204309947,&quot;y&quot;:180.34834730606593},&quot;rotate&quot;:0,&quot;skewX&quot;:0,&quot;scale&quot;:{&quot;x&quot;:1,&quot;y&quot;:1}},&quot;opacity&quot;:1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33&quot;},&quot;layout&quot;:{&quot;sizeRatio&quot;:{&quot;x&quot;:0.88,&quot;y&quot;:0.88},&quot;keepAspectRatio&quot;:false}},&quot;b4ac4dc3-be0f-4481-a76c-18d8a3fd1af0&quot;:{&quot;id&quot;:&quot;b4ac4dc3-be0f-4481-a76c-18d8a3fd1af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81602e43-7d7a-4052-ac6f-26bdce2153c7&quot;,&quot;order&quot;:&quot;5&quot;}},&quot;7c0a369d-7eda-4ea5-a395-472d7912d50b&quot;:{&quot;type&quot;:&quot;FIGURE_OBJECT&quot;,&quot;id&quot;:&quot;7c0a369d-7eda-4ea5-a395-472d7912d50b&quot;,&quot;relativeTransform&quot;:{&quot;translate&quot;:{&quot;x&quot;:-325.62235813286367,&quot;y&quot;:12.999435422600698},&quot;rotate&quot;:0,&quot;skewX&quot;:0,&quot;scale&quot;:{&quot;x&quot;:1,&quot;y&quot;:1}},&quot;opacity&quot;:1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625&quot;},&quot;layout&quot;:{&quot;sizeRatio&quot;:{&quot;x&quot;:0.88,&quot;y&quot;:0.88},&quot;keepAspectRatio&quot;:false}},&quot;d9234f44-f645-4551-97a2-10661ab076b4&quot;:{&quot;id&quot;:&quot;d9234f44-f645-4551-97a2-10661ab076b4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7c0a369d-7eda-4ea5-a395-472d7912d50b&quot;,&quot;order&quot;:&quot;5&quot;}},&quot;47f18287-c00f-4f9d-adfe-7f64b4b9208f&quot;:{&quot;id&quot;:&quot;47f18287-c00f-4f9d-adfe-7f64b4b9208f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40b7b43b-a9c5-4acb-bfad-e857503b9de6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f9ce9e0-1fe0-40fd-827f-57b34a8b5a2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f9ce9e0-1fe0-40fd-827f-57b34a8b5a2e&quot;:{&quot;type&quot;:&quot;FIGURE_OBJECT&quot;,&quot;id&quot;:&quot;2f9ce9e0-1fe0-40fd-827f-57b34a8b5a2e&quot;,&quot;relativeTransform&quot;:{&quot;translate&quot;:{&quot;x&quot;:242.42989617203114,&quot;y&quot;:-299.28184858174234},&quot;rotate&quot;:0,&quot;skewX&quot;:0,&quot;scale&quot;:{&quot;x&quot;:1,&quot;y&quot;:1}},&quot;opacity&quot;:1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40b7b43b-a9c5-4acb-bfad-e857503b9de6&quot;,&quot;order&quot;:&quot;26&quot;},&quot;layout&quot;:{&quot;sizeRatio&quot;:{&quot;x&quot;:0.88,&quot;y&quot;:0.88},&quot;keepAspectRatio&quot;:false}},&quot;62e2fa6d-168c-4721-b2ec-9adf6f0b70c3&quot;:{&quot;id&quot;:&quot;62e2fa6d-168c-4721-b2ec-9adf6f0b70c3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2f9ce9e0-1fe0-40fd-827f-57b34a8b5a2e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536f2552-e839-41fd-bbde-36f40dac8b9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36f2552-e839-41fd-bbde-36f40dac8b97&quot;:{&quot;type&quot;:&quot;FIGURE_OBJECT&quot;,&quot;id&quot;:&quot;536f2552-e839-41fd-bbde-36f40dac8b97&quot;,&quot;relativeTransform&quot;:{&quot;translate&quot;:{&quot;x&quot;:-139.47065214037434,&quot;y&quot;:-17.85217579426234},&quot;rotate&quot;:0,&quot;skewX&quot;:0,&quot;scale&quot;:{&quot;x&quot;:1,&quot;y&quot;:1}},&quot;opacity&quot;:1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40b7b43b-a9c5-4acb-bfad-e857503b9de6&quot;,&quot;order&quot;:&quot;32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81602e43-7d7a-4052-ac6f-26bdce2153c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1602e43-7d7a-4052-ac6f-26bdce2153c7&quot;:{&quot;type&quot;:&quot;FIGURE_OBJECT&quot;,&quot;id&quot;:&quot;81602e43-7d7a-4052-ac6f-26bdce2153c7&quot;,&quot;relativeTransform&quot;:{&quot;translate&quot;:{&quot;x&quot;:185.63198204309947,&quot;y&quot;:180.34834730606593},&quot;rotate&quot;:0,&quot;skewX&quot;:0,&quot;scale&quot;:{&quot;x&quot;:1,&quot;y&quot;:1}},&quot;opacity&quot;:1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33&quot;},&quot;layout&quot;:{&quot;sizeRatio&quot;:{&quot;x&quot;:0.88,&quot;y&quot;:0.88},&quot;keepAspectRatio&quot;:false}},&quot;b4ac4dc3-be0f-4481-a76c-18d8a3fd1af0&quot;:{&quot;id&quot;:&quot;b4ac4dc3-be0f-4481-a76c-18d8a3fd1af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81602e43-7d7a-4052-ac6f-26bdce2153c7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0628765-e2f1-4552-9928-2dd46b7143d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0628765-e2f1-4552-9928-2dd46b7143d9&quot;:{&quot;type&quot;:&quot;FIGURE_OBJECT&quot;,&quot;id&quot;:&quot;60628765-e2f1-4552-9928-2dd46b7143d9&quot;,&quot;relativeTransform&quot;:{&quot;translate&quot;:{&quot;x&quot;:244.33257464592236,&quot;y&quot;:124.10860778027933},&quot;rotate&quot;:0,&quot;skewX&quot;:0,&quot;scale&quot;:{&quot;x&quot;:1,&quot;y&quot;:1}},&quot;opacity&quot;:1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35&quot;},&quot;layout&quot;:{&quot;sizeRatio&quot;:{&quot;x&quot;:0.88,&quot;y&quot;:0.88},&quot;keepAspectRatio&quot;:false}},&quot;0b62fdd4-8626-4f6e-8ce7-276cbdae2063&quot;:{&quot;id&quot;:&quot;0b62fdd4-8626-4f6e-8ce7-276cbdae2063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60628765-e2f1-4552-9928-2dd46b7143d9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5a5c19bc-ae4e-4a30-bccd-b40d6af0ac3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a5c19bc-ae4e-4a30-bccd-b40d6af0ac38&quot;:{&quot;type&quot;:&quot;FIGURE_OBJECT&quot;,&quot;id&quot;:&quot;5a5c19bc-ae4e-4a30-bccd-b40d6af0ac38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40b7b43b-a9c5-4acb-bfad-e857503b9de6&quot;,&quot;order&quot;:&quot;4&quot;},&quot;relativeTransform&quot;:{&quot;translate&quot;:{&quot;x&quot;:192.07722117334276,&quot;y&quot;:22.396947906672196},&quot;rotate&quot;:0},&quot;opacity&quot;:0.28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cded7bcb-d8f7-4a3a-b76b-3e7bfbe6ec8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ded7bcb-d8f7-4a3a-b76b-3e7bfbe6ec83&quot;:{&quot;type&quot;:&quot;FIGURE_OBJECT&quot;,&quot;id&quot;:&quot;cded7bcb-d8f7-4a3a-b76b-3e7bfbe6ec83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40b7b43b-a9c5-4acb-bfad-e857503b9de6&quot;,&quot;order&quot;:&quot;4&quot;},&quot;relativeTransform&quot;:{&quot;translate&quot;:{&quot;x&quot;:193.6543547075996,&quot;y&quot;:-126.07754914956907},&quot;rotate&quot;:0,&quot;skewX&quot;:0,&quot;scale&quot;:{&quot;x&quot;:1,&quot;y&quot;:1}},&quot;opacity&quot;:0.28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92b8d5df-2d8c-420d-876f-e05751c599b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2b8d5df-2d8c-420d-876f-e05751c599b9&quot;:{&quot;type&quot;:&quot;FIGURE_OBJECT&quot;,&quot;id&quot;:&quot;92b8d5df-2d8c-420d-876f-e05751c599b9&quot;,&quot;parent&quot;:{&quot;type&quot;:&quot;CHILD&quot;,&quot;parentId&quot;:&quot;40b7b43b-a9c5-4acb-bfad-e857503b9de6&quot;,&quot;order&quot;:&quot;58&quot;},&quot;relativeTransform&quot;:{&quot;translate&quot;:{&quot;x&quot;:-131.94595436463368,&quot;y&quot;:-17.988942114567976},&quot;rotate&quot;:0}},&quot;f7228fd6-d832-48da-8adc-c3210102cdb5&quot;:{&quot;type&quot;:&quot;FIGURE_OBJECT&quot;,&quot;id&quot;:&quot;f7228fd6-d832-48da-8adc-c3210102cdb5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2b8d5df-2d8c-420d-876f-e05751c599b9&quot;,&quot;order&quot;:&quot;2&quot;},&quot;connectorInfo&quot;:{&quot;type&quot;:&quot;ELBOW&quot;,&quot;offset&quot;:{&quot;x&quot;:0,&quot;y&quot;:0},&quot;bending&quot;:0.1,&quot;customized&quot;:true}},&quot;c6d6088d-6f01-41c4-91a8-fb1cf9cc29d9&quot;:{&quot;type&quot;:&quot;FIGURE_OBJECT&quot;,&quot;id&quot;:&quot;c6d6088d-6f01-41c4-91a8-fb1cf9cc29d9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2b8d5df-2d8c-420d-876f-e05751c599b9&quot;,&quot;order&quot;:&quot;5&quot;},&quot;connectorInfo&quot;:{&quot;type&quot;:&quot;ELBOW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7c0a369d-7eda-4ea5-a395-472d7912d50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c0a369d-7eda-4ea5-a395-472d7912d50b&quot;:{&quot;type&quot;:&quot;FIGURE_OBJECT&quot;,&quot;id&quot;:&quot;7c0a369d-7eda-4ea5-a395-472d7912d50b&quot;,&quot;relativeTransform&quot;:{&quot;translate&quot;:{&quot;x&quot;:-325.62235813286367,&quot;y&quot;:12.999435422600698},&quot;rotate&quot;:0,&quot;skewX&quot;:0,&quot;scale&quot;:{&quot;x&quot;:1,&quot;y&quot;:1}},&quot;opacity&quot;:1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625&quot;},&quot;layout&quot;:{&quot;sizeRatio&quot;:{&quot;x&quot;:0.88,&quot;y&quot;:0.88},&quot;keepAspectRatio&quot;:false}},&quot;d9234f44-f645-4551-97a2-10661ab076b4&quot;:{&quot;id&quot;:&quot;d9234f44-f645-4551-97a2-10661ab076b4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7c0a369d-7eda-4ea5-a395-472d7912d50b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ed2d3bfe-9ec7-4a66-8585-d7907a7cb64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d2d3bfe-9ec7-4a66-8585-d7907a7cb644&quot;:{&quot;type&quot;:&quot;FIGURE_OBJECT&quot;,&quot;id&quot;:&quot;ed2d3bfe-9ec7-4a66-8585-d7907a7cb644&quot;,&quot;relativeTransform&quot;:{&quot;translate&quot;:{&quot;x&quot;:-333.07561871344126,&quot;y&quot;:-299.28184858174234},&quot;rotate&quot;:0,&quot;skewX&quot;:0,&quot;scale&quot;:{&quot;x&quot;:1,&quot;y&quot;:1}},&quot;opacity&quot;:1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40b7b43b-a9c5-4acb-bfad-e857503b9de6&quot;,&quot;order&quot;:&quot;92&quot;},&quot;layout&quot;:{&quot;sizeRatio&quot;:{&quot;x&quot;:0.88,&quot;y&quot;:0.88},&quot;keepAspectRatio&quot;:false}},&quot;e93a84a1-64ad-49e4-8e0c-58b0429fd0c5&quot;:{&quot;id&quot;:&quot;e93a84a1-64ad-49e4-8e0c-58b0429fd0c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ed2d3bfe-9ec7-4a66-8585-d7907a7cb644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4d7171a-b812-4e40-b561-c1448d312cc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4d7171a-b812-4e40-b561-c1448d312ccb&quot;:{&quot;type&quot;:&quot;FIGURE_OBJECT&quot;,&quot;id&quot;:&quot;64d7171a-b812-4e40-b561-c1448d312ccb&quot;,&quot;parent&quot;:{&quot;type&quot;:&quot;CHILD&quot;,&quot;parentId&quot;:&quot;40b7b43b-a9c5-4acb-bfad-e857503b9de6&quot;,&quot;order&quot;:&quot;9967&quot;},&quot;relativeTransform&quot;:{&quot;translate&quot;:{&quot;x&quot;:98.80993547241178,&quot;y&quot;:-24.298610447199252},&quot;rotate&quot;:0,&quot;skewX&quot;:0,&quot;scale&quot;:{&quot;x&quot;:1,&quot;y&quot;:1}}},&quot;be38fb8c-d4ee-4764-b581-a6e5f8550c75&quot;:{&quot;id&quot;:&quot;be38fb8c-d4ee-4764-b581-a6e5f8550c75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64d7171a-b812-4e40-b561-c1448d312ccb&quot;,&quot;order&quot;:&quot;5&quot;}},&quot;abb5dfcc-70e5-43b3-8b59-1707bd853d2c&quot;:{&quot;id&quot;:&quot;abb5dfcc-70e5-43b3-8b59-1707bd853d2c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64d7171a-b812-4e40-b561-c1448d312ccb&quot;,&quot;order&quot;:&quot;51&quot;}},&quot;df44ce04-950f-4875-a507-b96d5e882aec&quot;:{&quot;id&quot;:&quot;df44ce04-950f-4875-a507-b96d5e882aec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64d7171a-b812-4e40-b561-c1448d312ccb&quot;,&quot;order&quot;:&quot;52&quot;}},&quot;5aefcc44-6bdb-46f2-a3dd-16a634b2088d&quot;:{&quot;id&quot;:&quot;5aefcc44-6bdb-46f2-a3dd-16a634b2088d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64d7171a-b812-4e40-b561-c1448d312ccb&quot;,&quot;order&quot;:&quot;55&quot;}},&quot;38e8699e-4799-4745-b313-5ad780a7590a&quot;:{&quot;id&quot;:&quot;38e8699e-4799-4745-b313-5ad780a7590a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64d7171a-b812-4e40-b561-c1448d312ccb&quot;,&quot;order&quot;:&quot;56&quot;}},&quot;7f2df8f8-9141-450e-a73b-fd1b8222be42&quot;:{&quot;id&quot;:&quot;7f2df8f8-9141-450e-a73b-fd1b8222be42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64d7171a-b812-4e40-b561-c1448d312ccb&quot;,&quot;order&quot;:&quot;57&quot;}},&quot;1645778b-d58f-4a23-86af-cddb8516a8c4&quot;:{&quot;id&quot;:&quot;1645778b-d58f-4a23-86af-cddb8516a8c4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64d7171a-b812-4e40-b561-c1448d312ccb&quot;,&quot;order&quot;:&quot;6&quot;}},&quot;35bedec0-a07b-4548-a73c-dc500b63392d&quot;:{&quot;id&quot;:&quot;35bedec0-a07b-4548-a73c-dc500b63392d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64d7171a-b812-4e40-b561-c1448d312ccb&quot;,&quot;order&quot;:&quot;61&quot;}},&quot;1a2c7e54-39bb-44ea-9b28-6ecd1f7da896&quot;:{&quot;id&quot;:&quot;1a2c7e54-39bb-44ea-9b28-6ecd1f7da896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64d7171a-b812-4e40-b561-c1448d312ccb&quot;,&quot;order&quot;:&quot;62&quot;}},&quot;fbc2d6ec-2138-4ef1-ada6-160b9653c067&quot;:{&quot;id&quot;:&quot;fbc2d6ec-2138-4ef1-ada6-160b9653c067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64d7171a-b812-4e40-b561-c1448d312ccb&quot;,&quot;order&quot;:&quot;65&quot;}},&quot;26c813d6-d0c2-4b21-998b-2e1a94d6dd06&quot;:{&quot;id&quot;:&quot;26c813d6-d0c2-4b21-998b-2e1a94d6dd06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64d7171a-b812-4e40-b561-c1448d312ccb&quot;,&quot;order&quot;:&quot;66&quot;}},&quot;0f99e648-1ac9-480d-8498-46c4fb607e7e&quot;:{&quot;id&quot;:&quot;0f99e648-1ac9-480d-8498-46c4fb607e7e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64d7171a-b812-4e40-b561-c1448d312ccb&quot;,&quot;order&quot;:&quot;67&quot;}},&quot;03f8d246-a6cb-4888-9bd4-4818a5d1cdbc&quot;:{&quot;id&quot;:&quot;03f8d246-a6cb-4888-9bd4-4818a5d1cdbc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64d7171a-b812-4e40-b561-c1448d312ccb&quot;,&quot;order&quot;:&quot;7&quot;}},&quot;e2383c88-2ec0-46db-a9d7-35fed1253c44&quot;:{&quot;id&quot;:&quot;e2383c88-2ec0-46db-a9d7-35fed1253c44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64d7171a-b812-4e40-b561-c1448d312ccb&quot;,&quot;order&quot;:&quot;71&quot;}},&quot;b265c734-2263-4e5d-8bdc-f227f10fcab7&quot;:{&quot;id&quot;:&quot;b265c734-2263-4e5d-8bdc-f227f10fcab7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64d7171a-b812-4e40-b561-c1448d312ccb&quot;,&quot;order&quot;:&quot;72&quot;}},&quot;671cffcc-9311-4faa-ab84-145f6d8256c4&quot;:{&quot;id&quot;:&quot;671cffcc-9311-4faa-ab84-145f6d8256c4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64d7171a-b812-4e40-b561-c1448d312ccb&quot;,&quot;order&quot;:&quot;75&quot;}},&quot;3d5defb3-a600-43e8-8ea3-d3ee5d8ac70e&quot;:{&quot;id&quot;:&quot;3d5defb3-a600-43e8-8ea3-d3ee5d8ac70e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64d7171a-b812-4e40-b561-c1448d312ccb&quot;,&quot;order&quot;:&quot;76&quot;}},&quot;9078bddb-77e4-418f-b07c-6226d052668f&quot;:{&quot;id&quot;:&quot;9078bddb-77e4-418f-b07c-6226d052668f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64d7171a-b812-4e40-b561-c1448d312ccb&quot;,&quot;order&quot;:&quot;77&quot;}},&quot;df56bfc2-3140-4b02-86a1-cf33322bd0cd&quot;:{&quot;id&quot;:&quot;df56bfc2-3140-4b02-86a1-cf33322bd0cd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64d7171a-b812-4e40-b561-c1448d312ccb&quot;,&quot;order&quot;:&quot;8&quot;}},&quot;8299a068-c96c-468f-9532-078e72596444&quot;:{&quot;id&quot;:&quot;8299a068-c96c-468f-9532-078e72596444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64d7171a-b812-4e40-b561-c1448d312ccb&quot;,&quot;order&quot;:&quot;82&quot;}},&quot;e9e48b38-0d7a-4200-ba4c-b0df70714bb8&quot;:{&quot;id&quot;:&quot;e9e48b38-0d7a-4200-ba4c-b0df70714bb8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64d7171a-b812-4e40-b561-c1448d312ccb&quot;,&quot;order&quot;:&quot;85&quot;}},&quot;f39819e0-af7a-4ba6-855a-147a8bf2c95b&quot;:{&quot;id&quot;:&quot;f39819e0-af7a-4ba6-855a-147a8bf2c95b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64d7171a-b812-4e40-b561-c1448d312ccb&quot;,&quot;order&quot;:&quot;9&quot;}},&quot;dad92fa5-c2a6-4ff0-9e1c-5b13ba3e1bd3&quot;:{&quot;id&quot;:&quot;dad92fa5-c2a6-4ff0-9e1c-5b13ba3e1bd3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64d7171a-b812-4e40-b561-c1448d312ccb&quot;,&quot;order&quot;:&quot;95&quot;}},&quot;689656f4-44dd-4733-9ffc-457fec5e9a7b&quot;:{&quot;type&quot;:&quot;FIGURE_OBJECT&quot;,&quot;id&quot;:&quot;689656f4-44dd-4733-9ffc-457fec5e9a7b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4c07cbe-36af-4c07-b429-16fb76f6a63c&quot;:{&quot;type&quot;:&quot;FIGURE_OBJECT&quot;,&quot;id&quot;:&quot;24c07cbe-36af-4c07-b429-16fb76f6a63c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d71cd00e-31e0-48aa-8eb0-4ee8645c6979&quot;:{&quot;type&quot;:&quot;FIGURE_OBJECT&quot;,&quot;id&quot;:&quot;d71cd00e-31e0-48aa-8eb0-4ee8645c6979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12bd09d7-eca4-4c60-8cc8-35a0301ca919&quot;:{&quot;type&quot;:&quot;FIGURE_OBJECT&quot;,&quot;id&quot;:&quot;12bd09d7-eca4-4c60-8cc8-35a0301ca919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a9802bb4-bd74-4705-a6ad-a1c46e16042b&quot;:{&quot;type&quot;:&quot;FIGURE_OBJECT&quot;,&quot;id&quot;:&quot;a9802bb4-bd74-4705-a6ad-a1c46e16042b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1a312c91-e71a-4300-9d99-4c3f50752c16&quot;:{&quot;type&quot;:&quot;FIGURE_OBJECT&quot;,&quot;id&quot;:&quot;1a312c91-e71a-4300-9d99-4c3f50752c16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75ea9970-d3d1-4be0-a37b-10fcf5984b28&quot;:{&quot;type&quot;:&quot;FIGURE_OBJECT&quot;,&quot;id&quot;:&quot;75ea9970-d3d1-4be0-a37b-10fcf5984b28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64d7171a-b812-4e40-b561-c1448d312ccb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26ee61a3-665e-46e7-a6e6-6fa663f6790e&quot;:{&quot;type&quot;:&quot;FIGURE_OBJECT&quot;,&quot;id&quot;:&quot;26ee61a3-665e-46e7-a6e6-6fa663f6790e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b09be473-501a-4701-bbba-53820ff22b2c&quot;:{&quot;type&quot;:&quot;FIGURE_OBJECT&quot;,&quot;id&quot;:&quot;b09be473-501a-4701-bbba-53820ff22b2c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d0fa1577-945e-44b3-98e4-552753f50c13&quot;:{&quot;type&quot;:&quot;FIGURE_OBJECT&quot;,&quot;id&quot;:&quot;d0fa1577-945e-44b3-98e4-552753f50c13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23e28625-34ec-4edc-b708-9e19e69b057e&quot;:{&quot;type&quot;:&quot;FIGURE_OBJECT&quot;,&quot;id&quot;:&quot;23e28625-34ec-4edc-b708-9e19e69b057e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1c042d81-8067-4b48-af37-37780e9e16f9&quot;:{&quot;type&quot;:&quot;FIGURE_OBJECT&quot;,&quot;id&quot;:&quot;1c042d81-8067-4b48-af37-37780e9e16f9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2221815-c101-42c2-9eb2-f91451f73ef7&quot;:{&quot;type&quot;:&quot;FIGURE_OBJECT&quot;,&quot;id&quot;:&quot;22221815-c101-42c2-9eb2-f91451f73ef7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405e47e1-0919-4642-9eac-937023e3445b&quot;:{&quot;type&quot;:&quot;FIGURE_OBJECT&quot;,&quot;id&quot;:&quot;405e47e1-0919-4642-9eac-937023e3445b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3c44e47a-2cc8-4a46-a415-2bf5af5b0e1b&quot;:{&quot;type&quot;:&quot;FIGURE_OBJECT&quot;,&quot;id&quot;:&quot;3c44e47a-2cc8-4a46-a415-2bf5af5b0e1b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1442b6a2-b475-421d-b411-f6be19b90707&quot;:{&quot;type&quot;:&quot;FIGURE_OBJECT&quot;,&quot;id&quot;:&quot;1442b6a2-b475-421d-b411-f6be19b90707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35cedcdc-5b0b-475d-9806-451a38d2d34d&quot;:{&quot;type&quot;:&quot;FIGURE_OBJECT&quot;,&quot;id&quot;:&quot;35cedcdc-5b0b-475d-9806-451a38d2d34d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7d7ddcb1-7220-4f69-9a23-cca293a79453&quot;:{&quot;type&quot;:&quot;FIGURE_OBJECT&quot;,&quot;id&quot;:&quot;7d7ddcb1-7220-4f69-9a23-cca293a79453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052a30ec-f68d-41c1-a71d-5adc039e8c54&quot;:{&quot;type&quot;:&quot;FIGURE_OBJECT&quot;,&quot;id&quot;:&quot;052a30ec-f68d-41c1-a71d-5adc039e8c54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751e1af1-2da9-4244-ab7d-bc1b966c49d4&quot;:{&quot;type&quot;:&quot;FIGURE_OBJECT&quot;,&quot;id&quot;:&quot;751e1af1-2da9-4244-ab7d-bc1b966c49d4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b0ae2a6c-0797-446b-97e0-7006766df7a2&quot;:{&quot;type&quot;:&quot;FIGURE_OBJECT&quot;,&quot;id&quot;:&quot;b0ae2a6c-0797-446b-97e0-7006766df7a2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1efa590c-1e7b-434b-aa31-ca35391584e5&quot;:{&quot;type&quot;:&quot;FIGURE_OBJECT&quot;,&quot;id&quot;:&quot;1efa590c-1e7b-434b-aa31-ca35391584e5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38ebf9f7-a49f-45ab-ac2a-67c97419136d&quot;:{&quot;type&quot;:&quot;FIGURE_OBJECT&quot;,&quot;id&quot;:&quot;38ebf9f7-a49f-45ab-ac2a-67c97419136d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64d7171a-b812-4e40-b561-c1448d312ccb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465abec1-205b-4a3e-90c5-b5e3151195e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65abec1-205b-4a3e-90c5-b5e3151195e5&quot;:{&quot;type&quot;:&quot;FIGURE_OBJECT&quot;,&quot;id&quot;:&quot;465abec1-205b-4a3e-90c5-b5e3151195e5&quot;,&quot;parent&quot;:{&quot;type&quot;:&quot;CHILD&quot;,&quot;parentId&quot;:&quot;40b7b43b-a9c5-4acb-bfad-e857503b9de6&quot;,&quot;order&quot;:&quot;9998&quot;},&quot;relativeTransform&quot;:{&quot;translate&quot;:{&quot;x&quot;:-447.26445110259164,&quot;y&quot;:-363.1311734908486},&quot;rotate&quot;:-1.5707963267948966,&quot;skewX&quot;:0,&quot;scale&quot;:{&quot;x&quot;:1,&quot;y&quot;:1}}},&quot;f8b99ac4-f5c2-4ca0-9122-d3bce1c51a8c&quot;:{&quot;type&quot;:&quot;FIGURE_OBJECT&quot;,&quot;id&quot;:&quot;f8b99ac4-f5c2-4ca0-9122-d3bce1c51a8c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465abec1-205b-4a3e-90c5-b5e3151195e5&quot;,&quot;order&quot;:&quot;1&quot;},&quot;layout&quot;:{&quot;sizeRatio&quot;:{&quot;x&quot;:0.7071067811865476,&quot;y&quot;:0.7071067811865476},&quot;keepAspectRatio&quot;:true}},&quot;88bb081c-c5ff-4756-972c-0e38c33622d5&quot;:{&quot;id&quot;:&quot;88bb081c-c5ff-4756-972c-0e38c33622d5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f8b99ac4-f5c2-4ca0-9122-d3bce1c51a8c&quot;,&quot;order&quot;:&quot;5&quot;}},&quot;df671950-6a12-4dc8-8f2c-2931fac2fedd&quot;:{&quot;type&quot;:&quot;FIGURE_OBJECT&quot;,&quot;id&quot;:&quot;df671950-6a12-4dc8-8f2c-2931fac2fedd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2&quot;},&quot;layout&quot;:{&quot;sizeRatio&quot;:{&quot;x&quot;:0.7071067811865476,&quot;y&quot;:0.7071067811865476},&quot;keepAspectRatio&quot;:true}},&quot;7efb80d6-1b48-4e0a-ad57-e13ae5f3d819&quot;:{&quot;id&quot;:&quot;7efb80d6-1b48-4e0a-ad57-e13ae5f3d819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df671950-6a12-4dc8-8f2c-2931fac2fedd&quot;,&quot;order&quot;:&quot;5&quot;}},&quot;5540193c-681f-4dbd-9f56-66e110a86e57&quot;:{&quot;type&quot;:&quot;FIGURE_OBJECT&quot;,&quot;id&quot;:&quot;5540193c-681f-4dbd-9f56-66e110a86e57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465abec1-205b-4a3e-90c5-b5e3151195e5&quot;,&quot;order&quot;:&quot;25&quot;},&quot;layout&quot;:{&quot;sizeRatio&quot;:{&quot;x&quot;:0.7071067811865476,&quot;y&quot;:0.7071067811865476},&quot;keepAspectRatio&quot;:true}},&quot;5e3ed2f8-61b8-42d2-9917-23d0955d5328&quot;:{&quot;id&quot;:&quot;5e3ed2f8-61b8-42d2-9917-23d0955d5328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5540193c-681f-4dbd-9f56-66e110a86e57&quot;,&quot;order&quot;:&quot;5&quot;}},&quot;97df14bb-3604-4bca-9de4-59276044aa16&quot;:{&quot;type&quot;:&quot;FIGURE_OBJECT&quot;,&quot;id&quot;:&quot;97df14bb-3604-4bca-9de4-59276044aa16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465abec1-205b-4a3e-90c5-b5e3151195e5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f9907c35-a7d7-40c7-adb0-fe1b8aa004e7&quot;:{&quot;type&quot;:&quot;FIGURE_OBJECT&quot;,&quot;id&quot;:&quot;f9907c35-a7d7-40c7-adb0-fe1b8aa004e7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3&quot;},&quot;layout&quot;:{&quot;sizeRatio&quot;:{&quot;x&quot;:0.7071067811865476,&quot;y&quot;:0.7071067811865476},&quot;keepAspectRatio&quot;:true}},&quot;b386a3c7-3cc0-4804-ba5e-0c061734b578&quot;:{&quot;id&quot;:&quot;b386a3c7-3cc0-4804-ba5e-0c061734b578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9907c35-a7d7-40c7-adb0-fe1b8aa004e7&quot;,&quot;order&quot;:&quot;5&quot;}},&quot;c52e4751-abeb-4cb2-8db4-8ca97ca36d68&quot;:{&quot;type&quot;:&quot;FIGURE_OBJECT&quot;,&quot;id&quot;:&quot;c52e4751-abeb-4cb2-8db4-8ca97ca36d68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5&quot;},&quot;layout&quot;:{&quot;sizeRatio&quot;:{&quot;x&quot;:0.7071067811865476,&quot;y&quot;:0.7071067811865476},&quot;keepAspectRatio&quot;:true}},&quot;e98556ac-fbab-4156-a312-9edd653d9a29&quot;:{&quot;id&quot;:&quot;e98556ac-fbab-4156-a312-9edd653d9a29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c52e4751-abeb-4cb2-8db4-8ca97ca36d68&quot;,&quot;order&quot;:&quot;5&quot;}},&quot;6652b343-1fa3-481c-b2b9-1b2bb7ae7c41&quot;:{&quot;type&quot;:&quot;FIGURE_OBJECT&quot;,&quot;id&quot;:&quot;6652b343-1fa3-481c-b2b9-1b2bb7ae7c41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465abec1-205b-4a3e-90c5-b5e3151195e5&quot;,&quot;order&quot;:&quot;55&quot;},&quot;layout&quot;:{&quot;sizeRatio&quot;:{&quot;x&quot;:0.7071067811865476,&quot;y&quot;:0.7071067811865476},&quot;keepAspectRatio&quot;:true}},&quot;4b254d42-7e4e-412e-a9b1-7e2d03be61fa&quot;:{&quot;id&quot;:&quot;4b254d42-7e4e-412e-a9b1-7e2d03be61fa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6652b343-1fa3-481c-b2b9-1b2bb7ae7c41&quot;,&quot;order&quot;:&quot;5&quot;}},&quot;4c50fbcb-57ef-43e1-a8fa-41b7b9ac1b8e&quot;:{&quot;type&quot;:&quot;FIGURE_OBJECT&quot;,&quot;id&quot;:&quot;4c50fbcb-57ef-43e1-a8fa-41b7b9ac1b8e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465abec1-205b-4a3e-90c5-b5e3151195e5&quot;,&quot;order&quot;:&quot;6&quot;},&quot;layout&quot;:{&quot;sizeRatio&quot;:{&quot;x&quot;:0.7071067811865476,&quot;y&quot;:0.7071067811865476},&quot;keepAspectRatio&quot;:true}},&quot;212dd770-63b6-4357-9791-65815e115a72&quot;:{&quot;id&quot;:&quot;212dd770-63b6-4357-9791-65815e115a72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4c50fbcb-57ef-43e1-a8fa-41b7b9ac1b8e&quot;,&quot;order&quot;:&quot;5&quot;}},&quot;2412fb89-6c5a-47a6-bec8-69d68760b05a&quot;:{&quot;type&quot;:&quot;FIGURE_OBJECT&quot;,&quot;id&quot;:&quot;2412fb89-6c5a-47a6-bec8-69d68760b05a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465abec1-205b-4a3e-90c5-b5e3151195e5&quot;,&quot;order&quot;:&quot;7&quot;},&quot;layout&quot;:{&quot;sizeRatio&quot;:{&quot;x&quot;:0.7071067811865476,&quot;y&quot;:0.7071067811865476},&quot;keepAspectRatio&quot;:true}},&quot;d6292d19-31ca-4420-a2eb-3d9341c9feba&quot;:{&quot;id&quot;:&quot;d6292d19-31ca-4420-a2eb-3d9341c9feb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2412fb89-6c5a-47a6-bec8-69d68760b05a&quot;,&quot;order&quot;:&quot;5&quot;}},&quot;eaa5c1b8-db94-475c-acdd-0a67f79787c0&quot;:{&quot;type&quot;:&quot;FIGURE_OBJECT&quot;,&quot;id&quot;:&quot;eaa5c1b8-db94-475c-acdd-0a67f79787c0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465abec1-205b-4a3e-90c5-b5e3151195e5&quot;,&quot;order&quot;:&quot;8&quot;},&quot;layout&quot;:{&quot;sizeRatio&quot;:{&quot;x&quot;:0.7071067811865476,&quot;y&quot;:0.7071067811865476},&quot;keepAspectRatio&quot;:true}},&quot;45abda96-afee-426f-aef1-25913bb49999&quot;:{&quot;id&quot;:&quot;45abda96-afee-426f-aef1-25913bb49999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eaa5c1b8-db94-475c-acdd-0a67f79787c0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c77240b-c930-4e06-b6bb-6715cb8f713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c77240b-c930-4e06-b6bb-6715cb8f7131&quot;:{&quot;type&quot;:&quot;FIGURE_OBJECT&quot;,&quot;id&quot;:&quot;6c77240b-c930-4e06-b6bb-6715cb8f7131&quot;,&quot;relativeTransform&quot;:{&quot;translate&quot;:{&quot;x&quot;:-528.838992741979,&quot;y&quot;:-94.2274757892396},&quot;rotate&quot;:-1.570796326794897,&quot;skewX&quot;:0,&quot;scale&quot;:{&quot;x&quot;:1,&quot;y&quot;:1}},&quot;opacity&quot;:1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40b7b43b-a9c5-4acb-bfad-e857503b9de6&quot;,&quot;order&quot;:&quot;9999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ed6e51d9-f04f-40a2-8a32-3aceae9f3ac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d6e51d9-f04f-40a2-8a32-3aceae9f3ac5&quot;:{&quot;type&quot;:&quot;FIGURE_OBJECT&quot;,&quot;id&quot;:&quot;ed6e51d9-f04f-40a2-8a32-3aceae9f3ac5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1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40b7b43b-a9c5-4acb-bfad-e857503b9de6&quot;,&quot;order&quot;:&quot;99995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8191ac4-1e37-4527-adc5-ddaace0a0d1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8191ac4-1e37-4527-adc5-ddaace0a0d1d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68191ac4-1e37-4527-adc5-ddaace0a0d1d&quot;,&quot;opacity&quot;:1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40b7b43b-a9c5-4acb-bfad-e857503b9de6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894e48c-157c-4d44-8378-758ca722348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894e48c-157c-4d44-8378-758ca7223489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6894e48c-157c-4d44-8378-758ca7223489&quot;,&quot;opacity&quot;:1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40b7b43b-a9c5-4acb-bfad-e857503b9de6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5683dfc2-4169-4608-bd3e-e5512853f18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683dfc2-4169-4608-bd3e-e5512853f185&quot;:{&quot;type&quot;:&quot;FIGURE_OBJECT&quot;,&quot;id&quot;:&quot;5683dfc2-4169-4608-bd3e-e5512853f185&quot;,&quot;parent&quot;:{&quot;type&quot;:&quot;CHILD&quot;,&quot;parentId&quot;:&quot;40b7b43b-a9c5-4acb-bfad-e857503b9de6&quot;,&quot;order&quot;:&quot;99999999998&quot;},&quot;relativeTransform&quot;:{&quot;translate&quot;:{&quot;x&quot;:27.327192973110066,&quot;y&quot;:-26.0373139648472},&quot;rotate&quot;:0,&quot;skewX&quot;:0,&quot;scale&quot;:{&quot;x&quot;:1,&quot;y&quot;:1}}},&quot;fcd8ba7c-5857-4c51-bf8b-47d54aa33cd6&quot;:{&quot;type&quot;:&quot;FIGURE_OBJECT&quot;,&quot;id&quot;:&quot;fcd8ba7c-5857-4c51-bf8b-47d54aa33cd6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5683dfc2-4169-4608-bd3e-e5512853f185&quot;,&quot;order&quot;:&quot;01&quot;}},&quot;799c8635-2096-436c-8903-881141fda337&quot;:{&quot;type&quot;:&quot;FIGURE_OBJECT&quot;,&quot;id&quot;:&quot;799c8635-2096-436c-8903-881141fda337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03&quot;}},&quot;f6d3176a-4dca-4cf1-a544-b54e68f4fb9b&quot;:{&quot;type&quot;:&quot;FIGURE_OBJECT&quot;,&quot;id&quot;:&quot;f6d3176a-4dca-4cf1-a544-b54e68f4fb9b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06&quot;}},&quot;2fdabfc8-c935-43c7-bdc4-9bb6b04f02ea&quot;:{&quot;type&quot;:&quot;FIGURE_OBJECT&quot;,&quot;id&quot;:&quot;2fdabfc8-c935-43c7-bdc4-9bb6b04f02ea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5683dfc2-4169-4608-bd3e-e5512853f185&quot;,&quot;order&quot;:&quot;07&quot;}},&quot;d30b85cb-3951-4548-8a43-9a751970fba1&quot;:{&quot;type&quot;:&quot;FIGURE_OBJECT&quot;,&quot;id&quot;:&quot;d30b85cb-3951-4548-8a43-9a751970fba1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683dfc2-4169-4608-bd3e-e5512853f185&quot;,&quot;order&quot;:&quot;08&quot;}},&quot;8e290ee0-0fbe-4226-9195-3cc0d577f37f&quot;:{&quot;type&quot;:&quot;FIGURE_OBJECT&quot;,&quot;id&quot;:&quot;8e290ee0-0fbe-4226-9195-3cc0d577f37f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&quot;}},&quot;c5442362-b016-4bd9-ad54-0bcc2ec7de89&quot;:{&quot;type&quot;:&quot;FIGURE_OBJECT&quot;,&quot;id&quot;:&quot;c5442362-b016-4bd9-ad54-0bcc2ec7de89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1&quot;}},&quot;d1aece7f-a3d1-4d57-a17c-ec2ef399ea08&quot;:{&quot;type&quot;:&quot;FIGURE_OBJECT&quot;,&quot;id&quot;:&quot;d1aece7f-a3d1-4d57-a17c-ec2ef399ea08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2&quot;}},&quot;96b805c8-6f9a-4c09-a1d8-c8650dbdd2a0&quot;:{&quot;type&quot;:&quot;FIGURE_OBJECT&quot;,&quot;id&quot;:&quot;96b805c8-6f9a-4c09-a1d8-c8650dbdd2a0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5&quot;}},&quot;80b867a2-49c0-4947-afab-2b6332b0d50e&quot;:{&quot;type&quot;:&quot;FIGURE_OBJECT&quot;,&quot;id&quot;:&quot;80b867a2-49c0-4947-afab-2b6332b0d50e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e290ee0-0fbe-4226-9195-3cc0d577f37f&quot;,&quot;order&quot;:&quot;7&quot;}},&quot;c7ba8b21-935d-430d-8981-e96c07fcf2bd&quot;:{&quot;type&quot;:&quot;FIGURE_OBJECT&quot;,&quot;id&quot;:&quot;c7ba8b21-935d-430d-8981-e96c07fcf2bd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11&quot;}},&quot;ba93ad5a-4d5a-4e20-948e-4518fa370318&quot;:{&quot;type&quot;:&quot;FIGURE_OBJECT&quot;,&quot;id&quot;:&quot;ba93ad5a-4d5a-4e20-948e-4518fa370318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12&quot;}},&quot;e75b876a-b934-4d00-a928-1eb3814b31f0&quot;:{&quot;type&quot;:&quot;FIGURE_OBJECT&quot;,&quot;id&quot;:&quot;e75b876a-b934-4d00-a928-1eb3814b31f0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3&quot;}},&quot;cd3a5582-4809-442f-8d61-29fd03c54cd5&quot;:{&quot;type&quot;:&quot;FIGURE_OBJECT&quot;,&quot;id&quot;:&quot;cd3a5582-4809-442f-8d61-29fd03c54cd5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1&quot;}},&quot;d6306883-238d-4ca4-bdc6-79cf96bd330c&quot;:{&quot;type&quot;:&quot;FIGURE_OBJECT&quot;,&quot;id&quot;:&quot;d6306883-238d-4ca4-bdc6-79cf96bd330c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2&quot;}},&quot;f8224faa-d6bb-4007-a26b-f8333de2817a&quot;:{&quot;type&quot;:&quot;FIGURE_OBJECT&quot;,&quot;id&quot;:&quot;f8224faa-d6bb-4007-a26b-f8333de2817a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5&quot;}},&quot;369131b3-e135-42c0-8c7e-798eeb2030e5&quot;:{&quot;type&quot;:&quot;FIGURE_OBJECT&quot;,&quot;id&quot;:&quot;369131b3-e135-42c0-8c7e-798eeb2030e5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75b876a-b934-4d00-a928-1eb3814b31f0&quot;,&quot;order&quot;:&quot;7&quot;}},&quot;f73b502d-51dc-44b7-a81d-9f1050551d4f&quot;:{&quot;type&quot;:&quot;FIGURE_OBJECT&quot;,&quot;id&quot;:&quot;f73b502d-51dc-44b7-a81d-9f1050551d4f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5683dfc2-4169-4608-bd3e-e5512853f185&quot;,&quot;order&quot;:&quot;15&quot;}},&quot;1cf92c0e-a694-4040-91f2-367dcffdc9c8&quot;:{&quot;type&quot;:&quot;FIGURE_OBJECT&quot;,&quot;id&quot;:&quot;1cf92c0e-a694-4040-91f2-367dcffdc9c8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5683dfc2-4169-4608-bd3e-e5512853f185&quot;,&quot;order&quot;:&quot;16&quot;}},&quot;b2f70457-fbb7-4a47-9e83-6a1782238778&quot;:{&quot;type&quot;:&quot;FIGURE_OBJECT&quot;,&quot;id&quot;:&quot;b2f70457-fbb7-4a47-9e83-6a1782238778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7&quot;}},&quot;a935d52b-c444-4cba-8f7d-20b41405d129&quot;:{&quot;type&quot;:&quot;FIGURE_OBJECT&quot;,&quot;id&quot;:&quot;a935d52b-c444-4cba-8f7d-20b41405d129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18&quot;}},&quot;6a1b7f26-a581-4428-9110-89a292a3e5c8&quot;:{&quot;type&quot;:&quot;FIGURE_OBJECT&quot;,&quot;id&quot;:&quot;6a1b7f26-a581-4428-9110-89a292a3e5c8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a935d52b-c444-4cba-8f7d-20b41405d129&quot;,&quot;order&quot;:&quot;2&quot;}},&quot;31903dc2-6962-41ec-b755-9af0f66c83e9&quot;:{&quot;type&quot;:&quot;FIGURE_OBJECT&quot;,&quot;id&quot;:&quot;31903dc2-6962-41ec-b755-9af0f66c83e9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935d52b-c444-4cba-8f7d-20b41405d129&quot;,&quot;order&quot;:&quot;5&quot;}},&quot;24f8e698-50f5-4b85-9e38-ad3ac03fb60e&quot;:{&quot;type&quot;:&quot;FIGURE_OBJECT&quot;,&quot;id&quot;:&quot;24f8e698-50f5-4b85-9e38-ad3ac03fb60e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a935d52b-c444-4cba-8f7d-20b41405d129&quot;,&quot;order&quot;:&quot;7&quot;}},&quot;8aea5a4d-4867-4df8-9a1b-024610a3adee&quot;:{&quot;type&quot;:&quot;FIGURE_OBJECT&quot;,&quot;id&quot;:&quot;8aea5a4d-4867-4df8-9a1b-024610a3adee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683dfc2-4169-4608-bd3e-e5512853f185&quot;,&quot;order&quot;:&quot;2&quot;}},&quot;886de736-d058-49ff-9400-6bd49bc5d24f&quot;:{&quot;type&quot;:&quot;FIGURE_OBJECT&quot;,&quot;id&quot;:&quot;886de736-d058-49ff-9400-6bd49bc5d24f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1&quot;}},&quot;d1a46529-bb0f-4fe3-ae19-47ff2c51a694&quot;:{&quot;type&quot;:&quot;FIGURE_OBJECT&quot;,&quot;id&quot;:&quot;d1a46529-bb0f-4fe3-ae19-47ff2c51a694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2&quot;}},&quot;4eb25262-3b0f-4a04-afd7-aecfd1a2dcd8&quot;:{&quot;type&quot;:&quot;FIGURE_OBJECT&quot;,&quot;id&quot;:&quot;4eb25262-3b0f-4a04-afd7-aecfd1a2dcd8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5&quot;}},&quot;6b459c6e-99fa-4759-bddb-4322b56370dc&quot;:{&quot;type&quot;:&quot;FIGURE_OBJECT&quot;,&quot;id&quot;:&quot;6b459c6e-99fa-4759-bddb-4322b56370dc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8aea5a4d-4867-4df8-9a1b-024610a3adee&quot;,&quot;order&quot;:&quot;7&quot;}},&quot;599ea8d3-3664-4000-9697-1b34b43004c1&quot;:{&quot;type&quot;:&quot;FIGURE_OBJECT&quot;,&quot;id&quot;:&quot;599ea8d3-3664-4000-9697-1b34b43004c1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5683dfc2-4169-4608-bd3e-e5512853f185&quot;,&quot;order&quot;:&quot;205&quot;}},&quot;0883cc83-dac7-450f-81df-583318b48796&quot;:{&quot;type&quot;:&quot;FIGURE_OBJECT&quot;,&quot;id&quot;:&quot;0883cc83-dac7-450f-81df-583318b48796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5683dfc2-4169-4608-bd3e-e5512853f185&quot;,&quot;order&quot;:&quot;21&quot;},&quot;connectorInfo&quot;:{&quot;type&quot;:&quot;LINE&quot;,&quot;offset&quot;:{&quot;x&quot;:0,&quot;y&quot;:0},&quot;bending&quot;:0.1,&quot;customized&quot;:true,&quot;connectedObjectAtLineStart&quot;:{&quot;objectId&quot;:&quot;599ea8d3-3664-4000-9697-1b34b43004c1&quot;,&quot;coordinates&quot;:{&quot;x&quot;:0.03541995954524391,&quot;y&quot;:0.5110264097168954}}}},&quot;3793d869-26c7-435d-a972-5ad0e543010c&quot;:{&quot;type&quot;:&quot;FIGURE_OBJECT&quot;,&quot;id&quot;:&quot;3793d869-26c7-435d-a972-5ad0e543010c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683dfc2-4169-4608-bd3e-e5512853f185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6c1a39d1-bf79-40c5-a35e-69b674f8802b&quot;:{&quot;type&quot;:&quot;FIGURE_OBJECT&quot;,&quot;id&quot;:&quot;6c1a39d1-bf79-40c5-a35e-69b674f8802b&quot;,&quot;parent&quot;:{&quot;type&quot;:&quot;CHILD&quot;,&quot;parentId&quot;:&quot;5683dfc2-4169-4608-bd3e-e5512853f185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2a9f4e05-3277-4417-b611-4ed6782e0926&quot;:{&quot;relativeTransform&quot;:{&quot;translate&quot;:{&quot;x&quot;:463.7042165864883,&quot;y&quot;:-30.19675800023839},&quot;rotate&quot;:0},&quot;type&quot;:&quot;FIGURE_OBJECT&quot;,&quot;id&quot;:&quot;2a9f4e05-3277-4417-b611-4ed6782e0926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c97aeda7-7ea9-4016-ba90-6e8dc91900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6c1a39d1-bf79-40c5-a35e-69b674f8802b&quot;,&quot;order&quot;:&quot;2&quot;}},&quot;c97aeda7-7ea9-4016-ba90-6e8dc9190062&quot;:{&quot;type&quot;:&quot;FIGURE_OBJECT&quot;,&quot;id&quot;:&quot;c97aeda7-7ea9-4016-ba90-6e8dc9190062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ee9cc6ba-7ede-4e4c-ad34-b8e2495cb8db&quot;:{&quot;type&quot;:&quot;FIGURE_OBJECT&quot;,&quot;id&quot;:&quot;ee9cc6ba-7ede-4e4c-ad34-b8e2495cb8db&quot;,&quot;parent&quot;:{&quot;type&quot;:&quot;CHILD&quot;,&quot;parentId&quot;:&quot;c97aeda7-7ea9-4016-ba90-6e8dc9190062&quot;,&quot;order&quot;:&quot;5&quot;},&quot;relativeTransform&quot;:{&quot;translate&quot;:{&quot;x&quot;:0,&quot;y&quot;:0},&quot;rotate&quot;:0,&quot;skewX&quot;:0,&quot;scale&quot;:{&quot;x&quot;:1,&quot;y&quot;:1}}},&quot;251182ea-71a9-46e7-b785-129a991366a5&quot;:{&quot;type&quot;:&quot;FIGURE_OBJECT&quot;,&quot;id&quot;:&quot;251182ea-71a9-46e7-b785-129a991366a5&quot;,&quot;parent&quot;:{&quot;type&quot;:&quot;CHILD&quot;,&quot;parentId&quot;:&quot;ee9cc6ba-7ede-4e4c-ad34-b8e2495cb8db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4deed873-2640-4afe-a971-037779e041f5&quot;:{&quot;type&quot;:&quot;FIGURE_OBJECT&quot;,&quot;id&quot;:&quot;4deed873-2640-4afe-a971-037779e041f5&quot;,&quot;parent&quot;:{&quot;type&quot;:&quot;CHILD&quot;,&quot;parentId&quot;:&quot;ee9cc6ba-7ede-4e4c-ad34-b8e2495cb8db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9078fb02-1ca7-4a94-9373-92829c3a806e&quot;:{&quot;type&quot;:&quot;FIGURE_OBJECT&quot;,&quot;id&quot;:&quot;9078fb02-1ca7-4a94-9373-92829c3a806e&quot;,&quot;parent&quot;:{&quot;type&quot;:&quot;CHILD&quot;,&quot;parentId&quot;:&quot;ee9cc6ba-7ede-4e4c-ad34-b8e2495cb8db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339a8d90-2738-44cf-9118-dd098da87f82&quot;:{&quot;relativeTransform&quot;:{&quot;translate&quot;:{&quot;x&quot;:88.93304468831501,&quot;y&quot;:-30.053453610426228},&quot;rotate&quot;:-2.4492935982947064e-16},&quot;type&quot;:&quot;FIGURE_OBJECT&quot;,&quot;id&quot;:&quot;339a8d90-2738-44cf-9118-dd098da87f82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a235d6cf-d3ce-4400-85d1-3ebf4bbbc076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6c1a39d1-bf79-40c5-a35e-69b674f8802b&quot;,&quot;order&quot;:&quot;5&quot;}},&quot;a235d6cf-d3ce-4400-85d1-3ebf4bbbc076&quot;:{&quot;type&quot;:&quot;FIGURE_OBJECT&quot;,&quot;id&quot;:&quot;a235d6cf-d3ce-4400-85d1-3ebf4bbbc076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de42f65f-42e5-4cf4-89f4-ba2c365535c4&quot;:{&quot;type&quot;:&quot;FIGURE_OBJECT&quot;,&quot;id&quot;:&quot;de42f65f-42e5-4cf4-89f4-ba2c365535c4&quot;,&quot;parent&quot;:{&quot;type&quot;:&quot;CHILD&quot;,&quot;parentId&quot;:&quot;a235d6cf-d3ce-4400-85d1-3ebf4bbbc076&quot;,&quot;order&quot;:&quot;5&quot;},&quot;relativeTransform&quot;:{&quot;translate&quot;:{&quot;x&quot;:0,&quot;y&quot;:0},&quot;rotate&quot;:0,&quot;skewX&quot;:0,&quot;scale&quot;:{&quot;x&quot;:1,&quot;y&quot;:1}}},&quot;fd09e6f8-b042-48cf-bbea-3b970d12f269&quot;:{&quot;type&quot;:&quot;FIGURE_OBJECT&quot;,&quot;id&quot;:&quot;fd09e6f8-b042-48cf-bbea-3b970d12f269&quot;,&quot;parent&quot;:{&quot;type&quot;:&quot;CHILD&quot;,&quot;parentId&quot;:&quot;de42f65f-42e5-4cf4-89f4-ba2c365535c4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609f5dd8-7f55-49d6-af4e-34271148c736&quot;:{&quot;type&quot;:&quot;FIGURE_OBJECT&quot;,&quot;id&quot;:&quot;609f5dd8-7f55-49d6-af4e-34271148c736&quot;,&quot;parent&quot;:{&quot;type&quot;:&quot;CHILD&quot;,&quot;parentId&quot;:&quot;de42f65f-42e5-4cf4-89f4-ba2c365535c4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0f9de263-2cb8-4e46-b610-804f7f8e7587&quot;:{&quot;type&quot;:&quot;FIGURE_OBJECT&quot;,&quot;id&quot;:&quot;0f9de263-2cb8-4e46-b610-804f7f8e7587&quot;,&quot;parent&quot;:{&quot;type&quot;:&quot;CHILD&quot;,&quot;parentId&quot;:&quot;de42f65f-42e5-4cf4-89f4-ba2c365535c4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bb6a6d9b-59aa-4b51-802f-5629e2f93151&quot;:{&quot;type&quot;:&quot;FIGURE_OBJECT&quot;,&quot;id&quot;:&quot;bb6a6d9b-59aa-4b51-802f-5629e2f93151&quot;,&quot;parent&quot;:{&quot;type&quot;:&quot;CROP&quot;,&quot;parentId&quot;:&quot;6c1a39d1-bf79-40c5-a35e-69b674f8802b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4b9fe0f7-8a96-4d12-8e84-1e0489149e5e&quot;:{&quot;id&quot;:&quot;4b9fe0f7-8a96-4d12-8e84-1e0489149e5e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5683dfc2-4169-4608-bd3e-e5512853f185&quot;,&quot;order&quot;:&quot;005&quot;}},&quot;b38013de-b2f1-4987-9ace-1509dbfd9dbe&quot;:{&quot;id&quot;:&quot;b38013de-b2f1-4987-9ace-1509dbfd9dbe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5683dfc2-4169-4608-bd3e-e5512853f185&quot;,&quot;order&quot;:&quot;02&quot;}},&quot;691cdcf3-7ac9-4f65-8dd9-6f4d74bd5b53&quot;:{&quot;type&quot;:&quot;FIGURE_OBJECT&quot;,&quot;id&quot;:&quot;691cdcf3-7ac9-4f65-8dd9-6f4d74bd5b53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3&quot;}},&quot;c4b43e8e-1ea2-417b-a4f3-6bf62bfd477a&quot;:{&quot;type&quot;:&quot;FIGURE_OBJECT&quot;,&quot;id&quot;:&quot;c4b43e8e-1ea2-417b-a4f3-6bf62bfd477a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5&quot;}},&quot;05bfb826-9139-4d99-b267-ddfba3a2b226&quot;:{&quot;type&quot;:&quot;FIGURE_OBJECT&quot;,&quot;id&quot;:&quot;05bfb826-9139-4d99-b267-ddfba3a2b226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6&quot;}},&quot;972d2dbc-ece9-4e37-a8a8-a741676c704b&quot;:{&quot;type&quot;:&quot;FIGURE_OBJECT&quot;,&quot;id&quot;:&quot;972d2dbc-ece9-4e37-a8a8-a741676c704b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7&quot;}},&quot;10579e2f-a9ce-48ba-b775-35dc916c7230&quot;:{&quot;type&quot;:&quot;FIGURE_OBJECT&quot;,&quot;id&quot;:&quot;10579e2f-a9ce-48ba-b775-35dc916c7230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28&quot;}},&quot;d6915374-5865-4280-b088-da7f1605eb09&quot;:{&quot;type&quot;:&quot;FIGURE_OBJECT&quot;,&quot;id&quot;:&quot;d6915374-5865-4280-b088-da7f1605eb09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&quot;}},&quot;7b3dc1c6-2da1-4627-8637-70ebc34465c7&quot;:{&quot;type&quot;:&quot;FIGURE_OBJECT&quot;,&quot;id&quot;:&quot;7b3dc1c6-2da1-4627-8637-70ebc34465c7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2&quot;}},&quot;185751a0-09d9-4638-bcb8-7916d9a12535&quot;:{&quot;type&quot;:&quot;FIGURE_OBJECT&quot;,&quot;id&quot;:&quot;185751a0-09d9-4638-bcb8-7916d9a12535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5&quot;}},&quot;0367e9a5-0de3-457b-8469-182d043a7a1d&quot;:{&quot;type&quot;:&quot;FIGURE_OBJECT&quot;,&quot;id&quot;:&quot;0367e9a5-0de3-457b-8469-182d043a7a1d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37&quot;}},&quot;f68677c9-e8dd-4ab3-aca1-e8a672151a23&quot;:{&quot;type&quot;:&quot;FIGURE_OBJECT&quot;,&quot;id&quot;:&quot;f68677c9-e8dd-4ab3-aca1-e8a672151a23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&quot;}},&quot;2c3e1dd1-c0d0-452b-81aa-0bd722be0b36&quot;:{&quot;type&quot;:&quot;FIGURE_OBJECT&quot;,&quot;id&quot;:&quot;2c3e1dd1-c0d0-452b-81aa-0bd722be0b36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2&quot;}},&quot;493bbf12-69c3-4344-b2f7-6ef17a03e40d&quot;:{&quot;type&quot;:&quot;FIGURE_OBJECT&quot;,&quot;id&quot;:&quot;493bbf12-69c3-4344-b2f7-6ef17a03e40d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5&quot;}},&quot;30f95681-a16d-495f-92c6-73a3f2e9182f&quot;:{&quot;type&quot;:&quot;FIGURE_OBJECT&quot;,&quot;id&quot;:&quot;30f95681-a16d-495f-92c6-73a3f2e9182f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47&quot;}},&quot;ffaadd97-14d2-450c-a0ed-17183d86f3a6&quot;:{&quot;type&quot;:&quot;FIGURE_OBJECT&quot;,&quot;id&quot;:&quot;ffaadd97-14d2-450c-a0ed-17183d86f3a6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&quot;}},&quot;707f5dea-17ca-4d61-b2f3-fabc2df17f4f&quot;:{&quot;type&quot;:&quot;FIGURE_OBJECT&quot;,&quot;id&quot;:&quot;707f5dea-17ca-4d61-b2f3-fabc2df17f4f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05&quot;}},&quot;c644aabf-8048-48c0-96ce-f8099dcb7a38&quot;:{&quot;type&quot;:&quot;FIGURE_OBJECT&quot;,&quot;id&quot;:&quot;c644aabf-8048-48c0-96ce-f8099dcb7a38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1&quot;}},&quot;59b62d96-ed54-4173-9de4-15c90ed7815a&quot;:{&quot;type&quot;:&quot;FIGURE_OBJECT&quot;,&quot;id&quot;:&quot;59b62d96-ed54-4173-9de4-15c90ed7815a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2&quot;}},&quot;e11db9d0-f43a-4820-b4c2-5e914616f689&quot;:{&quot;type&quot;:&quot;FIGURE_OBJECT&quot;,&quot;id&quot;:&quot;e11db9d0-f43a-4820-b4c2-5e914616f689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3&quot;}},&quot;b817e852-a64c-42f0-8084-75e4d0f28563&quot;:{&quot;type&quot;:&quot;FIGURE_OBJECT&quot;,&quot;id&quot;:&quot;b817e852-a64c-42f0-8084-75e4d0f28563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5&quot;}},&quot;c3c3cb36-9ec5-4df6-b0fc-f52fa421c522&quot;:{&quot;type&quot;:&quot;FIGURE_OBJECT&quot;,&quot;id&quot;:&quot;c3c3cb36-9ec5-4df6-b0fc-f52fa421c522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6&quot;}},&quot;68569072-297f-42bd-b9aa-831d6db7d217&quot;:{&quot;type&quot;:&quot;FIGURE_OBJECT&quot;,&quot;id&quot;:&quot;68569072-297f-42bd-b9aa-831d6db7d217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7&quot;}},&quot;b3444566-6fb9-4642-b1fb-f9a860d7bf7a&quot;:{&quot;type&quot;:&quot;FIGURE_OBJECT&quot;,&quot;id&quot;:&quot;b3444566-6fb9-4642-b1fb-f9a860d7bf7a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58&quot;}},&quot;69574da5-e738-47b1-a13b-fea686408cf1&quot;:{&quot;type&quot;:&quot;FIGURE_OBJECT&quot;,&quot;id&quot;:&quot;69574da5-e738-47b1-a13b-fea686408cf1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&quot;}},&quot;428caeeb-8fdc-48f1-8db1-4f7ae15d59ee&quot;:{&quot;type&quot;:&quot;FIGURE_OBJECT&quot;,&quot;id&quot;:&quot;428caeeb-8fdc-48f1-8db1-4f7ae15d59ee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1&quot;}},&quot;ef3d2025-7226-4dbb-98f2-8d44587e4cd5&quot;:{&quot;type&quot;:&quot;FIGURE_OBJECT&quot;,&quot;id&quot;:&quot;ef3d2025-7226-4dbb-98f2-8d44587e4cd5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2&quot;}},&quot;1c8cf39e-68f2-49a6-b903-03d4e28a3b72&quot;:{&quot;type&quot;:&quot;FIGURE_OBJECT&quot;,&quot;id&quot;:&quot;1c8cf39e-68f2-49a6-b903-03d4e28a3b72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3&quot;}},&quot;5ded4156-0354-4e10-bd88-efab80ab0998&quot;:{&quot;type&quot;:&quot;FIGURE_OBJECT&quot;,&quot;id&quot;:&quot;5ded4156-0354-4e10-bd88-efab80ab0998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5&quot;}},&quot;444cb6c3-2c54-456e-84e7-91811d094ada&quot;:{&quot;type&quot;:&quot;FIGURE_OBJECT&quot;,&quot;id&quot;:&quot;444cb6c3-2c54-456e-84e7-91811d094ada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6&quot;}},&quot;94094c48-a349-4c7b-8e7a-f3a337b20973&quot;:{&quot;type&quot;:&quot;FIGURE_OBJECT&quot;,&quot;id&quot;:&quot;94094c48-a349-4c7b-8e7a-f3a337b20973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7&quot;}},&quot;a28b3828-dd6c-49ae-a068-c822649ba9f8&quot;:{&quot;type&quot;:&quot;FIGURE_OBJECT&quot;,&quot;id&quot;:&quot;a28b3828-dd6c-49ae-a068-c822649ba9f8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68&quot;}},&quot;b8493a21-9d62-40ad-b62a-a7393ff02551&quot;:{&quot;type&quot;:&quot;FIGURE_OBJECT&quot;,&quot;id&quot;:&quot;b8493a21-9d62-40ad-b62a-a7393ff02551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&quot;}},&quot;3bf50a4b-58a9-4760-94f4-2e4adef88f8a&quot;:{&quot;type&quot;:&quot;FIGURE_OBJECT&quot;,&quot;id&quot;:&quot;3bf50a4b-58a9-4760-94f4-2e4adef88f8a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1&quot;}},&quot;dec40d38-faed-4589-8e65-ffdf831a560d&quot;:{&quot;type&quot;:&quot;FIGURE_OBJECT&quot;,&quot;id&quot;:&quot;dec40d38-faed-4589-8e65-ffdf831a560d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2&quot;}},&quot;1c85d59b-d062-45b4-a49a-b6e8a9fcc032&quot;:{&quot;type&quot;:&quot;FIGURE_OBJECT&quot;,&quot;id&quot;:&quot;1c85d59b-d062-45b4-a49a-b6e8a9fcc032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3&quot;}},&quot;1c10868d-6204-47c5-b3ee-7fb0cf370642&quot;:{&quot;type&quot;:&quot;FIGURE_OBJECT&quot;,&quot;id&quot;:&quot;1c10868d-6204-47c5-b3ee-7fb0cf370642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5&quot;}},&quot;696f41cf-64fa-4645-9644-e442e4b37d7a&quot;:{&quot;type&quot;:&quot;FIGURE_OBJECT&quot;,&quot;id&quot;:&quot;696f41cf-64fa-4645-9644-e442e4b37d7a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5683dfc2-4169-4608-bd3e-e5512853f185&quot;,&quot;order&quot;:&quot;76&quot;}},&quot;93f9c056-12de-442e-ac49-36d2186b6937&quot;:{&quot;type&quot;:&quot;FIGURE_OBJECT&quot;,&quot;id&quot;:&quot;93f9c056-12de-442e-ac49-36d2186b6937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5683dfc2-4169-4608-bd3e-e5512853f185&quot;,&quot;order&quot;:&quot;77&quot;}},&quot;a1836aae-15b7-48f5-9908-9356cc42d851&quot;:{&quot;type&quot;:&quot;FIGURE_OBJECT&quot;,&quot;id&quot;:&quot;a1836aae-15b7-48f5-9908-9356cc42d851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78&quot;}},&quot;edbc0f9d-851c-48df-b5fb-d9c1154493ef&quot;:{&quot;type&quot;:&quot;FIGURE_OBJECT&quot;,&quot;id&quot;:&quot;edbc0f9d-851c-48df-b5fb-d9c1154493ef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&quot;}},&quot;5aef7d94-15c7-4e8d-a8c6-06ecc310ed27&quot;:{&quot;type&quot;:&quot;FIGURE_OBJECT&quot;,&quot;id&quot;:&quot;5aef7d94-15c7-4e8d-a8c6-06ecc310ed27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2&quot;}},&quot;bd62d611-084c-40a7-8917-6a743b94f984&quot;:{&quot;type&quot;:&quot;FIGURE_OBJECT&quot;,&quot;id&quot;:&quot;bd62d611-084c-40a7-8917-6a743b94f984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5&quot;}},&quot;f2bdb366-7bd2-4ec2-8145-d9341783bc3d&quot;:{&quot;type&quot;:&quot;FIGURE_OBJECT&quot;,&quot;id&quot;:&quot;f2bdb366-7bd2-4ec2-8145-d9341783bc3d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87&quot;}},&quot;4735f48b-873e-4eaf-acd3-ab00d669d024&quot;:{&quot;type&quot;:&quot;FIGURE_OBJECT&quot;,&quot;id&quot;:&quot;4735f48b-873e-4eaf-acd3-ab00d669d024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&quot;}},&quot;a59147f7-a03e-4ddc-81e9-83a75a97d7a6&quot;:{&quot;type&quot;:&quot;FIGURE_OBJECT&quot;,&quot;id&quot;:&quot;a59147f7-a03e-4ddc-81e9-83a75a97d7a6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2&quot;}},&quot;cadf84f1-cef9-4673-a0ba-6e74e37f630a&quot;:{&quot;type&quot;:&quot;FIGURE_OBJECT&quot;,&quot;id&quot;:&quot;cadf84f1-cef9-4673-a0ba-6e74e37f630a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5&quot;}},&quot;e04dac72-cabd-41f2-a599-45922f3ef1bb&quot;:{&quot;type&quot;:&quot;FIGURE_OBJECT&quot;,&quot;id&quot;:&quot;e04dac72-cabd-41f2-a599-45922f3ef1bb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5683dfc2-4169-4608-bd3e-e5512853f185&quot;,&quot;order&quot;:&quot;97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d7c13a8b-ec15-4832-8f26-95f6cefd835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7c13a8b-ec15-4832-8f26-95f6cefd835d&quot;:{&quot;type&quot;:&quot;FIGURE_OBJECT&quot;,&quot;id&quot;:&quot;d7c13a8b-ec15-4832-8f26-95f6cefd835d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0.8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40b7b43b-a9c5-4acb-bfad-e857503b9de6&quot;,&quot;order&quot;:&quot;9999999999986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3f74cdee-d3f4-4a55-945e-a6064b31074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f74cdee-d3f4-4a55-945e-a6064b31074c&quot;:{&quot;type&quot;:&quot;FIGURE_OBJECT&quot;,&quot;id&quot;:&quot;3f74cdee-d3f4-4a55-945e-a6064b31074c&quot;,&quot;relativeTransform&quot;:{&quot;translate&quot;:{&quot;x&quot;:-15.175993706673184,&quot;y&quot;:192.0219208225249},&quot;rotate&quot;:-0.4413105726068125,&quot;skewX&quot;:0,&quot;scale&quot;:{&quot;x&quot;:1,&quot;y&quot;:1}},&quot;opacity&quot;:1,&quot;path&quot;:{&quot;type&quot;:&quot;POLY_LINE&quot;,&quot;points&quot;:[{&quot;x&quot;:10.258905163828206,&quot;y&quot;:3.102795738977075},{&quot;x&quot;:5.284890538941804,&quot;y&quot;:-3.1008837282934567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40b7b43b-a9c5-4acb-bfad-e857503b9de6&quot;,&quot;order&quot;:&quot;9999999999987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3f8ee4d1-9cda-46aa-9d32-3a5a48f41e6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f8ee4d1-9cda-46aa-9d32-3a5a48f41e6f&quot;:{&quot;type&quot;:&quot;FIGURE_OBJECT&quot;,&quot;id&quot;:&quot;3f8ee4d1-9cda-46aa-9d32-3a5a48f41e6f&quot;,&quot;relativeTransform&quot;:{&quot;translate&quot;:{&quot;x&quot;:-40.16846732518931,&quot;y&quot;:202.20048008950235},&quot;rotate&quot;:0,&quot;skewX&quot;:0,&quot;scale&quot;:{&quot;x&quot;:1,&quot;y&quot;:1}},&quot;opacity&quot;:1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40b7b43b-a9c5-4acb-bfad-e857503b9de6&quot;,&quot;order&quot;:&quot;9999999999988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a1737b32-8dc6-4028-806b-41fea8b91d0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1737b32-8dc6-4028-806b-41fea8b91d05&quot;:{&quot;type&quot;:&quot;FIGURE_OBJECT&quot;,&quot;id&quot;:&quot;a1737b32-8dc6-4028-806b-41fea8b91d05&quot;,&quot;relativeTransform&quot;:{&quot;translate&quot;:{&quot;x&quot;:4.866038401088101,&quot;y&quot;:200.8093392738215},&quot;rotate&quot;:2.4657944107428795,&quot;skewX&quot;:0,&quot;scale&quot;:{&quot;x&quot;:1,&quot;y&quot;:1}},&quot;opacity&quot;:1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40b7b43b-a9c5-4acb-bfad-e857503b9de6&quot;,&quot;order&quot;:&quot;999999999999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5ff1bd4b-6257-4f73-bed3-54e126c3b2b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ff1bd4b-6257-4f73-bed3-54e126c3b2b7&quot;:{&quot;type&quot;:&quot;FIGURE_OBJECT&quot;,&quot;id&quot;:&quot;5ff1bd4b-6257-4f73-bed3-54e126c3b2b7&quot;,&quot;parent&quot;:{&quot;type&quot;:&quot;CHILD&quot;,&quot;parentId&quot;:&quot;40b7b43b-a9c5-4acb-bfad-e857503b9de6&quot;,&quot;order&quot;:&quot;9999999999999&quot;},&quot;relativeTransform&quot;:{&quot;translate&quot;:{&quot;x&quot;:26.559062742643732,&quot;y&quot;:35.37817285956762},&quot;rotate&quot;:0,&quot;skewX&quot;:0,&quot;scale&quot;:{&quot;x&quot;:1,&quot;y&quot;:1}}},&quot;1660f8d2-8cd4-4aa9-9748-21676d86b89c&quot;:{&quot;id&quot;:&quot;1660f8d2-8cd4-4aa9-9748-21676d86b89c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5ff1bd4b-6257-4f73-bed3-54e126c3b2b7&quot;,&quot;order&quot;:&quot;2&quot;},&quot;isLocked&quot;:false},&quot;216e593e-84d8-4934-b2ef-dbcd2e736691&quot;:{&quot;id&quot;:&quot;216e593e-84d8-4934-b2ef-dbcd2e736691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5ff1bd4b-6257-4f73-bed3-54e126c3b2b7&quot;,&quot;order&quot;:&quot;5&quot;},&quot;isLocked&quot;:false},&quot;98605d57-fdbe-4e27-b963-90155f900cb5&quot;:{&quot;type&quot;:&quot;FIGURE_OBJECT&quot;,&quot;id&quot;:&quot;98605d57-fdbe-4e27-b963-90155f900cb5&quot;,&quot;parent&quot;:{&quot;type&quot;:&quot;CHILD&quot;,&quot;parentId&quot;:&quot;5ff1bd4b-6257-4f73-bed3-54e126c3b2b7&quot;,&quot;order&quot;:&quot;1&quot;},&quot;relativeTransform&quot;:{&quot;translate&quot;:{&quot;x&quot;:82.82888947334816,&quot;y&quot;:134.96523233868172},&quot;rotate&quot;:0}},&quot;6b245f21-0cb7-487c-91ce-084338105426&quot;:{&quot;id&quot;:&quot;6b245f21-0cb7-487c-91ce-084338105426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98605d57-fdbe-4e27-b963-90155f900cb5&quot;,&quot;order&quot;:&quot;7&quot;},&quot;styles&quot;:{&quot;editable&quot;:[{&quot;styleName&quot;:&quot;MONOCHROME_COLOR&quot;,&quot;index&quot;:0,&quot;color&quot;:&quot;#0F99DC&quot;}]},&quot;isLocked&quot;:false},&quot;96820b3c-d52e-4ceb-94ee-dcafede9ab45&quot;:{&quot;id&quot;:&quot;96820b3c-d52e-4ceb-94ee-dcafede9ab45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98605d57-fdbe-4e27-b963-90155f900cb5&quot;,&quot;order&quot;:&quot;6&quot;},&quot;styles&quot;:{&quot;editable&quot;:[{&quot;styleName&quot;:&quot;MONOCHROME_COLOR&quot;,&quot;index&quot;:0,&quot;color&quot;:&quot;#FF8E8F&quot;}]},&quot;isLocked&quot;:false},&quot;ba63b3f2-bbca-48ab-bc78-2b057e18b4d7&quot;:{&quot;type&quot;:&quot;FIGURE_OBJECT&quot;,&quot;id&quot;:&quot;ba63b3f2-bbca-48ab-bc78-2b057e18b4d7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98605d57-fdbe-4e27-b963-90155f900cb5&quot;,&quot;order&quot;:&quot;3&quot;}},&quot;a22dd029-874d-425b-947a-1db0eb81b9c5&quot;:{&quot;type&quot;:&quot;FIGURE_OBJECT&quot;,&quot;id&quot;:&quot;a22dd029-874d-425b-947a-1db0eb81b9c5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98605d57-fdbe-4e27-b963-90155f900cb5&quot;,&quot;order&quot;:&quot;1&quot;}},&quot;93452edb-e2e4-44ca-bb4f-613042044294&quot;:{&quot;type&quot;:&quot;FIGURE_OBJECT&quot;,&quot;id&quot;:&quot;93452edb-e2e4-44ca-bb4f-613042044294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98605d57-fdbe-4e27-b963-90155f900cb5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f3654258-30c6-4be8-b507-62d69959bba1&quot;:{&quot;type&quot;:&quot;FIGURE_OBJECT&quot;,&quot;id&quot;:&quot;f3654258-30c6-4be8-b507-62d69959bba1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98605d57-fdbe-4e27-b963-90155f900cb5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cf9473dc-5ef5-4a7c-8b80-156d2684968e&quot;:{&quot;type&quot;:&quot;FIGURE_OBJECT&quot;,&quot;id&quot;:&quot;cf9473dc-5ef5-4a7c-8b80-156d2684968e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98605d57-fdbe-4e27-b963-90155f900cb5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8ca8ee88-055c-4cf0-8528-aa7c1b2285d5&quot;:{&quot;type&quot;:&quot;FIGURE_OBJECT&quot;,&quot;id&quot;:&quot;8ca8ee88-055c-4cf0-8528-aa7c1b2285d5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5ff1bd4b-6257-4f73-bed3-54e126c3b2b7&quot;,&quot;order&quot;:&quot;7&quot;},&quot;connectorInfo&quot;:{&quot;type&quot;:&quot;CUBIC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ccfe8313-c5e4-4b9a-8fe3-cff8f538657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cfe8313-c5e4-4b9a-8fe3-cff8f538657a&quot;:{&quot;type&quot;:&quot;FIGURE_OBJECT&quot;,&quot;id&quot;:&quot;ccfe8313-c5e4-4b9a-8fe3-cff8f538657a&quot;,&quot;parent&quot;:{&quot;type&quot;:&quot;CHILD&quot;,&quot;parentId&quot;:&quot;40b7b43b-a9c5-4acb-bfad-e857503b9de6&quot;,&quot;order&quot;:&quot;99999999999995&quot;},&quot;relativeTransform&quot;:{&quot;translate&quot;:{&quot;x&quot;:26.559274982466334,&quot;y&quot;:95.05935852773737},&quot;rotate&quot;:0,&quot;skewX&quot;:0,&quot;scale&quot;:{&quot;x&quot;:1,&quot;y&quot;:1}}},&quot;2dbe94b9-1e98-4216-90e8-4a15ab351649&quot;:{&quot;id&quot;:&quot;2dbe94b9-1e98-4216-90e8-4a15ab351649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cfe8313-c5e4-4b9a-8fe3-cff8f538657a&quot;,&quot;order&quot;:&quot;2&quot;},&quot;isLocked&quot;:false},&quot;7dbcf8c5-2a65-4c8e-a8ec-75bbee316c8d&quot;:{&quot;id&quot;:&quot;7dbcf8c5-2a65-4c8e-a8ec-75bbee316c8d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cfe8313-c5e4-4b9a-8fe3-cff8f538657a&quot;,&quot;order&quot;:&quot;5&quot;},&quot;isLocked&quot;:false},&quot;ae0be586-4d32-40f8-b384-fd394f76075c&quot;:{&quot;type&quot;:&quot;FIGURE_OBJECT&quot;,&quot;id&quot;:&quot;ae0be586-4d32-40f8-b384-fd394f76075c&quot;,&quot;parent&quot;:{&quot;type&quot;:&quot;CHILD&quot;,&quot;parentId&quot;:&quot;ccfe8313-c5e4-4b9a-8fe3-cff8f538657a&quot;,&quot;order&quot;:&quot;1&quot;},&quot;relativeTransform&quot;:{&quot;translate&quot;:{&quot;x&quot;:82.82888947334816,&quot;y&quot;:134.96523233868172},&quot;rotate&quot;:0}},&quot;77027397-d9f0-4f05-9572-10e77a589a4d&quot;:{&quot;id&quot;:&quot;77027397-d9f0-4f05-9572-10e77a589a4d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e0be586-4d32-40f8-b384-fd394f76075c&quot;,&quot;order&quot;:&quot;7&quot;},&quot;styles&quot;:{&quot;editable&quot;:[{&quot;styleName&quot;:&quot;MONOCHROME_COLOR&quot;,&quot;index&quot;:0,&quot;color&quot;:&quot;#0F99DC&quot;}]},&quot;isLocked&quot;:false},&quot;8850c398-cf09-4e73-a975-74604f95d181&quot;:{&quot;id&quot;:&quot;8850c398-cf09-4e73-a975-74604f95d181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e0be586-4d32-40f8-b384-fd394f76075c&quot;,&quot;order&quot;:&quot;6&quot;},&quot;styles&quot;:{&quot;editable&quot;:[{&quot;styleName&quot;:&quot;MONOCHROME_COLOR&quot;,&quot;index&quot;:0,&quot;color&quot;:&quot;#FF8E8F&quot;}]},&quot;isLocked&quot;:false},&quot;1dff0b1e-a71f-498e-876c-66e86a5710dc&quot;:{&quot;type&quot;:&quot;FIGURE_OBJECT&quot;,&quot;id&quot;:&quot;1dff0b1e-a71f-498e-876c-66e86a5710dc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e0be586-4d32-40f8-b384-fd394f76075c&quot;,&quot;order&quot;:&quot;3&quot;}},&quot;c9b4adc0-7c99-4fba-850e-b548bcae6a44&quot;:{&quot;type&quot;:&quot;FIGURE_OBJECT&quot;,&quot;id&quot;:&quot;c9b4adc0-7c99-4fba-850e-b548bcae6a44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ae0be586-4d32-40f8-b384-fd394f76075c&quot;,&quot;order&quot;:&quot;1&quot;}},&quot;24194904-3f48-431d-bbf6-e64100c2e589&quot;:{&quot;type&quot;:&quot;FIGURE_OBJECT&quot;,&quot;id&quot;:&quot;24194904-3f48-431d-bbf6-e64100c2e589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ae0be586-4d32-40f8-b384-fd394f76075c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f48f27c2-ce88-430d-9533-108874741eb6&quot;:{&quot;type&quot;:&quot;FIGURE_OBJECT&quot;,&quot;id&quot;:&quot;f48f27c2-ce88-430d-9533-108874741eb6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ae0be586-4d32-40f8-b384-fd394f76075c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636e3e4a-b99c-4d0e-aa09-09237b1921e7&quot;:{&quot;type&quot;:&quot;FIGURE_OBJECT&quot;,&quot;id&quot;:&quot;636e3e4a-b99c-4d0e-aa09-09237b1921e7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e0be586-4d32-40f8-b384-fd394f76075c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d20b70ae-00d4-410e-a1d0-1f37592ef1fa&quot;:{&quot;type&quot;:&quot;FIGURE_OBJECT&quot;,&quot;id&quot;:&quot;d20b70ae-00d4-410e-a1d0-1f37592ef1fa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ccfe8313-c5e4-4b9a-8fe3-cff8f538657a&quot;,&quot;order&quot;:&quot;7&quot;},&quot;connectorInfo&quot;:{&quot;type&quot;:&quot;CUBIC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8f6cecdd-6dd5-417f-bdd4-da2c4071dfa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f6cecdd-6dd5-417f-bdd4-da2c4071dfa0&quot;:{&quot;type&quot;:&quot;FIGURE_OBJECT&quot;,&quot;id&quot;:&quot;8f6cecdd-6dd5-417f-bdd4-da2c4071dfa0&quot;,&quot;parent&quot;:{&quot;type&quot;:&quot;CHILD&quot;,&quot;parentId&quot;:&quot;40b7b43b-a9c5-4acb-bfad-e857503b9de6&quot;,&quot;order&quot;:&quot;99999999999997&quot;},&quot;relativeTransform&quot;:{&quot;translate&quot;:{&quot;x&quot;:28.420696223332826,&quot;y&quot;:156.62166970378425},&quot;rotate&quot;:0,&quot;skewX&quot;:0,&quot;scale&quot;:{&quot;x&quot;:1,&quot;y&quot;:1}}},&quot;6ca163cc-66cb-4310-a2e5-e1a895ebd0ac&quot;:{&quot;id&quot;:&quot;6ca163cc-66cb-4310-a2e5-e1a895ebd0ac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f6cecdd-6dd5-417f-bdd4-da2c4071dfa0&quot;,&quot;order&quot;:&quot;2&quot;},&quot;isLocked&quot;:false},&quot;d2e9796b-746b-46d0-9e53-9770b0422729&quot;:{&quot;id&quot;:&quot;d2e9796b-746b-46d0-9e53-9770b0422729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f6cecdd-6dd5-417f-bdd4-da2c4071dfa0&quot;,&quot;order&quot;:&quot;5&quot;},&quot;isLocked&quot;:false},&quot;eb58c1ec-0ccb-43bf-b221-14b399cbed86&quot;:{&quot;type&quot;:&quot;FIGURE_OBJECT&quot;,&quot;id&quot;:&quot;eb58c1ec-0ccb-43bf-b221-14b399cbed86&quot;,&quot;parent&quot;:{&quot;type&quot;:&quot;CHILD&quot;,&quot;parentId&quot;:&quot;8f6cecdd-6dd5-417f-bdd4-da2c4071dfa0&quot;,&quot;order&quot;:&quot;1&quot;},&quot;relativeTransform&quot;:{&quot;translate&quot;:{&quot;x&quot;:82.82888947334816,&quot;y&quot;:134.96523233868172},&quot;rotate&quot;:0}},&quot;9abccd20-447f-4ade-9c20-b1e74d983911&quot;:{&quot;id&quot;:&quot;9abccd20-447f-4ade-9c20-b1e74d983911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eb58c1ec-0ccb-43bf-b221-14b399cbed86&quot;,&quot;order&quot;:&quot;7&quot;},&quot;styles&quot;:{&quot;editable&quot;:[{&quot;styleName&quot;:&quot;MONOCHROME_COLOR&quot;,&quot;index&quot;:0,&quot;color&quot;:&quot;#0F99DC&quot;}]},&quot;isLocked&quot;:false},&quot;34d17d7c-aebf-45b2-8efb-43b0f593e392&quot;:{&quot;id&quot;:&quot;34d17d7c-aebf-45b2-8efb-43b0f593e392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eb58c1ec-0ccb-43bf-b221-14b399cbed86&quot;,&quot;order&quot;:&quot;6&quot;},&quot;styles&quot;:{&quot;editable&quot;:[{&quot;styleName&quot;:&quot;MONOCHROME_COLOR&quot;,&quot;index&quot;:0,&quot;color&quot;:&quot;#FF8E8F&quot;}]},&quot;isLocked&quot;:false},&quot;1576cd3a-26d1-4183-8d1c-91750adc524a&quot;:{&quot;type&quot;:&quot;FIGURE_OBJECT&quot;,&quot;id&quot;:&quot;1576cd3a-26d1-4183-8d1c-91750adc524a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eb58c1ec-0ccb-43bf-b221-14b399cbed86&quot;,&quot;order&quot;:&quot;3&quot;}},&quot;693e4832-21ae-4c07-80b7-b44e74866631&quot;:{&quot;type&quot;:&quot;FIGURE_OBJECT&quot;,&quot;id&quot;:&quot;693e4832-21ae-4c07-80b7-b44e74866631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eb58c1ec-0ccb-43bf-b221-14b399cbed86&quot;,&quot;order&quot;:&quot;1&quot;}},&quot;54d80830-05db-485a-a73b-da457cf9f257&quot;:{&quot;type&quot;:&quot;FIGURE_OBJECT&quot;,&quot;id&quot;:&quot;54d80830-05db-485a-a73b-da457cf9f257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eb58c1ec-0ccb-43bf-b221-14b399cbed86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90f71e2c-612e-4427-88ee-50de9c426571&quot;:{&quot;type&quot;:&quot;FIGURE_OBJECT&quot;,&quot;id&quot;:&quot;90f71e2c-612e-4427-88ee-50de9c426571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eb58c1ec-0ccb-43bf-b221-14b399cbed86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08ff8828-bb74-459a-a796-352fae2ad52a&quot;:{&quot;type&quot;:&quot;FIGURE_OBJECT&quot;,&quot;id&quot;:&quot;08ff8828-bb74-459a-a796-352fae2ad52a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eb58c1ec-0ccb-43bf-b221-14b399cbed86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3ca384ab-b395-4f11-9677-0c7f918f3bb0&quot;:{&quot;type&quot;:&quot;FIGURE_OBJECT&quot;,&quot;id&quot;:&quot;3ca384ab-b395-4f11-9677-0c7f918f3bb0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8f6cecdd-6dd5-417f-bdd4-da2c4071dfa0&quot;,&quot;order&quot;:&quot;7&quot;},&quot;connectorInfo&quot;:{&quot;type&quot;:&quot;CUBIC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7e3c335e-f0b9-4521-ada1-d2654f9ea97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e3c335e-f0b9-4521-ada1-d2654f9ea978&quot;:{&quot;type&quot;:&quot;FIGURE_OBJECT&quot;,&quot;id&quot;:&quot;7e3c335e-f0b9-4521-ada1-d2654f9ea978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&quot;},&quot;connectorInfo&quot;:{&quot;connectedObjectAtLineEnd&quot;:{&quot;objectId&quot;:&quot;86fa8e0d-cc50-4907-b576-0543c00b74a2&quot;,&quot;coordinates&quot;:{&quot;x&quot;:0,&quot;y&quot;:0}},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c2dab4eb-eeab-4462-90b6-d6fc1da15bc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2dab4eb-eeab-4462-90b6-d6fc1da15bc2&quot;:{&quot;type&quot;:&quot;FIGURE_OBJECT&quot;,&quot;id&quot;:&quot;c2dab4eb-eeab-4462-90b6-d6fc1da15bc2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86fa8e0d-cc50-4907-b576-0543c00b74a2&quot;,&quot;coordinates&quot;:{&quot;x&quot;:0,&quot;y&quot;:1}}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86fa8e0d-cc50-4907-b576-0543c00b74a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6fa8e0d-cc50-4907-b576-0543c00b74a2&quot;:{&quot;id&quot;:&quot;86fa8e0d-cc50-4907-b576-0543c00b74a2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40b7b43b-a9c5-4acb-bfad-e857503b9de6&quot;,&quot;order&quot;:&quot;999999999999997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88533aa4-0cf9-44f4-a289-fd342de1964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8533aa4-0cf9-44f4-a289-fd342de19645&quot;:{&quot;type&quot;:&quot;FIGURE_OBJECT&quot;,&quot;id&quot;:&quot;88533aa4-0cf9-44f4-a289-fd342de19645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86fa8e0d-cc50-4907-b576-0543c00b74a2&quot;,&quot;coordinates&quot;:{&quot;x&quot;:1,&quot;y&quot;:0.5070653408197099}}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ecf03ee8-e4d9-441d-b0bd-c96bb449930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cf03ee8-e4d9-441d-b0bd-c96bb449930d&quot;:{&quot;type&quot;:&quot;FIGURE_OBJECT&quot;,&quot;id&quot;:&quot;ecf03ee8-e4d9-441d-b0bd-c96bb449930d&quot;,&quot;relativeTransform&quot;:{&quot;translate&quot;:{&quot;x&quot;:462.6869085966954,&quot;y&quot;:228.17547371945528},&quot;rotate&quot;:3.141592653589793,&quot;skewX&quot;:0,&quot;scale&quot;:{&quot;x&quot;:1,&quot;y&quot;:1}},&quot;opacity&quot;:1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52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548f9257-cc0f-4d70-a381-db6d8d98a32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48f9257-cc0f-4d70-a381-db6d8d98a32a&quot;:{&quot;type&quot;:&quot;FIGURE_OBJECT&quot;,&quot;id&quot;:&quot;548f9257-cc0f-4d70-a381-db6d8d98a32a&quot;,&quot;relativeTransform&quot;:{&quot;translate&quot;:{&quot;x&quot;:411.0210505636628,&quot;y&quot;:204.6157863765514},&quot;rotate&quot;:3.141592653589793,&quot;skewX&quot;:0,&quot;scale&quot;:{&quot;x&quot;:1,&quot;y&quot;:1}},&quot;opacity&quot;:1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40b7b43b-a9c5-4acb-bfad-e857503b9de6&quot;,&quot;order&quot;:&quot;9999999999999995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5698865-593e-4296-b0b6-4f868c64e17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5698865-593e-4296-b0b6-4f868c64e179&quot;:{&quot;type&quot;:&quot;FIGURE_OBJECT&quot;,&quot;id&quot;:&quot;65698865-593e-4296-b0b6-4f868c64e179&quot;,&quot;relativeTransform&quot;:{&quot;translate&quot;:{&quot;x&quot;:437.6588821887366,&quot;y&quot;:237.329388142653},&quot;rotate&quot;:-2.4492935982947064e-16,&quot;skewX&quot;:0,&quot;scale&quot;:{&quot;x&quot;:1,&quot;y&quot;:1}},&quot;opacity&quot;:1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40b7b43b-a9c5-4acb-bfad-e857503b9de6&quot;,&quot;order&quot;:&quot;9999999999999996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774a2ed-8a2d-4303-9fe9-0aaa0a90750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774a2ed-8a2d-4303-9fe9-0aaa0a90750e&quot;:{&quot;type&quot;:&quot;FIGURE_OBJECT&quot;,&quot;id&quot;:&quot;2774a2ed-8a2d-4303-9fe9-0aaa0a90750e&quot;,&quot;relativeTransform&quot;:{&quot;translate&quot;:{&quot;x&quot;:411.16300144328545,&quot;y&quot;:262.28656994028995},&quot;rotate&quot;:0,&quot;skewX&quot;:0,&quot;scale&quot;:{&quot;x&quot;:1,&quot;y&quot;:1}},&quot;opacity&quot;:1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67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34d5235d-4ec7-40e9-b971-17b4e0bc3d3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4d5235d-4ec7-40e9-b971-17b4e0bc3d33&quot;:{&quot;type&quot;:&quot;FIGURE_OBJECT&quot;,&quot;id&quot;:&quot;34d5235d-4ec7-40e9-b971-17b4e0bc3d33&quot;,&quot;relativeTransform&quot;:{&quot;translate&quot;:{&quot;x&quot;:399.5165820104963,&quot;y&quot;:319.9590928188726},&quot;rotate&quot;:-1.570796326794897,&quot;skewX&quot;:0,&quot;scale&quot;:{&quot;x&quot;:1,&quot;y&quot;:1}},&quot;opacity&quot;:1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40b7b43b-a9c5-4acb-bfad-e857503b9de6&quot;,&quot;order&quot;:&quot;9999999999999997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30c10d5-b6cf-4c7d-8688-cce053fc5c0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30c10d5-b6cf-4c7d-8688-cce053fc5c0e&quot;:{&quot;type&quot;:&quot;FIGURE_OBJECT&quot;,&quot;id&quot;:&quot;230c10d5-b6cf-4c7d-8688-cce053fc5c0e&quot;,&quot;relativeTransform&quot;:{&quot;translate&quot;:{&quot;x&quot;:408.77313009356465,&quot;y&quot;:249.11076520550506},&quot;rotate&quot;:0,&quot;skewX&quot;:0,&quot;scale&quot;:{&quot;x&quot;:1,&quot;y&quot;:1}},&quot;opacity&quot;:1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40b7b43b-a9c5-4acb-bfad-e857503b9de6&quot;,&quot;order&quot;:&quot;9999999999999997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c4e1412-7377-4638-9b67-4c9633b0d14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c4e1412-7377-4638-9b67-4c9633b0d146&quot;:{&quot;type&quot;:&quot;FIGURE_OBJECT&quot;,&quot;id&quot;:&quot;2c4e1412-7377-4638-9b67-4c9633b0d146&quot;,&quot;relativeTransform&quot;:{&quot;translate&quot;:{&quot;x&quot;:410.57508103122075,&quot;y&quot;:256.0196877450628},&quot;rotate&quot;:3.141592653589793,&quot;skewX&quot;:0,&quot;scale&quot;:{&quot;x&quot;:1,&quot;y&quot;:1}},&quot;opacity&quot;:1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40b7b43b-a9c5-4acb-bfad-e857503b9de6&quot;,&quot;order&quot;:&quot;99999999999999977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ff988ae6-8883-4289-bfe3-2326c53a13e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f988ae6-8883-4289-bfe3-2326c53a13e2&quot;:{&quot;type&quot;:&quot;FIGURE_OBJECT&quot;,&quot;id&quot;:&quot;ff988ae6-8883-4289-bfe3-2326c53a13e2&quot;,&quot;relativeTransform&quot;:{&quot;translate&quot;:{&quot;x&quot;:383.3909484785978,&quot;y&quot;:262.9360506357998},&quot;rotate&quot;:-2.4492935982947064e-16,&quot;skewX&quot;:0,&quot;scale&quot;:{&quot;x&quot;:1,&quot;y&quot;:1}},&quot;opacity&quot;:1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40b7b43b-a9c5-4acb-bfad-e857503b9de6&quot;,&quot;order&quot;:&quot;9999999999999998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0ddddbee-d306-4939-8a85-d58597048e9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ddddbee-d306-4939-8a85-d58597048e9d&quot;:{&quot;type&quot;:&quot;FIGURE_OBJECT&quot;,&quot;id&quot;:&quot;0ddddbee-d306-4939-8a85-d58597048e9d&quot;,&quot;relativeTransform&quot;:{&quot;translate&quot;:{&quot;x&quot;:406.36308091556714,&quot;y&quot;:245.64381390284933},&quot;rotate&quot;:0,&quot;skewX&quot;:0,&quot;scale&quot;:{&quot;x&quot;:1,&quot;y&quot;:1}},&quot;opacity&quot;:1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520421c7-8c61-4f82-b1f0-359d771bc59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20421c7-8c61-4f82-b1f0-359d771bc596&quot;:{&quot;type&quot;:&quot;FIGURE_OBJECT&quot;,&quot;id&quot;:&quot;520421c7-8c61-4f82-b1f0-359d771bc596&quot;,&quot;relativeTransform&quot;:{&quot;translate&quot;:{&quot;x&quot;:180.04306918214252,&quot;y&quot;:-0.0003578993845394507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81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d09c663c-9ee2-4ca4-9eca-6a7e898c2de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09c663c-9ee2-4ca4-9eca-6a7e898c2de8&quot;:{&quot;type&quot;:&quot;FIGURE_OBJECT&quot;,&quot;id&quot;:&quot;d09c663c-9ee2-4ca4-9eca-6a7e898c2de8&quot;,&quot;relativeTransform&quot;:{&quot;translate&quot;:{&quot;x&quot;:575.4321364606502,&quot;y&quot;:240.82928202563065},&quot;rotate&quot;:0.09147679864726632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0b7b43b-a9c5-4acb-bfad-e857503b9de6&quot;,&quot;order&quot;:&quot;9999999999999999975&quot;}},&quot;6c2c03bb-d447-4ff5-b909-b83342430384&quot;:{&quot;type&quot;:&quot;FIGURE_OBJECT&quot;,&quot;id&quot;:&quot;6c2c03bb-d447-4ff5-b909-b83342430384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d09c663c-9ee2-4ca4-9eca-6a7e898c2de8&quot;,&quot;order&quot;:&quot;05&quot;}},&quot;f870aaac-7122-464e-a2cf-3319088b55bb&quot;:{&quot;type&quot;:&quot;FIGURE_OBJECT&quot;,&quot;id&quot;:&quot;f870aaac-7122-464e-a2cf-3319088b55bb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1&quot;}},&quot;6ad118a8-8a29-46c7-adf6-6a1f49ac0f9d&quot;:{&quot;type&quot;:&quot;FIGURE_OBJECT&quot;,&quot;id&quot;:&quot;6ad118a8-8a29-46c7-adf6-6a1f49ac0f9d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d09c663c-9ee2-4ca4-9eca-6a7e898c2de8&quot;,&quot;order&quot;:&quot;15&quot;}},&quot;0041e580-64a5-4020-874e-b90a49e0b1e4&quot;:{&quot;type&quot;:&quot;FIGURE_OBJECT&quot;,&quot;id&quot;:&quot;0041e580-64a5-4020-874e-b90a49e0b1e4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2&quot;}},&quot;bd1dc249-f7f2-462e-af41-c40fb62adbff&quot;:{&quot;type&quot;:&quot;FIGURE_OBJECT&quot;,&quot;id&quot;:&quot;bd1dc249-f7f2-462e-af41-c40fb62adbff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0041e580-64a5-4020-874e-b90a49e0b1e4&quot;,&quot;order&quot;:&quot;5&quot;}},&quot;6767a2aa-405e-4c0f-8a14-ad41ccbf569f&quot;:{&quot;type&quot;:&quot;FIGURE_OBJECT&quot;,&quot;id&quot;:&quot;6767a2aa-405e-4c0f-8a14-ad41ccbf569f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25&quot;}},&quot;3c1dab7e-d6cd-4ac6-90e4-3fd6a1c952f6&quot;:{&quot;type&quot;:&quot;FIGURE_OBJECT&quot;,&quot;id&quot;:&quot;3c1dab7e-d6cd-4ac6-90e4-3fd6a1c952f6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d09c663c-9ee2-4ca4-9eca-6a7e898c2de8&quot;,&quot;order&quot;:&quot;3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fb88d3b-3bbe-4720-afdf-0b564d34502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fb88d3b-3bbe-4720-afdf-0b564d34502e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2fb88d3b-3bbe-4720-afdf-0b564d34502e&quot;,&quot;opacity&quot;:0.69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40b7b43b-a9c5-4acb-bfad-e857503b9de6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c3ddb195-1035-4240-adfe-a1eccc9fa06e&quot;:{&quot;id&quot;:&quot;c3ddb195-1035-4240-adfe-a1eccc9fa06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2fb88d3b-3bbe-4720-afdf-0b564d34502e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9c1071c6-0516-4a45-a9e8-02b4f1a5bb6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c1071c6-0516-4a45-a9e8-02b4f1a5bb6e&quot;:{&quot;type&quot;:&quot;FIGURE_OBJECT&quot;,&quot;id&quot;:&quot;9c1071c6-0516-4a45-a9e8-02b4f1a5bb6e&quot;,&quot;parent&quot;:{&quot;type&quot;:&quot;CHILD&quot;,&quot;parentId&quot;:&quot;40b7b43b-a9c5-4acb-bfad-e857503b9de6&quot;,&quot;order&quot;:&quot;999999999999999999&quot;},&quot;relativeTransform&quot;:{&quot;translate&quot;:{&quot;x&quot;:570.2097244124328,&quot;y&quot;:-55.47922384792972},&quot;rotate&quot;:0,&quot;skewX&quot;:0,&quot;scale&quot;:{&quot;x&quot;:1,&quot;y&quot;:1}}},&quot;9dfe0c4e-336f-4048-a0ec-c1b52f1a21d6&quot;:{&quot;type&quot;:&quot;FIGURE_OBJECT&quot;,&quot;id&quot;:&quot;9dfe0c4e-336f-4048-a0ec-c1b52f1a21d6&quot;,&quot;parent&quot;:{&quot;type&quot;:&quot;CHILD&quot;,&quot;parentId&quot;:&quot;9c1071c6-0516-4a45-a9e8-02b4f1a5bb6e&quot;,&quot;order&quot;:&quot;7&quot;},&quot;relativeTransform&quot;:{&quot;translate&quot;:{&quot;x&quot;:244.03430220320564,&quot;y&quot;:260.40454164456577},&quot;rotate&quot;:0.5705284900767742}},&quot;0748887c-2c00-4bd1-b6d5-3c101253316a&quot;:{&quot;id&quot;:&quot;0748887c-2c00-4bd1-b6d5-3c101253316a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9dfe0c4e-336f-4048-a0ec-c1b52f1a21d6&quot;,&quot;order&quot;:&quot;5&quot;}},&quot;825d3dd5-1cfa-4c2d-8121-30c47ceb245c&quot;:{&quot;type&quot;:&quot;FIGURE_OBJECT&quot;,&quot;id&quot;:&quot;825d3dd5-1cfa-4c2d-8121-30c47ceb245c&quot;,&quot;parent&quot;:{&quot;type&quot;:&quot;CROP&quot;,&quot;parentId&quot;:&quot;9dfe0c4e-336f-4048-a0ec-c1b52f1a21d6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0c9871a7-d9dd-4667-b07f-04a74f98be82&quot;:{&quot;type&quot;:&quot;FIGURE_OBJECT&quot;,&quot;id&quot;:&quot;0c9871a7-d9dd-4667-b07f-04a74f98be82&quot;,&quot;parent&quot;:{&quot;type&quot;:&quot;CHILD&quot;,&quot;parentId&quot;:&quot;9c1071c6-0516-4a45-a9e8-02b4f1a5bb6e&quot;,&quot;order&quot;:&quot;2&quot;},&quot;relativeTransform&quot;:{&quot;translate&quot;:{&quot;x&quot;:-14.99888481120773,&quot;y&quot;:109.78797710352872},&quot;rotate&quot;:-0.6236081290546599}},&quot;0fb7404a-45cb-416f-b99e-6d6d1c0d8b3f&quot;:{&quot;id&quot;:&quot;0fb7404a-45cb-416f-b99e-6d6d1c0d8b3f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0c9871a7-d9dd-4667-b07f-04a74f98be82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ab4ffd37-c640-43f0-8139-3dfd6e946f75&quot;:{&quot;type&quot;:&quot;FIGURE_OBJECT&quot;,&quot;id&quot;:&quot;ab4ffd37-c640-43f0-8139-3dfd6e946f75&quot;,&quot;parent&quot;:{&quot;type&quot;:&quot;CROP&quot;,&quot;parentId&quot;:&quot;0c9871a7-d9dd-4667-b07f-04a74f98be82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be0ca2a6-dcf7-48d8-8787-889f2dda1bf8&quot;:{&quot;type&quot;:&quot;FIGURE_OBJECT&quot;,&quot;id&quot;:&quot;be0ca2a6-dcf7-48d8-8787-889f2dda1bf8&quot;,&quot;parent&quot;:{&quot;type&quot;:&quot;CHILD&quot;,&quot;parentId&quot;:&quot;9c1071c6-0516-4a45-a9e8-02b4f1a5bb6e&quot;,&quot;order&quot;:&quot;5&quot;},&quot;relativeTransform&quot;:{&quot;translate&quot;:{&quot;x&quot;:260.77927831674674,&quot;y&quot;:198.83640199084653},&quot;rotate&quot;:0.6387441686248161}},&quot;f67ab2ca-7535-432f-89a8-c8bd374c2388&quot;:{&quot;id&quot;:&quot;f67ab2ca-7535-432f-89a8-c8bd374c2388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be0ca2a6-dcf7-48d8-8787-889f2dda1bf8&quot;,&quot;order&quot;:&quot;5&quot;}},&quot;6c45a1ba-93f4-42fd-bfd2-cd1eb6282ecc&quot;:{&quot;type&quot;:&quot;FIGURE_OBJECT&quot;,&quot;id&quot;:&quot;6c45a1ba-93f4-42fd-bfd2-cd1eb6282ecc&quot;,&quot;parent&quot;:{&quot;type&quot;:&quot;CROP&quot;,&quot;parentId&quot;:&quot;be0ca2a6-dcf7-48d8-8787-889f2dda1bf8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1310f2c0-31a3-45ae-aca1-f22c8aeb580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310f2c0-31a3-45ae-aca1-f22c8aeb5800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1310f2c0-31a3-45ae-aca1-f22c8aeb5800&quot;,&quot;parent&quot;:{&quot;type&quot;:&quot;CHILD&quot;,&quot;parentId&quot;:&quot;40b7b43b-a9c5-4acb-bfad-e857503b9de6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},&quot;45b6d07b-e22b-46c3-9eff-67a48db5e51c&quot;:{&quot;relativeTransform&quot;:{&quot;translate&quot;:{&quot;x&quot;:-94.52047553959267,&quot;y&quot;:-2.108457435895191},&quot;rotate&quot;:0},&quot;type&quot;:&quot;FIGURE_OBJECT&quot;,&quot;id&quot;:&quot;45b6d07b-e22b-46c3-9eff-67a48db5e51c&quot;,&quot;parent&quot;:{&quot;type&quot;:&quot;CHILD&quot;,&quot;parentId&quot;:&quot;1310f2c0-31a3-45ae-aca1-f22c8aeb5800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00a4b34a-eaf8-4681-9c6f-e35f3f8032b2&quot;:{&quot;type&quot;:&quot;FIGURE_OBJECT&quot;,&quot;id&quot;:&quot;00a4b34a-eaf8-4681-9c6f-e35f3f8032b2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45b6d07b-e22b-46c3-9eff-67a48db5e51c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cddb245-8289-430b-a442-9a40a11c8043&quot;:{&quot;type&quot;:&quot;FIGURE_OBJECT&quot;,&quot;id&quot;:&quot;3cddb245-8289-430b-a442-9a40a11c8043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45b6d07b-e22b-46c3-9eff-67a48db5e51c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33a868a-3941-4c2d-8f92-aa4cb65bcdcb&quot;:{&quot;type&quot;:&quot;FIGURE_OBJECT&quot;,&quot;id&quot;:&quot;d33a868a-3941-4c2d-8f92-aa4cb65bcdcb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1310f2c0-31a3-45ae-aca1-f22c8aeb5800&quot;,&quot;order&quot;:&quot;3&quot;}},&quot;36ca3224-23c6-4a3d-a6f1-6b782c3433f3&quot;:{&quot;relativeTransform&quot;:{&quot;translate&quot;:{&quot;x&quot;:25.656211366522225,&quot;y&quot;:-11.14816637129976},&quot;rotate&quot;:0.5478843171998568},&quot;type&quot;:&quot;FIGURE_OBJECT&quot;,&quot;id&quot;:&quot;36ca3224-23c6-4a3d-a6f1-6b782c3433f3&quot;,&quot;parent&quot;:{&quot;type&quot;:&quot;CHILD&quot;,&quot;parentId&quot;:&quot;1310f2c0-31a3-45ae-aca1-f22c8aeb5800&quot;,&quot;order&quot;:&quot;5&quot;},&quot;name&quot;:&quot;Radioligand&quot;,&quot;displayName&quot;:&quot;Radioligand&quot;,&quot;source&quot;:{&quot;id&quot;:&quot;614a1ea32f946a00a0836689&quot;,&quot;type&quot;:&quot;ASSETS&quot;},&quot;isPremium&quot;:false},&quot;0d34b7ff-1e1b-401d-b32b-09dead2510b0&quot;:{&quot;id&quot;:&quot;0d34b7ff-1e1b-401d-b32b-09dead2510b0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36ca3224-23c6-4a3d-a6f1-6b782c3433f3&quot;,&quot;order&quot;:&quot;7&quot;}},&quot;2b98f552-a02b-41fb-ad10-7dfececc3759&quot;:{&quot;type&quot;:&quot;FIGURE_OBJECT&quot;,&quot;id&quot;:&quot;2b98f552-a02b-41fb-ad10-7dfececc3759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36ca3224-23c6-4a3d-a6f1-6b782c3433f3&quot;,&quot;order&quot;:&quot;2&quot;}},&quot;1d7db17b-6aed-4b5c-9140-573f4bbc355e&quot;:{&quot;type&quot;:&quot;FIGURE_OBJECT&quot;,&quot;id&quot;:&quot;1d7db17b-6aed-4b5c-9140-573f4bbc355e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36ca3224-23c6-4a3d-a6f1-6b782c3433f3&quot;,&quot;order&quot;:&quot;8&quot;}},&quot;c85d68ec-ad4f-4076-91c5-914e8b685e0c&quot;:{&quot;type&quot;:&quot;FIGURE_OBJECT&quot;,&quot;id&quot;:&quot;c85d68ec-ad4f-4076-91c5-914e8b685e0c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310f2c0-31a3-45ae-aca1-f22c8aeb5800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936acc0c-861a-45bf-b3c2-0220d84b68f1&quot;:{&quot;relativeTransform&quot;:{&quot;translate&quot;:{&quot;x&quot;:8.020945760691498,&quot;y&quot;:2.288420123198222},&quot;rotate&quot;:4.1633363423443364e-17},&quot;type&quot;:&quot;FIGURE_OBJECT&quot;,&quot;id&quot;:&quot;936acc0c-861a-45bf-b3c2-0220d84b68f1&quot;,&quot;parent&quot;:{&quot;type&quot;:&quot;CHILD&quot;,&quot;parentId&quot;:&quot;1310f2c0-31a3-45ae-aca1-f22c8aeb5800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6eb17aa4-0f01-46f9-a956-9e637de03374&quot;:{&quot;id&quot;:&quot;6eb17aa4-0f01-46f9-a956-9e637de03374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936acc0c-861a-45bf-b3c2-0220d84b68f1&quot;,&quot;order&quot;:&quot;7&quot;}},&quot;7324b57f-f83f-4cc8-8780-751f1a2bba20&quot;:{&quot;type&quot;:&quot;FIGURE_OBJECT&quot;,&quot;id&quot;:&quot;7324b57f-f83f-4cc8-8780-751f1a2bba20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936acc0c-861a-45bf-b3c2-0220d84b68f1&quot;,&quot;order&quot;:&quot;2&quot;}},&quot;344d78c1-55fc-483e-bb38-bb0fed954af7&quot;:{&quot;type&quot;:&quot;FIGURE_OBJECT&quot;,&quot;id&quot;:&quot;344d78c1-55fc-483e-bb38-bb0fed954af7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936acc0c-861a-45bf-b3c2-0220d84b68f1&quot;,&quot;order&quot;:&quot;8&quot;}},&quot;4a463511-1689-41ba-a711-1b66e77c20c8&quot;:{&quot;type&quot;:&quot;FIGURE_OBJECT&quot;,&quot;id&quot;:&quot;4a463511-1689-41ba-a711-1b66e77c20c8&quot;,&quot;parent&quot;:{&quot;type&quot;:&quot;CHILD&quot;,&quot;parentId&quot;:&quot;1310f2c0-31a3-45ae-aca1-f22c8aeb5800&quot;,&quot;order&quot;:&quot;1&quot;},&quot;relativeTransform&quot;:{&quot;translate&quot;:{&quot;x&quot;:-0.03331737558516619,&quot;y&quot;:0.1967239441377253},&quot;rotate&quot;:0}},&quot;c88efdb1-74fa-46f8-be02-e9a7498934a5&quot;:{&quot;id&quot;:&quot;c88efdb1-74fa-46f8-be02-e9a7498934a5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4a463511-1689-41ba-a711-1b66e77c20c8&quot;,&quot;order&quot;:&quot;5&quot;}},&quot;6dfb2394-5969-4917-ae39-f2b7838af725&quot;:{&quot;type&quot;:&quot;FIGURE_OBJECT&quot;,&quot;id&quot;:&quot;6dfb2394-5969-4917-ae39-f2b7838af725&quot;,&quot;parent&quot;:{&quot;type&quot;:&quot;CROP&quot;,&quot;parentId&quot;:&quot;4a463511-1689-41ba-a711-1b66e77c20c8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9c0103d8-a8f4-4aaa-b4b1-ff410733d6db&quot;:{&quot;type&quot;:&quot;FIGURE_OBJECT&quot;,&quot;id&quot;:&quot;9c0103d8-a8f4-4aaa-b4b1-ff410733d6db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1310f2c0-31a3-45ae-aca1-f22c8aeb5800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e99ef59a-67ad-46ba-bf68-cfcd87dbf4e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99ef59a-67ad-46ba-bf68-cfcd87dbf4e7&quot;:{&quot;type&quot;:&quot;FIGURE_OBJECT&quot;,&quot;id&quot;:&quot;e99ef59a-67ad-46ba-bf68-cfcd87dbf4e7&quot;,&quot;parent&quot;:{&quot;type&quot;:&quot;CHILD&quot;,&quot;parentId&quot;:&quot;40b7b43b-a9c5-4acb-bfad-e857503b9de6&quot;,&quot;order&quot;:&quot;999999999999999999999&quot;},&quot;relativeTransform&quot;:{&quot;translate&quot;:{&quot;x&quot;:-5.593912965258861,&quot;y&quot;:8.277245494691797},&quot;rotate&quot;:0,&quot;skewX&quot;:0,&quot;scale&quot;:{&quot;x&quot;:1,&quot;y&quot;:1}}},&quot;1742fcac-cff1-4e5d-b141-3ecc17bf9319&quot;:{&quot;type&quot;:&quot;FIGURE_OBJECT&quot;,&quot;id&quot;:&quot;1742fcac-cff1-4e5d-b141-3ecc17bf9319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05&quot;}},&quot;616a4e8e-6e16-4496-b631-e45ca1b352a8&quot;:{&quot;type&quot;:&quot;FIGURE_OBJECT&quot;,&quot;id&quot;:&quot;616a4e8e-6e16-4496-b631-e45ca1b352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1742fcac-cff1-4e5d-b141-3ecc17bf9319&quot;,&quot;order&quot;:&quot;5&quot;}},&quot;7d92e65d-0ba7-4d0f-a800-13c74ab93741&quot;:{&quot;type&quot;:&quot;FIGURE_OBJECT&quot;,&quot;id&quot;:&quot;7d92e65d-0ba7-4d0f-a800-13c74ab93741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1&quot;}},&quot;f0fec688-f40d-457f-abe7-43d0cd13b698&quot;:{&quot;type&quot;:&quot;FIGURE_OBJECT&quot;,&quot;id&quot;:&quot;f0fec688-f40d-457f-abe7-43d0cd13b69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7d92e65d-0ba7-4d0f-a800-13c74ab93741&quot;,&quot;order&quot;:&quot;5&quot;}},&quot;51dfafcd-5e94-4fe1-97e7-9e46cda0058e&quot;:{&quot;type&quot;:&quot;FIGURE_OBJECT&quot;,&quot;id&quot;:&quot;51dfafcd-5e94-4fe1-97e7-9e46cda0058e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6&quot;}},&quot;fbbeeabe-ee5a-487d-ab33-9f602cc57c8b&quot;:{&quot;type&quot;:&quot;FIGURE_OBJECT&quot;,&quot;id&quot;:&quot;fbbeeabe-ee5a-487d-ab33-9f602cc57c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51dfafcd-5e94-4fe1-97e7-9e46cda0058e&quot;,&quot;order&quot;:&quot;5&quot;}},&quot;ef8a3b7b-e5d2-4278-ab5a-cbbf0eca53bb&quot;:{&quot;type&quot;:&quot;FIGURE_OBJECT&quot;,&quot;id&quot;:&quot;ef8a3b7b-e5d2-4278-ab5a-cbbf0eca53bb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7&quot;}},&quot;6b4272bc-dc99-4886-865a-1943b2e4c678&quot;:{&quot;type&quot;:&quot;FIGURE_OBJECT&quot;,&quot;id&quot;:&quot;6b4272bc-dc99-4886-865a-1943b2e4c67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ef8a3b7b-e5d2-4278-ab5a-cbbf0eca53bb&quot;,&quot;order&quot;:&quot;5&quot;}},&quot;33807f9e-eabe-4129-b477-1f4c2188a11a&quot;:{&quot;type&quot;:&quot;FIGURE_OBJECT&quot;,&quot;id&quot;:&quot;33807f9e-eabe-4129-b477-1f4c2188a11a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8&quot;}},&quot;a54f09e4-d0c3-4357-96b7-0c3b3f62551b&quot;:{&quot;type&quot;:&quot;FIGURE_OBJECT&quot;,&quot;id&quot;:&quot;a54f09e4-d0c3-4357-96b7-0c3b3f62551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33807f9e-eabe-4129-b477-1f4c2188a11a&quot;,&quot;order&quot;:&quot;5&quot;}},&quot;f6617bc0-a877-4620-9f78-9a9d10f78ddd&quot;:{&quot;type&quot;:&quot;FIGURE_OBJECT&quot;,&quot;id&quot;:&quot;f6617bc0-a877-4620-9f78-9a9d10f78ddd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2&quot;}},&quot;ba46621f-079c-4133-8f4f-239a10dba0e6&quot;:{&quot;type&quot;:&quot;FIGURE_OBJECT&quot;,&quot;id&quot;:&quot;ba46621f-079c-4133-8f4f-239a10dba0e6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f6617bc0-a877-4620-9f78-9a9d10f78ddd&quot;,&quot;order&quot;:&quot;5&quot;}},&quot;78ad0451-338a-4d0a-bb71-ce30c5893d51&quot;:{&quot;type&quot;:&quot;FIGURE_OBJECT&quot;,&quot;id&quot;:&quot;78ad0451-338a-4d0a-bb71-ce30c5893d51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e99ef59a-67ad-46ba-bf68-cfcd87dbf4e7&quot;,&quot;order&quot;:&quot;3&quot;}},&quot;a7085572-04da-46d6-9770-a6393f0b5931&quot;:{&quot;type&quot;:&quot;FIGURE_OBJECT&quot;,&quot;id&quot;:&quot;a7085572-04da-46d6-9770-a6393f0b5931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99ef59a-67ad-46ba-bf68-cfcd87dbf4e7&quot;,&quot;order&quot;:&quot;5&quot;}},&quot;e172f6d5-ff6b-4cd0-8bd3-051c199152fc&quot;:{&quot;type&quot;:&quot;FIGURE_OBJECT&quot;,&quot;id&quot;:&quot;e172f6d5-ff6b-4cd0-8bd3-051c199152f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a7085572-04da-46d6-9770-a6393f0b5931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e5bed06b-22f8-4191-a743-70116a072a2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5bed06b-22f8-4191-a743-70116a072a23&quot;:{&quot;type&quot;:&quot;FIGURE_OBJECT&quot;,&quot;id&quot;:&quot;e5bed06b-22f8-4191-a743-70116a072a23&quot;,&quot;parent&quot;:{&quot;type&quot;:&quot;CHILD&quot;,&quot;parentId&quot;:&quot;40b7b43b-a9c5-4acb-bfad-e857503b9de6&quot;,&quot;order&quot;:&quot;9999999999999999999995&quot;},&quot;relativeTransform&quot;:{&quot;translate&quot;:{&quot;x&quot;:-5.594155759230981,&quot;y&quot;:62.26905503758982},&quot;rotate&quot;:0,&quot;skewX&quot;:0,&quot;scale&quot;:{&quot;x&quot;:1,&quot;y&quot;:1}}},&quot;2b87901a-3a22-401c-8fc3-dfab10a039b8&quot;:{&quot;type&quot;:&quot;FIGURE_OBJECT&quot;,&quot;id&quot;:&quot;2b87901a-3a22-401c-8fc3-dfab10a039b8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5bed06b-22f8-4191-a743-70116a072a23&quot;,&quot;order&quot;:&quot;05&quot;}},&quot;598ea3f1-2466-48aa-b2eb-110645bb4c97&quot;:{&quot;type&quot;:&quot;FIGURE_OBJECT&quot;,&quot;id&quot;:&quot;598ea3f1-2466-48aa-b2eb-110645bb4c9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2b87901a-3a22-401c-8fc3-dfab10a039b8&quot;,&quot;order&quot;:&quot;5&quot;}},&quot;8f81b34f-df65-4f7b-becb-030f89372c04&quot;:{&quot;type&quot;:&quot;FIGURE_OBJECT&quot;,&quot;id&quot;:&quot;8f81b34f-df65-4f7b-becb-030f89372c04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1&quot;}},&quot;c4271354-8363-46a7-b8b3-7a9346310fa8&quot;:{&quot;type&quot;:&quot;FIGURE_OBJECT&quot;,&quot;id&quot;:&quot;c4271354-8363-46a7-b8b3-7a9346310f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8f81b34f-df65-4f7b-becb-030f89372c04&quot;,&quot;order&quot;:&quot;5&quot;}},&quot;25e19f47-d1b2-40a6-9ffd-6fe6906c0ff2&quot;:{&quot;type&quot;:&quot;FIGURE_OBJECT&quot;,&quot;id&quot;:&quot;25e19f47-d1b2-40a6-9ffd-6fe6906c0ff2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6&quot;}},&quot;8e1fb001-b0ec-49bd-bc21-c3fac331fadd&quot;:{&quot;type&quot;:&quot;FIGURE_OBJECT&quot;,&quot;id&quot;:&quot;8e1fb001-b0ec-49bd-bc21-c3fac331fad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25e19f47-d1b2-40a6-9ffd-6fe6906c0ff2&quot;,&quot;order&quot;:&quot;5&quot;}},&quot;86fc3d96-5410-4e85-a777-857bb24247b9&quot;:{&quot;type&quot;:&quot;FIGURE_OBJECT&quot;,&quot;id&quot;:&quot;86fc3d96-5410-4e85-a777-857bb24247b9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7&quot;}},&quot;ccbb734c-9286-468b-93e6-d404f8238fa8&quot;:{&quot;type&quot;:&quot;FIGURE_OBJECT&quot;,&quot;id&quot;:&quot;ccbb734c-9286-468b-93e6-d404f8238f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6fc3d96-5410-4e85-a777-857bb24247b9&quot;,&quot;order&quot;:&quot;5&quot;}},&quot;24114497-9e43-4841-a41c-a7b144f64d3c&quot;:{&quot;type&quot;:&quot;FIGURE_OBJECT&quot;,&quot;id&quot;:&quot;24114497-9e43-4841-a41c-a7b144f64d3c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8&quot;}},&quot;25dcf9c6-13bb-4597-a4c9-abd50258a144&quot;:{&quot;type&quot;:&quot;FIGURE_OBJECT&quot;,&quot;id&quot;:&quot;25dcf9c6-13bb-4597-a4c9-abd50258a144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4114497-9e43-4841-a41c-a7b144f64d3c&quot;,&quot;order&quot;:&quot;5&quot;}},&quot;e38cac51-a87d-4c65-9782-915cf1626828&quot;:{&quot;type&quot;:&quot;FIGURE_OBJECT&quot;,&quot;id&quot;:&quot;e38cac51-a87d-4c65-9782-915cf1626828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2&quot;}},&quot;c91cb123-e6d4-40b2-8bd4-ec8c5ecdf3db&quot;:{&quot;type&quot;:&quot;FIGURE_OBJECT&quot;,&quot;id&quot;:&quot;c91cb123-e6d4-40b2-8bd4-ec8c5ecdf3d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e38cac51-a87d-4c65-9782-915cf1626828&quot;,&quot;order&quot;:&quot;5&quot;}},&quot;61d9f34c-852e-48da-92fb-a206637bedc1&quot;:{&quot;type&quot;:&quot;FIGURE_OBJECT&quot;,&quot;id&quot;:&quot;61d9f34c-852e-48da-92fb-a206637bedc1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5bed06b-22f8-4191-a743-70116a072a23&quot;,&quot;order&quot;:&quot;3&quot;}},&quot;27c40d37-ebde-475d-b7f5-a87ece3d996a&quot;:{&quot;type&quot;:&quot;FIGURE_OBJECT&quot;,&quot;id&quot;:&quot;27c40d37-ebde-475d-b7f5-a87ece3d996a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5bed06b-22f8-4191-a743-70116a072a23&quot;,&quot;order&quot;:&quot;5&quot;}},&quot;c7c01cd8-4f21-4e65-bd3a-e08fd59f0b57&quot;:{&quot;type&quot;:&quot;FIGURE_OBJECT&quot;,&quot;id&quot;:&quot;c7c01cd8-4f21-4e65-bd3a-e08fd59f0b5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7c40d37-ebde-475d-b7f5-a87ece3d996a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c7655f6-06c9-4a1b-8788-93b19eb25bf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c7655f6-06c9-4a1b-8788-93b19eb25bf5&quot;:{&quot;type&quot;:&quot;FIGURE_OBJECT&quot;,&quot;id&quot;:&quot;6c7655f6-06c9-4a1b-8788-93b19eb25bf5&quot;,&quot;relativeTransform&quot;:{&quot;translate&quot;:{&quot;x&quot;:0,&quot;y&quot;:0.972289742343214},&quot;rotate&quot;:0,&quot;skewX&quot;:0,&quot;scale&quot;:{&quot;x&quot;:1,&quot;y&quot;:1}},&quot;opacity&quot;:1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7&quot;},&quot;connectorInfo&quot;:{&quot;connectedObjectAtLineStart&quot;:{&quot;objectId&quot;:&quot;e99ef59a-67ad-46ba-bf68-cfcd87dbf4e7&quot;,&quot;coordinates&quot;:{&quot;x&quot;:0,&quot;y&quot;:0.5}},&quot;connectedObjectAtLineEnd&quot;:{&quot;objectId&quot;:&quot;e5bed06b-22f8-4191-a743-70116a072a23&quot;,&quot;coordinates&quot;:{&quot;x&quot;:0,&quot;y&quot;:0.5}},&quot;type&quot;:&quot;ELBOW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c1bddda0-e20c-43be-95bb-7f872a1fc14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1bddda0-e20c-43be-95bb-7f872a1fc142&quot;:{&quot;type&quot;:&quot;FIGURE_OBJECT&quot;,&quot;id&quot;:&quot;c1bddda0-e20c-43be-95bb-7f872a1fc142&quot;,&quot;parent&quot;:{&quot;type&quot;:&quot;CHILD&quot;,&quot;parentId&quot;:&quot;40b7b43b-a9c5-4acb-bfad-e857503b9de6&quot;,&quot;order&quot;:&quot;99999999999999999999996&quot;},&quot;relativeTransform&quot;:{&quot;translate&quot;:{&quot;x&quot;:-132.41727879185254,&quot;y&quot;:11.136717055467239},&quot;rotate&quot;:0,&quot;skewX&quot;:0,&quot;scale&quot;:{&quot;x&quot;:1,&quot;y&quot;:1}}},&quot;2e6065d4-444c-4ec8-a8ca-24045424ecfd&quot;:{&quot;type&quot;:&quot;FIGURE_OBJECT&quot;,&quot;id&quot;:&quot;2e6065d4-444c-4ec8-a8ca-24045424ecfd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1bddda0-e20c-43be-95bb-7f872a1fc142&quot;,&quot;order&quot;:&quot;2&quot;}},&quot;84b1be67-2216-4d13-9417-3afeaf7d0412&quot;:{&quot;type&quot;:&quot;FIGURE_OBJECT&quot;,&quot;id&quot;:&quot;84b1be67-2216-4d13-9417-3afeaf7d0412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1&quot;}},&quot;a301daf0-26a3-4184-b6fd-097ef0eab881&quot;:{&quot;type&quot;:&quot;FIGURE_OBJECT&quot;,&quot;id&quot;:&quot;a301daf0-26a3-4184-b6fd-097ef0eab881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2&quot;}},&quot;308b91d6-5568-4775-ab2f-9eaaf582ee12&quot;:{&quot;type&quot;:&quot;FIGURE_OBJECT&quot;,&quot;id&quot;:&quot;308b91d6-5568-4775-ab2f-9eaaf582ee12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5&quot;}},&quot;b35c7200-ea5a-4294-9c56-352e62cc43f3&quot;:{&quot;type&quot;:&quot;FIGURE_OBJECT&quot;,&quot;id&quot;:&quot;b35c7200-ea5a-4294-9c56-352e62cc43f3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07&quot;}},&quot;de58c3fb-cbd1-4142-bc48-bc5c3fceed19&quot;:{&quot;type&quot;:&quot;FIGURE_OBJECT&quot;,&quot;id&quot;:&quot;de58c3fb-cbd1-4142-bc48-bc5c3fceed19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&quot;}},&quot;ad347327-88e0-4dac-80c6-a118d467046b&quot;:{&quot;type&quot;:&quot;FIGURE_OBJECT&quot;,&quot;id&quot;:&quot;ad347327-88e0-4dac-80c6-a118d467046b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1&quot;}},&quot;eb85fe59-241c-4ca9-935a-7ac064e355ae&quot;:{&quot;type&quot;:&quot;FIGURE_OBJECT&quot;,&quot;id&quot;:&quot;eb85fe59-241c-4ca9-935a-7ac064e355ae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2&quot;}},&quot;7433953f-29cc-4486-89ca-8626b6ccf1d9&quot;:{&quot;type&quot;:&quot;FIGURE_OBJECT&quot;,&quot;id&quot;:&quot;7433953f-29cc-4486-89ca-8626b6ccf1d9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5&quot;}},&quot;8152e41a-6809-4d35-b120-957f10d369ac&quot;:{&quot;type&quot;:&quot;FIGURE_OBJECT&quot;,&quot;id&quot;:&quot;8152e41a-6809-4d35-b120-957f10d369ac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17&quot;}},&quot;afe8d18e-e5e6-44e0-8269-f320fe28f2b2&quot;:{&quot;type&quot;:&quot;FIGURE_OBJECT&quot;,&quot;id&quot;:&quot;afe8d18e-e5e6-44e0-8269-f320fe28f2b2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&quot;}},&quot;e182f6e0-1c6a-4853-b18c-65986ef7e0cf&quot;:{&quot;type&quot;:&quot;FIGURE_OBJECT&quot;,&quot;id&quot;:&quot;e182f6e0-1c6a-4853-b18c-65986ef7e0cf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1&quot;}},&quot;78cbf386-14ea-420a-97e7-4a7553c6d4f7&quot;:{&quot;type&quot;:&quot;FIGURE_OBJECT&quot;,&quot;id&quot;:&quot;78cbf386-14ea-420a-97e7-4a7553c6d4f7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2&quot;}},&quot;aa6a1990-343b-4ba1-92b0-89fb03fddcae&quot;:{&quot;type&quot;:&quot;FIGURE_OBJECT&quot;,&quot;id&quot;:&quot;aa6a1990-343b-4ba1-92b0-89fb03fddcae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5&quot;}},&quot;96cc0b94-a40f-472c-8397-7cec32c16020&quot;:{&quot;type&quot;:&quot;FIGURE_OBJECT&quot;,&quot;id&quot;:&quot;96cc0b94-a40f-472c-8397-7cec32c16020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27&quot;}},&quot;999909ff-2e71-4e0d-9435-a163478f1418&quot;:{&quot;type&quot;:&quot;FIGURE_OBJECT&quot;,&quot;id&quot;:&quot;999909ff-2e71-4e0d-9435-a163478f1418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3&quot;}},&quot;cfb43444-811e-4bb4-800d-9a233d8f83b3&quot;:{&quot;type&quot;:&quot;FIGURE_OBJECT&quot;,&quot;id&quot;:&quot;cfb43444-811e-4bb4-800d-9a233d8f83b3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35&quot;}},&quot;ba426d09-77a9-4100-8846-aee764827838&quot;:{&quot;type&quot;:&quot;FIGURE_OBJECT&quot;,&quot;id&quot;:&quot;ba426d09-77a9-4100-8846-aee764827838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4&quot;}},&quot;c32648ca-bb8c-45c6-8c17-557943d98a0d&quot;:{&quot;type&quot;:&quot;FIGURE_OBJECT&quot;,&quot;id&quot;:&quot;c32648ca-bb8c-45c6-8c17-557943d98a0d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45&quot;}},&quot;c1384649-ac6c-4db2-9a40-7d0458ef95d6&quot;:{&quot;type&quot;:&quot;FIGURE_OBJECT&quot;,&quot;id&quot;:&quot;c1384649-ac6c-4db2-9a40-7d0458ef95d6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&quot;}},&quot;e8c3fc99-df57-4660-a23e-af55ee73c998&quot;:{&quot;type&quot;:&quot;FIGURE_OBJECT&quot;,&quot;id&quot;:&quot;e8c3fc99-df57-4660-a23e-af55ee73c998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1&quot;}},&quot;3800dbc3-d73d-4ff3-8192-516eb6774231&quot;:{&quot;type&quot;:&quot;FIGURE_OBJECT&quot;,&quot;id&quot;:&quot;3800dbc3-d73d-4ff3-8192-516eb6774231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2&quot;}},&quot;e491e46a-506c-459d-bf24-d49f3569e0f6&quot;:{&quot;type&quot;:&quot;FIGURE_OBJECT&quot;,&quot;id&quot;:&quot;e491e46a-506c-459d-bf24-d49f3569e0f6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5&quot;}},&quot;81988d25-57c2-4363-8d5e-d075a0f22afd&quot;:{&quot;type&quot;:&quot;FIGURE_OBJECT&quot;,&quot;id&quot;:&quot;81988d25-57c2-4363-8d5e-d075a0f22afd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57&quot;}},&quot;7c1d4721-58d9-4a17-9b8a-10e0f637d885&quot;:{&quot;type&quot;:&quot;FIGURE_OBJECT&quot;,&quot;id&quot;:&quot;7c1d4721-58d9-4a17-9b8a-10e0f637d885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&quot;}},&quot;4c0978a7-a107-4e75-995d-0b9ee8c78896&quot;:{&quot;type&quot;:&quot;FIGURE_OBJECT&quot;,&quot;id&quot;:&quot;4c0978a7-a107-4e75-995d-0b9ee8c78896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2&quot;}},&quot;459657fb-b463-4640-971e-5ce2a3a52dbd&quot;:{&quot;type&quot;:&quot;FIGURE_OBJECT&quot;,&quot;id&quot;:&quot;459657fb-b463-4640-971e-5ce2a3a52dbd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5&quot;}},&quot;c9165b21-b8c7-4097-a413-5b5a46b088a6&quot;:{&quot;type&quot;:&quot;FIGURE_OBJECT&quot;,&quot;id&quot;:&quot;c9165b21-b8c7-4097-a413-5b5a46b088a6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67&quot;}},&quot;cc16d193-7d73-4478-9820-32686ea0c52c&quot;:{&quot;type&quot;:&quot;FIGURE_OBJECT&quot;,&quot;id&quot;:&quot;cc16d193-7d73-4478-9820-32686ea0c52c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&quot;}},&quot;ee23fb4c-8f9d-49bf-800c-a50d20686efb&quot;:{&quot;type&quot;:&quot;FIGURE_OBJECT&quot;,&quot;id&quot;:&quot;ee23fb4c-8f9d-49bf-800c-a50d20686efb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1&quot;}},&quot;f1c5fa39-3c03-4a36-9b59-735b90edd123&quot;:{&quot;type&quot;:&quot;FIGURE_OBJECT&quot;,&quot;id&quot;:&quot;f1c5fa39-3c03-4a36-9b59-735b90edd123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2&quot;}},&quot;edd5ef06-0189-43c8-9d40-5147b9f738b5&quot;:{&quot;type&quot;:&quot;FIGURE_OBJECT&quot;,&quot;id&quot;:&quot;edd5ef06-0189-43c8-9d40-5147b9f738b5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5&quot;}},&quot;a5fb8661-8832-4caa-a0a6-60baf09da1f0&quot;:{&quot;type&quot;:&quot;FIGURE_OBJECT&quot;,&quot;id&quot;:&quot;a5fb8661-8832-4caa-a0a6-60baf09da1f0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77&quot;}},&quot;c643b14c-f366-4b24-b661-25d6c8f0aa6f&quot;:{&quot;type&quot;:&quot;FIGURE_OBJECT&quot;,&quot;id&quot;:&quot;c643b14c-f366-4b24-b661-25d6c8f0aa6f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8&quot;}},&quot;2c61ac07-ab24-4ac5-a233-addf021cfbc5&quot;:{&quot;type&quot;:&quot;FIGURE_OBJECT&quot;,&quot;id&quot;:&quot;2c61ac07-ab24-4ac5-a233-addf021cfbc5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85&quot;}},&quot;00e6d3bc-10cd-490b-9578-0cb75ddb4107&quot;:{&quot;type&quot;:&quot;FIGURE_OBJECT&quot;,&quot;id&quot;:&quot;00e6d3bc-10cd-490b-9578-0cb75ddb4107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9&quot;}},&quot;0e045124-f4c2-4aa5-b737-7a4c20503029&quot;:{&quot;type&quot;:&quot;FIGURE_OBJECT&quot;,&quot;id&quot;:&quot;0e045124-f4c2-4aa5-b737-7a4c20503029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2e6065d4-444c-4ec8-a8ca-24045424ecfd&quot;,&quot;order&quot;:&quot;95&quot;}},&quot;5254a230-c818-4e66-8ef7-54c8850f1478&quot;:{&quot;type&quot;:&quot;FIGURE_OBJECT&quot;,&quot;id&quot;:&quot;5254a230-c818-4e66-8ef7-54c8850f1478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c1bddda0-e20c-43be-95bb-7f872a1fc142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a5cc88f-1dc8-4daa-988d-e5a7ff21a2f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a5cc88f-1dc8-4daa-988d-e5a7ff21a2f1&quot;:{&quot;type&quot;:&quot;FIGURE_OBJECT&quot;,&quot;id&quot;:&quot;2a5cc88f-1dc8-4daa-988d-e5a7ff21a2f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&quot;},&quot;connectorInfo&quot;:{&quot;connectedObjectAtLineEnd&quot;:{&quot;objectId&quot;:&quot;c1bddda0-e20c-43be-95bb-7f872a1fc142&quot;,&quot;coordinates&quot;:{&quot;x&quot;:0,&quot;y&quot;:0.5}},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88a8f37f-7ce7-4f94-bd5d-3be6e3e25e3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8a8f37f-7ce7-4f94-bd5d-3be6e3e25e3b&quot;:{&quot;type&quot;:&quot;FIGURE_OBJECT&quot;,&quot;id&quot;:&quot;88a8f37f-7ce7-4f94-bd5d-3be6e3e25e3b&quot;,&quot;parent&quot;:{&quot;type&quot;:&quot;CHILD&quot;,&quot;parentId&quot;:&quot;40b7b43b-a9c5-4acb-bfad-e857503b9de6&quot;,&quot;order&quot;:&quot;9999999999999999999999919&quot;},&quot;relativeTransform&quot;:{}},&quot;0c3078bf-190a-4642-b51a-167ddc655c64&quot;:{&quot;type&quot;:&quot;FIGURE_OBJECT&quot;,&quot;id&quot;:&quot;0c3078bf-190a-4642-b51a-167ddc655c64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1&quot;}},&quot;a44c8d78-6cac-4acf-98ae-19a6e767812f&quot;:{&quot;type&quot;:&quot;FIGURE_OBJECT&quot;,&quot;id&quot;:&quot;a44c8d78-6cac-4acf-98ae-19a6e767812f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2&quot;}},&quot;43e6befb-ec1b-4ee7-81de-59615826bfce&quot;:{&quot;type&quot;:&quot;FIGURE_OBJECT&quot;,&quot;id&quot;:&quot;43e6befb-ec1b-4ee7-81de-59615826bfce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5&quot;}},&quot;44ff6695-d503-4fcc-aba2-a5c8f2fae3ca&quot;:{&quot;type&quot;:&quot;FIGURE_OBJECT&quot;,&quot;id&quot;:&quot;44ff6695-d503-4fcc-aba2-a5c8f2fae3ca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07&quot;}},&quot;974c02f1-a90d-4fd4-b44f-54b50645ddca&quot;:{&quot;type&quot;:&quot;FIGURE_OBJECT&quot;,&quot;id&quot;:&quot;974c02f1-a90d-4fd4-b44f-54b50645ddca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&quot;}},&quot;9284a22d-7b13-4889-b6dd-581c5889b77b&quot;:{&quot;type&quot;:&quot;FIGURE_OBJECT&quot;,&quot;id&quot;:&quot;9284a22d-7b13-4889-b6dd-581c5889b77b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1&quot;}},&quot;c4f62509-9754-43ad-aa8d-7c207f8e3d10&quot;:{&quot;type&quot;:&quot;FIGURE_OBJECT&quot;,&quot;id&quot;:&quot;c4f62509-9754-43ad-aa8d-7c207f8e3d10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2&quot;}},&quot;9968a4ed-9c82-4044-8b79-d02170e5877f&quot;:{&quot;type&quot;:&quot;FIGURE_OBJECT&quot;,&quot;id&quot;:&quot;9968a4ed-9c82-4044-8b79-d02170e5877f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5&quot;}},&quot;5ea4070c-4c4b-41fe-8af4-d4a7e6d55e69&quot;:{&quot;type&quot;:&quot;FIGURE_OBJECT&quot;,&quot;id&quot;:&quot;5ea4070c-4c4b-41fe-8af4-d4a7e6d55e69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17&quot;}},&quot;f3c84210-3004-4e91-889e-03abdaa1a1ab&quot;:{&quot;type&quot;:&quot;FIGURE_OBJECT&quot;,&quot;id&quot;:&quot;f3c84210-3004-4e91-889e-03abdaa1a1ab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&quot;}},&quot;07a18061-ed25-4934-86f7-2316f442fdee&quot;:{&quot;type&quot;:&quot;FIGURE_OBJECT&quot;,&quot;id&quot;:&quot;07a18061-ed25-4934-86f7-2316f442fdee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1&quot;}},&quot;bb75de05-76b1-4881-b0ca-e2fff047b0b6&quot;:{&quot;type&quot;:&quot;FIGURE_OBJECT&quot;,&quot;id&quot;:&quot;bb75de05-76b1-4881-b0ca-e2fff047b0b6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2&quot;}},&quot;a24fd4b7-34c5-44ae-94f7-dbe3328f12da&quot;:{&quot;type&quot;:&quot;FIGURE_OBJECT&quot;,&quot;id&quot;:&quot;a24fd4b7-34c5-44ae-94f7-dbe3328f12da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5&quot;}},&quot;57edb646-9867-430b-8501-b4494ee3b295&quot;:{&quot;type&quot;:&quot;FIGURE_OBJECT&quot;,&quot;id&quot;:&quot;57edb646-9867-430b-8501-b4494ee3b295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27&quot;}},&quot;24d78189-814f-4ec6-bf02-ade844b8f088&quot;:{&quot;type&quot;:&quot;FIGURE_OBJECT&quot;,&quot;id&quot;:&quot;24d78189-814f-4ec6-bf02-ade844b8f088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3&quot;}},&quot;764a4f7c-8573-44e0-9512-dda3dc31aad1&quot;:{&quot;type&quot;:&quot;FIGURE_OBJECT&quot;,&quot;id&quot;:&quot;764a4f7c-8573-44e0-9512-dda3dc31aad1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35&quot;}},&quot;f4b9fe24-ae7e-4b6c-abac-249c82f1974a&quot;:{&quot;type&quot;:&quot;FIGURE_OBJECT&quot;,&quot;id&quot;:&quot;f4b9fe24-ae7e-4b6c-abac-249c82f1974a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4&quot;}},&quot;2f55a71c-add4-4b77-abe3-2fbbd4b28798&quot;:{&quot;type&quot;:&quot;FIGURE_OBJECT&quot;,&quot;id&quot;:&quot;2f55a71c-add4-4b77-abe3-2fbbd4b28798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45&quot;}},&quot;5d968f7c-f840-4a68-9095-e2b32623f85d&quot;:{&quot;type&quot;:&quot;FIGURE_OBJECT&quot;,&quot;id&quot;:&quot;5d968f7c-f840-4a68-9095-e2b32623f85d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&quot;}},&quot;380789d0-cb0a-499f-a592-4ccf86f14fe2&quot;:{&quot;type&quot;:&quot;FIGURE_OBJECT&quot;,&quot;id&quot;:&quot;380789d0-cb0a-499f-a592-4ccf86f14fe2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1&quot;}},&quot;ef78bc12-666e-4adf-a4a9-7e610ca27e80&quot;:{&quot;type&quot;:&quot;FIGURE_OBJECT&quot;,&quot;id&quot;:&quot;ef78bc12-666e-4adf-a4a9-7e610ca27e80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2&quot;}},&quot;bb51c7af-7f1f-4d7d-bddd-59919892b83b&quot;:{&quot;type&quot;:&quot;FIGURE_OBJECT&quot;,&quot;id&quot;:&quot;bb51c7af-7f1f-4d7d-bddd-59919892b83b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5&quot;}},&quot;6f337e52-04b1-42d4-a977-c3c3c39c8804&quot;:{&quot;type&quot;:&quot;FIGURE_OBJECT&quot;,&quot;id&quot;:&quot;6f337e52-04b1-42d4-a977-c3c3c39c8804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57&quot;}},&quot;de5e1f6f-4a26-4ad8-a2ef-1cfe52bcbd12&quot;:{&quot;type&quot;:&quot;FIGURE_OBJECT&quot;,&quot;id&quot;:&quot;de5e1f6f-4a26-4ad8-a2ef-1cfe52bcbd12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&quot;}},&quot;a742232e-bbff-4e44-acbe-7b498622ffa4&quot;:{&quot;type&quot;:&quot;FIGURE_OBJECT&quot;,&quot;id&quot;:&quot;a742232e-bbff-4e44-acbe-7b498622ffa4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2&quot;}},&quot;c5ca6574-e8aa-4428-a6bf-7822a27d544c&quot;:{&quot;type&quot;:&quot;FIGURE_OBJECT&quot;,&quot;id&quot;:&quot;c5ca6574-e8aa-4428-a6bf-7822a27d544c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5&quot;}},&quot;18ba98a4-f057-42b5-9e2c-b817b776d97f&quot;:{&quot;type&quot;:&quot;FIGURE_OBJECT&quot;,&quot;id&quot;:&quot;18ba98a4-f057-42b5-9e2c-b817b776d97f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67&quot;}},&quot;04834745-808a-4612-a56a-ebaf0d890a3f&quot;:{&quot;type&quot;:&quot;FIGURE_OBJECT&quot;,&quot;id&quot;:&quot;04834745-808a-4612-a56a-ebaf0d890a3f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&quot;}},&quot;4fca4262-a8d0-4cf3-9381-a53a553e1f6e&quot;:{&quot;type&quot;:&quot;FIGURE_OBJECT&quot;,&quot;id&quot;:&quot;4fca4262-a8d0-4cf3-9381-a53a553e1f6e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1&quot;}},&quot;ac68e8f2-8bad-4c08-b8b9-e7cae72aa76f&quot;:{&quot;type&quot;:&quot;FIGURE_OBJECT&quot;,&quot;id&quot;:&quot;ac68e8f2-8bad-4c08-b8b9-e7cae72aa76f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2&quot;}},&quot;16b9c15a-1870-489b-8d42-3f45c5c33536&quot;:{&quot;type&quot;:&quot;FIGURE_OBJECT&quot;,&quot;id&quot;:&quot;16b9c15a-1870-489b-8d42-3f45c5c33536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5&quot;}},&quot;22af03e4-d015-49be-a297-dabd7632089e&quot;:{&quot;type&quot;:&quot;FIGURE_OBJECT&quot;,&quot;id&quot;:&quot;22af03e4-d015-49be-a297-dabd7632089e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77&quot;}},&quot;fe6a5b57-6220-4343-b297-2a147c153206&quot;:{&quot;type&quot;:&quot;FIGURE_OBJECT&quot;,&quot;id&quot;:&quot;fe6a5b57-6220-4343-b297-2a147c153206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8&quot;}},&quot;3c17244c-47dc-40be-8512-1aca8420ef47&quot;:{&quot;type&quot;:&quot;FIGURE_OBJECT&quot;,&quot;id&quot;:&quot;3c17244c-47dc-40be-8512-1aca8420ef47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85&quot;}},&quot;aecba6da-7d92-40a6-8a21-1bb729c71305&quot;:{&quot;type&quot;:&quot;FIGURE_OBJECT&quot;,&quot;id&quot;:&quot;aecba6da-7d92-40a6-8a21-1bb729c71305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9&quot;}},&quot;fa4ba7b7-a9f7-43d6-9c61-c8db688d5a52&quot;:{&quot;type&quot;:&quot;FIGURE_OBJECT&quot;,&quot;id&quot;:&quot;fa4ba7b7-a9f7-43d6-9c61-c8db688d5a52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88a8f37f-7ce7-4f94-bd5d-3be6e3e25e3b&quot;,&quot;order&quot;:&quot;9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b1ce7038-2f74-431b-9ad0-285c31c6f1e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1ce7038-2f74-431b-9ad0-285c31c6f1e0&quot;:{&quot;type&quot;:&quot;FIGURE_OBJECT&quot;,&quot;id&quot;:&quot;b1ce7038-2f74-431b-9ad0-285c31c6f1e0&quot;,&quot;relativeTransform&quot;:{&quot;translate&quot;:{&quot;x&quot;:96.34420758385988,&quot;y&quot;:0.00007438016530159075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5&quot;},&quot;connectorInfo&quot;:{&quot;connectedObjectAtLineEnd&quot;:{&quot;objectId&quot;:&quot;9f5f72ff-9c3f-48a9-a19e-059360e45e75&quot;,&quot;coordinates&quot;:{&quot;x&quot;:0,&quot;y&quot;:0.5}},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f2a30b80-5df5-46db-84b0-fd39d87fc99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2a30b80-5df5-46db-84b0-fd39d87fc993&quot;:{&quot;type&quot;:&quot;FIGURE_OBJECT&quot;,&quot;id&quot;:&quot;f2a30b80-5df5-46db-84b0-fd39d87fc993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40b7b43b-a9c5-4acb-bfad-e857503b9de6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},&quot;2188289a-1efe-4166-830d-1d447cc63dd8&quot;:{&quot;id&quot;:&quot;2188289a-1efe-4166-830d-1d447cc63dd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f2a30b80-5df5-46db-84b0-fd39d87fc993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ce4288ed-b40d-4023-9b36-1f86b854168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e4288ed-b40d-4023-9b36-1f86b854168e&quot;:{&quot;type&quot;:&quot;FIGURE_OBJECT&quot;,&quot;id&quot;:&quot;ce4288ed-b40d-4023-9b36-1f86b854168e&quot;,&quot;parent&quot;:{&quot;type&quot;:&quot;CHILD&quot;,&quot;parentId&quot;:&quot;40b7b43b-a9c5-4acb-bfad-e857503b9de6&quot;,&quot;order&quot;:&quot;999999999999999999999999&quot;},&quot;relativeTransform&quot;:{&quot;translate&quot;:{&quot;x&quot;:116.402483726469,&quot;y&quot;:-246.02235262249508},&quot;rotate&quot;:0,&quot;skewX&quot;:0,&quot;scale&quot;:{&quot;x&quot;:1,&quot;y&quot;:1}}},&quot;2b8762d6-e203-47f6-abcf-4175c633d551&quot;:{&quot;type&quot;:&quot;FIGURE_OBJECT&quot;,&quot;id&quot;:&quot;2b8762d6-e203-47f6-abcf-4175c633d551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1&quot;}},&quot;69ef4eea-07a6-4e78-96a7-d6eb0246f312&quot;:{&quot;type&quot;:&quot;FIGURE_OBJECT&quot;,&quot;id&quot;:&quot;69ef4eea-07a6-4e78-96a7-d6eb0246f312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2&quot;}},&quot;8821070d-dc7c-400a-8141-c182690e9d22&quot;:{&quot;type&quot;:&quot;FIGURE_OBJECT&quot;,&quot;id&quot;:&quot;8821070d-dc7c-400a-8141-c182690e9d22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5&quot;}},&quot;abf60ac1-25c0-4d7a-a69f-81acc8788866&quot;:{&quot;type&quot;:&quot;FIGURE_OBJECT&quot;,&quot;id&quot;:&quot;abf60ac1-25c0-4d7a-a69f-81acc8788866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07&quot;}},&quot;2fdfa15b-6e4a-4313-a7a0-cc8079048fae&quot;:{&quot;type&quot;:&quot;FIGURE_OBJECT&quot;,&quot;id&quot;:&quot;2fdfa15b-6e4a-4313-a7a0-cc8079048fae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&quot;}},&quot;cefd402d-7f30-4439-a7c8-2971a4a43555&quot;:{&quot;type&quot;:&quot;FIGURE_OBJECT&quot;,&quot;id&quot;:&quot;cefd402d-7f30-4439-a7c8-2971a4a43555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1&quot;}},&quot;1c0f8198-7e2f-4724-ae7b-93ed7e45b460&quot;:{&quot;type&quot;:&quot;FIGURE_OBJECT&quot;,&quot;id&quot;:&quot;1c0f8198-7e2f-4724-ae7b-93ed7e45b460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2&quot;}},&quot;9ad53c29-372b-4ccc-86e2-52e3d8a08116&quot;:{&quot;type&quot;:&quot;FIGURE_OBJECT&quot;,&quot;id&quot;:&quot;9ad53c29-372b-4ccc-86e2-52e3d8a08116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5&quot;}},&quot;a09b46e8-fffd-49fb-aaff-aae82ae297f2&quot;:{&quot;type&quot;:&quot;FIGURE_OBJECT&quot;,&quot;id&quot;:&quot;a09b46e8-fffd-49fb-aaff-aae82ae297f2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17&quot;}},&quot;ddb21ba8-0a60-4a72-b428-b40c687f946b&quot;:{&quot;type&quot;:&quot;FIGURE_OBJECT&quot;,&quot;id&quot;:&quot;ddb21ba8-0a60-4a72-b428-b40c687f946b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&quot;}},&quot;8800c0c0-f73c-4d94-ad13-d075eb34a5fc&quot;:{&quot;type&quot;:&quot;FIGURE_OBJECT&quot;,&quot;id&quot;:&quot;8800c0c0-f73c-4d94-ad13-d075eb34a5fc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1&quot;}},&quot;6e35eb22-e0a4-4d62-9cb7-9f66e8ca3328&quot;:{&quot;type&quot;:&quot;FIGURE_OBJECT&quot;,&quot;id&quot;:&quot;6e35eb22-e0a4-4d62-9cb7-9f66e8ca3328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2&quot;}},&quot;391d87a3-2456-4e37-8e78-75c2051c4316&quot;:{&quot;type&quot;:&quot;FIGURE_OBJECT&quot;,&quot;id&quot;:&quot;391d87a3-2456-4e37-8e78-75c2051c4316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5&quot;}},&quot;65c40618-1f6a-4574-8257-902ea4331214&quot;:{&quot;type&quot;:&quot;FIGURE_OBJECT&quot;,&quot;id&quot;:&quot;65c40618-1f6a-4574-8257-902ea4331214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27&quot;}},&quot;b339b82f-4e0e-477e-abfa-f00810a2959c&quot;:{&quot;type&quot;:&quot;FIGURE_OBJECT&quot;,&quot;id&quot;:&quot;b339b82f-4e0e-477e-abfa-f00810a2959c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3&quot;}},&quot;a00238f8-5354-479e-be46-40b2acfdb07d&quot;:{&quot;type&quot;:&quot;FIGURE_OBJECT&quot;,&quot;id&quot;:&quot;a00238f8-5354-479e-be46-40b2acfdb07d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35&quot;}},&quot;932fd00c-e20b-4cbe-8a71-f666f2771f67&quot;:{&quot;type&quot;:&quot;FIGURE_OBJECT&quot;,&quot;id&quot;:&quot;932fd00c-e20b-4cbe-8a71-f666f2771f67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4&quot;}},&quot;57e0e887-5ac2-4cf9-b720-0b51fc7aceb4&quot;:{&quot;type&quot;:&quot;FIGURE_OBJECT&quot;,&quot;id&quot;:&quot;57e0e887-5ac2-4cf9-b720-0b51fc7aceb4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45&quot;}},&quot;8dfb9200-7601-456b-b673-e4c52f67e144&quot;:{&quot;type&quot;:&quot;FIGURE_OBJECT&quot;,&quot;id&quot;:&quot;8dfb9200-7601-456b-b673-e4c52f67e144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&quot;}},&quot;c5d4d53f-62ec-4006-8f0d-b29dc3e3090a&quot;:{&quot;type&quot;:&quot;FIGURE_OBJECT&quot;,&quot;id&quot;:&quot;c5d4d53f-62ec-4006-8f0d-b29dc3e3090a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1&quot;}},&quot;6a0a5170-6090-4bf7-b26f-34e8652fe671&quot;:{&quot;type&quot;:&quot;FIGURE_OBJECT&quot;,&quot;id&quot;:&quot;6a0a5170-6090-4bf7-b26f-34e8652fe671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2&quot;}},&quot;05de7e72-a4cb-4c0f-9a48-927f825705c3&quot;:{&quot;type&quot;:&quot;FIGURE_OBJECT&quot;,&quot;id&quot;:&quot;05de7e72-a4cb-4c0f-9a48-927f825705c3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5&quot;}},&quot;24c5cc3b-eadb-4adf-b61e-86c887e4daa7&quot;:{&quot;type&quot;:&quot;FIGURE_OBJECT&quot;,&quot;id&quot;:&quot;24c5cc3b-eadb-4adf-b61e-86c887e4daa7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57&quot;}},&quot;cb19270f-7f85-403a-a401-08c9d728f971&quot;:{&quot;type&quot;:&quot;FIGURE_OBJECT&quot;,&quot;id&quot;:&quot;cb19270f-7f85-403a-a401-08c9d728f971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&quot;}},&quot;8199369b-45d1-4932-bbae-ebbd300e96fb&quot;:{&quot;type&quot;:&quot;FIGURE_OBJECT&quot;,&quot;id&quot;:&quot;8199369b-45d1-4932-bbae-ebbd300e96fb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2&quot;}},&quot;35164299-9de1-49d1-a27b-2848caaf0879&quot;:{&quot;type&quot;:&quot;FIGURE_OBJECT&quot;,&quot;id&quot;:&quot;35164299-9de1-49d1-a27b-2848caaf0879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5&quot;}},&quot;5b6bb602-f872-43d7-975d-144854dda81d&quot;:{&quot;type&quot;:&quot;FIGURE_OBJECT&quot;,&quot;id&quot;:&quot;5b6bb602-f872-43d7-975d-144854dda81d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67&quot;}},&quot;d145b7d5-1ad2-43d7-938f-c7d98589703d&quot;:{&quot;type&quot;:&quot;FIGURE_OBJECT&quot;,&quot;id&quot;:&quot;d145b7d5-1ad2-43d7-938f-c7d98589703d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&quot;}},&quot;4cddc7fc-7c31-4e93-bf8d-e824535f4619&quot;:{&quot;type&quot;:&quot;FIGURE_OBJECT&quot;,&quot;id&quot;:&quot;4cddc7fc-7c31-4e93-bf8d-e824535f4619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1&quot;}},&quot;5c611e83-b6eb-4409-9cbd-2078d160e85a&quot;:{&quot;type&quot;:&quot;FIGURE_OBJECT&quot;,&quot;id&quot;:&quot;5c611e83-b6eb-4409-9cbd-2078d160e85a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2&quot;}},&quot;eaf5ed73-a484-407a-b8a5-e7ce67826e5f&quot;:{&quot;type&quot;:&quot;FIGURE_OBJECT&quot;,&quot;id&quot;:&quot;eaf5ed73-a484-407a-b8a5-e7ce67826e5f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5&quot;}},&quot;0332499e-2f1b-4d5b-b5f9-e24617949a3c&quot;:{&quot;type&quot;:&quot;FIGURE_OBJECT&quot;,&quot;id&quot;:&quot;0332499e-2f1b-4d5b-b5f9-e24617949a3c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77&quot;}},&quot;38e2d835-2bff-4d6c-964a-2991f35e4d26&quot;:{&quot;type&quot;:&quot;FIGURE_OBJECT&quot;,&quot;id&quot;:&quot;38e2d835-2bff-4d6c-964a-2991f35e4d26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8&quot;}},&quot;f2a301b5-9121-41fd-8178-d27da18c169b&quot;:{&quot;type&quot;:&quot;FIGURE_OBJECT&quot;,&quot;id&quot;:&quot;f2a301b5-9121-41fd-8178-d27da18c169b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85&quot;}},&quot;06e1bd0a-57a2-4b46-b8c8-715c9ad16614&quot;:{&quot;type&quot;:&quot;FIGURE_OBJECT&quot;,&quot;id&quot;:&quot;06e1bd0a-57a2-4b46-b8c8-715c9ad16614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9&quot;}},&quot;01f7630a-0909-48f4-bbff-de48d19135ac&quot;:{&quot;type&quot;:&quot;FIGURE_OBJECT&quot;,&quot;id&quot;:&quot;01f7630a-0909-48f4-bbff-de48d19135ac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ce4288ed-b40d-4023-9b36-1f86b854168e&quot;,&quot;order&quot;:&quot;9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4b0cb67-82d3-4e3c-b39e-295d9d7b5f7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4b0cb67-82d3-4e3c-b39e-295d9d7b5f7b&quot;:{&quot;type&quot;:&quot;FIGURE_OBJECT&quot;,&quot;id&quot;:&quot;24b0cb67-82d3-4e3c-b39e-295d9d7b5f7b&quot;,&quot;parent&quot;:{&quot;type&quot;:&quot;CHILD&quot;,&quot;parentId&quot;:&quot;40b7b43b-a9c5-4acb-bfad-e857503b9de6&quot;,&quot;order&quot;:&quot;9999999999999999999999995&quot;},&quot;relativeTransform&quot;:{&quot;translate&quot;:{&quot;x&quot;:177.44387944353394,&quot;y&quot;:-246.0226545588157},&quot;rotate&quot;:0,&quot;skewX&quot;:0,&quot;scale&quot;:{&quot;x&quot;:1,&quot;y&quot;:1}}},&quot;79ca2752-3215-4963-904e-ad52e57ec590&quot;:{&quot;type&quot;:&quot;FIGURE_OBJECT&quot;,&quot;id&quot;:&quot;79ca2752-3215-4963-904e-ad52e57ec590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1&quot;}},&quot;09ddfc55-a910-4c33-b15b-c2f61c1025d7&quot;:{&quot;type&quot;:&quot;FIGURE_OBJECT&quot;,&quot;id&quot;:&quot;09ddfc55-a910-4c33-b15b-c2f61c1025d7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2&quot;}},&quot;bcf43887-eb3c-42cd-9a5e-d7d9938bf957&quot;:{&quot;type&quot;:&quot;FIGURE_OBJECT&quot;,&quot;id&quot;:&quot;bcf43887-eb3c-42cd-9a5e-d7d9938bf957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5&quot;}},&quot;7ad5064e-5fd1-4845-becb-688d53f468f9&quot;:{&quot;type&quot;:&quot;FIGURE_OBJECT&quot;,&quot;id&quot;:&quot;7ad5064e-5fd1-4845-becb-688d53f468f9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07&quot;}},&quot;7333a7aa-f910-41b3-b1dd-f83860157ec3&quot;:{&quot;type&quot;:&quot;FIGURE_OBJECT&quot;,&quot;id&quot;:&quot;7333a7aa-f910-41b3-b1dd-f83860157ec3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&quot;}},&quot;029f18f9-1140-4b9f-b1fd-0d9f9c263ac2&quot;:{&quot;type&quot;:&quot;FIGURE_OBJECT&quot;,&quot;id&quot;:&quot;029f18f9-1140-4b9f-b1fd-0d9f9c263ac2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1&quot;}},&quot;3a5cd203-322d-427e-a51b-8df29ffeec4d&quot;:{&quot;type&quot;:&quot;FIGURE_OBJECT&quot;,&quot;id&quot;:&quot;3a5cd203-322d-427e-a51b-8df29ffeec4d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2&quot;}},&quot;906c0464-209b-42c6-9138-4f15b6bf9d3f&quot;:{&quot;type&quot;:&quot;FIGURE_OBJECT&quot;,&quot;id&quot;:&quot;906c0464-209b-42c6-9138-4f15b6bf9d3f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5&quot;}},&quot;e93828fc-d744-46fd-8ad7-ace8bde0505a&quot;:{&quot;type&quot;:&quot;FIGURE_OBJECT&quot;,&quot;id&quot;:&quot;e93828fc-d744-46fd-8ad7-ace8bde0505a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17&quot;}},&quot;98b26766-2238-4ece-9e76-7645af3f03e9&quot;:{&quot;type&quot;:&quot;FIGURE_OBJECT&quot;,&quot;id&quot;:&quot;98b26766-2238-4ece-9e76-7645af3f03e9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&quot;}},&quot;14b52b4b-d229-44bd-a125-6ab92cb5c5b8&quot;:{&quot;type&quot;:&quot;FIGURE_OBJECT&quot;,&quot;id&quot;:&quot;14b52b4b-d229-44bd-a125-6ab92cb5c5b8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1&quot;}},&quot;c15d5dfd-9384-444b-b348-b3a0bbc47223&quot;:{&quot;type&quot;:&quot;FIGURE_OBJECT&quot;,&quot;id&quot;:&quot;c15d5dfd-9384-444b-b348-b3a0bbc47223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2&quot;}},&quot;3234a6e1-109d-4175-a4c8-6454e2ba4ce7&quot;:{&quot;type&quot;:&quot;FIGURE_OBJECT&quot;,&quot;id&quot;:&quot;3234a6e1-109d-4175-a4c8-6454e2ba4ce7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5&quot;}},&quot;419fc74f-0156-4424-a7c1-a4ad61ce3ceb&quot;:{&quot;type&quot;:&quot;FIGURE_OBJECT&quot;,&quot;id&quot;:&quot;419fc74f-0156-4424-a7c1-a4ad61ce3ceb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27&quot;}},&quot;1ad1eb3f-52fc-400e-bf0d-d578815db0ed&quot;:{&quot;type&quot;:&quot;FIGURE_OBJECT&quot;,&quot;id&quot;:&quot;1ad1eb3f-52fc-400e-bf0d-d578815db0ed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3&quot;}},&quot;43e5fefa-4bbd-4184-accd-212f8296d1d3&quot;:{&quot;type&quot;:&quot;FIGURE_OBJECT&quot;,&quot;id&quot;:&quot;43e5fefa-4bbd-4184-accd-212f8296d1d3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35&quot;}},&quot;e3e0b77c-5a1b-46fc-9aef-104617dbafa0&quot;:{&quot;type&quot;:&quot;FIGURE_OBJECT&quot;,&quot;id&quot;:&quot;e3e0b77c-5a1b-46fc-9aef-104617dbafa0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4&quot;}},&quot;f10f647f-f826-4be9-9bf6-eadec6bfe6b7&quot;:{&quot;type&quot;:&quot;FIGURE_OBJECT&quot;,&quot;id&quot;:&quot;f10f647f-f826-4be9-9bf6-eadec6bfe6b7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45&quot;}},&quot;16d7c41f-a633-48f8-a000-90178d4903c9&quot;:{&quot;type&quot;:&quot;FIGURE_OBJECT&quot;,&quot;id&quot;:&quot;16d7c41f-a633-48f8-a000-90178d4903c9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&quot;}},&quot;356fbb6e-5e8a-4972-baa6-776609a3af09&quot;:{&quot;type&quot;:&quot;FIGURE_OBJECT&quot;,&quot;id&quot;:&quot;356fbb6e-5e8a-4972-baa6-776609a3af09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1&quot;}},&quot;b3dbc4a8-cd04-46d3-8e4d-13d92c28cd3e&quot;:{&quot;type&quot;:&quot;FIGURE_OBJECT&quot;,&quot;id&quot;:&quot;b3dbc4a8-cd04-46d3-8e4d-13d92c28cd3e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2&quot;}},&quot;2841f163-9d61-48ce-ba4b-bbb8164aac76&quot;:{&quot;type&quot;:&quot;FIGURE_OBJECT&quot;,&quot;id&quot;:&quot;2841f163-9d61-48ce-ba4b-bbb8164aac76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5&quot;}},&quot;0ca1ecf2-30dd-436c-bac1-93aed6a6d14b&quot;:{&quot;type&quot;:&quot;FIGURE_OBJECT&quot;,&quot;id&quot;:&quot;0ca1ecf2-30dd-436c-bac1-93aed6a6d14b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57&quot;}},&quot;fe171a9d-68b9-4217-833f-785d558f8447&quot;:{&quot;type&quot;:&quot;FIGURE_OBJECT&quot;,&quot;id&quot;:&quot;fe171a9d-68b9-4217-833f-785d558f8447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&quot;}},&quot;047c4c5a-9d55-4e8c-920c-27090da18935&quot;:{&quot;type&quot;:&quot;FIGURE_OBJECT&quot;,&quot;id&quot;:&quot;047c4c5a-9d55-4e8c-920c-27090da18935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2&quot;}},&quot;b75ad6af-05bf-4c0b-acb0-dba9f6f6f6b0&quot;:{&quot;type&quot;:&quot;FIGURE_OBJECT&quot;,&quot;id&quot;:&quot;b75ad6af-05bf-4c0b-acb0-dba9f6f6f6b0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5&quot;}},&quot;42ea93b1-db46-4bb0-85e1-ddab4f8bf8d9&quot;:{&quot;type&quot;:&quot;FIGURE_OBJECT&quot;,&quot;id&quot;:&quot;42ea93b1-db46-4bb0-85e1-ddab4f8bf8d9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67&quot;}},&quot;61085233-ae7c-4469-b11f-ee2b49e46952&quot;:{&quot;type&quot;:&quot;FIGURE_OBJECT&quot;,&quot;id&quot;:&quot;61085233-ae7c-4469-b11f-ee2b49e46952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&quot;}},&quot;e654c4e2-8c51-428c-b7e8-cdd4772f4f4c&quot;:{&quot;type&quot;:&quot;FIGURE_OBJECT&quot;,&quot;id&quot;:&quot;e654c4e2-8c51-428c-b7e8-cdd4772f4f4c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1&quot;}},&quot;865a787f-0614-4863-a45d-a42262ce408e&quot;:{&quot;type&quot;:&quot;FIGURE_OBJECT&quot;,&quot;id&quot;:&quot;865a787f-0614-4863-a45d-a42262ce408e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2&quot;}},&quot;3c57df6d-0853-4148-b2aa-6e8369d1a54f&quot;:{&quot;type&quot;:&quot;FIGURE_OBJECT&quot;,&quot;id&quot;:&quot;3c57df6d-0853-4148-b2aa-6e8369d1a54f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5&quot;}},&quot;a21954be-5708-49ba-9f43-c6170f7a61ec&quot;:{&quot;type&quot;:&quot;FIGURE_OBJECT&quot;,&quot;id&quot;:&quot;a21954be-5708-49ba-9f43-c6170f7a61ec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77&quot;}},&quot;3cb24ead-c9dd-45b6-9c43-d6956a1bc902&quot;:{&quot;type&quot;:&quot;FIGURE_OBJECT&quot;,&quot;id&quot;:&quot;3cb24ead-c9dd-45b6-9c43-d6956a1bc902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8&quot;}},&quot;6e6f2ec0-6517-4909-a4b5-2b0d0d85e24f&quot;:{&quot;type&quot;:&quot;FIGURE_OBJECT&quot;,&quot;id&quot;:&quot;6e6f2ec0-6517-4909-a4b5-2b0d0d85e24f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85&quot;}},&quot;933fae01-5813-4bc1-a0d0-9b2898df8959&quot;:{&quot;type&quot;:&quot;FIGURE_OBJECT&quot;,&quot;id&quot;:&quot;933fae01-5813-4bc1-a0d0-9b2898df8959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9&quot;}},&quot;c630e1ea-7969-4445-a332-be6ed216b29b&quot;:{&quot;type&quot;:&quot;FIGURE_OBJECT&quot;,&quot;id&quot;:&quot;c630e1ea-7969-4445-a332-be6ed216b29b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24b0cb67-82d3-4e3c-b39e-295d9d7b5f7b&quot;,&quot;order&quot;:&quot;9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9aa45415-cb48-4402-b9e6-4e9aa64a894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aa45415-cb48-4402-b9e6-4e9aa64a8944&quot;:{&quot;type&quot;:&quot;FIGURE_OBJECT&quot;,&quot;id&quot;:&quot;9aa45415-cb48-4402-b9e6-4e9aa64a8944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b7b43b-a9c5-4acb-bfad-e857503b9de6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e5bed06b-22f8-4191-a743-70116a072a23&quot;,&quot;coordinates&quot;:{&quot;x&quot;:1,&quot;y&quot;:0.5}}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06fab4e6-3e79-41c9-b4f5-487c48361a8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6fab4e6-3e79-41c9-b4f5-487c48361a8f&quot;:{&quot;type&quot;:&quot;FIGURE_OBJECT&quot;,&quot;id&quot;:&quot;06fab4e6-3e79-41c9-b4f5-487c48361a8f&quot;,&quot;relativeTransform&quot;:{&quot;translate&quot;:{&quot;x&quot;:121.76978316255799,&quot;y&quot;:-241.40782462585076},&quot;rotate&quot;:1.5707963267948966},&quot;opacity&quot;:1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b7b43b-a9c5-4acb-bfad-e857503b9de6&quot;,&quot;order&quot;:&quot;99999999999999999999999995&quot;},&quot;connectorInfo&quot;:{&quot;type&quot;:&quot;ELBOW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6a173315-8727-4084-a02e-38f25a0c4ec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a173315-8727-4084-a02e-38f25a0c4ec1&quot;:{&quot;type&quot;:&quot;FIGURE_OBJECT&quot;,&quot;id&quot;:&quot;6a173315-8727-4084-a02e-38f25a0c4ec1&quot;,&quot;relativeTransform&quot;:{&quot;translate&quot;:{&quot;x&quot;:188.7820186542023,&quot;y&quot;:-124.90445248605316},&quot;rotate&quot;:0,&quot;skewX&quot;:0,&quot;scale&quot;:{&quot;x&quot;:1,&quot;y&quot;:1}},&quot;opacity&quot;:1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7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fbe08479-7f1f-42d7-b0cb-91da6e75a15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be08479-7f1f-42d7-b0cb-91da6e75a153&quot;:{&quot;type&quot;:&quot;FIGURE_OBJECT&quot;,&quot;id&quot;:&quot;fbe08479-7f1f-42d7-b0cb-91da6e75a153&quot;,&quot;relativeTransform&quot;:{&quot;translate&quot;:{&quot;x&quot;:-0.5632754102803841,&quot;y&quot;:0},&quot;rotate&quot;:0,&quot;skewX&quot;:0,&quot;scale&quot;:{&quot;x&quot;:1,&quot;y&quot;:1}},&quot;opacity&quot;:1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8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000c0e02-eba4-4ee6-b56d-bb300eca589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00c0e02-eba4-4ee6-b56d-bb300eca589e&quot;:{&quot;type&quot;:&quot;FIGURE_OBJECT&quot;,&quot;id&quot;:&quot;000c0e02-eba4-4ee6-b56d-bb300eca589e&quot;,&quot;relativeTransform&quot;:{&quot;translate&quot;:{&quot;x&quot;:258.0615993711941,&quot;y&quot;:104.82324372113284},&quot;rotate&quot;:-1.5707963267948968,&quot;skewX&quot;:0,&quot;scale&quot;:{&quot;x&quot;:1,&quot;y&quot;:1}},&quot;opacity&quot;:1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b7b43b-a9c5-4acb-bfad-e857503b9de6&quot;,&quot;order&quot;:&quot;99999999999999999999999999&quot;},&quot;connectorInfo&quot;:{&quot;type&quot;:&quot;ELBOW&quot;,&quot;offset&quot;:{&quot;x&quot;:0,&quot;y&quot;:0},&quot;bending&quot;:0.1,&quot;customized&quot;:tru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4cd9b803-becc-48ca-91d8-ef75a90200a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cd9b803-becc-48ca-91d8-ef75a90200a7&quot;:{&quot;type&quot;:&quot;FIGURE_OBJECT&quot;,&quot;id&quot;:&quot;4cd9b803-becc-48ca-91d8-ef75a90200a7&quot;,&quot;relativeTransform&quot;:{&quot;translate&quot;:{&quot;x&quot;:-1.718014756542082,&quot;y&quot;:-2.295019053992451},&quot;rotate&quot;:0,&quot;skewX&quot;:0,&quot;scale&quot;:{&quot;x&quot;:1,&quot;y&quot;:1}},&quot;opacity&quot;:1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5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38cb0e17-3047-44d9-a25f-455971f611c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8cb0e17-3047-44d9-a25f-455971f611c0&quot;:{&quot;type&quot;:&quot;FIGURE_OBJECT&quot;,&quot;id&quot;:&quot;38cb0e17-3047-44d9-a25f-455971f611c0&quot;,&quot;relativeTransform&quot;:{&quot;translate&quot;:{&quot;x&quot;:170.36842324239421,&quot;y&quot;:0.5247463497546014},&quot;rotate&quot;:0},&quot;opacity&quot;:1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7&quot;},&quot;connectorInfo&quot;:{&quot;type&quot;:&quot;LINE&quot;,&quot;offset&quot;:{&quot;x&quot;:0,&quot;y&quot;:0},&quot;bending&quot;: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0fd391e9-3a8b-4764-b11b-6d247fed91f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fd391e9-3a8b-4764-b11b-6d247fed91f1&quot;:{&quot;type&quot;:&quot;FIGURE_OBJECT&quot;,&quot;id&quot;:&quot;0fd391e9-3a8b-4764-b11b-6d247fed91f1&quot;,&quot;parent&quot;:{&quot;type&quot;:&quot;CHILD&quot;,&quot;parentId&quot;:&quot;40b7b43b-a9c5-4acb-bfad-e857503b9de6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},&quot;72289c7d-80be-4b9c-bbbb-80142dc095dd&quot;:{&quot;type&quot;:&quot;FIGURE_OBJECT&quot;,&quot;id&quot;:&quot;72289c7d-80be-4b9c-bbbb-80142dc095dd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05&quot;}},&quot;1a60e6f0-75ca-4a61-b95d-762b5bd43d78&quot;:{&quot;type&quot;:&quot;FIGURE_OBJECT&quot;,&quot;id&quot;:&quot;1a60e6f0-75ca-4a61-b95d-762b5bd43d7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72289c7d-80be-4b9c-bbbb-80142dc095dd&quot;,&quot;order&quot;:&quot;5&quot;}},&quot;b693c235-32ed-49ea-81d2-a58ffe356649&quot;:{&quot;type&quot;:&quot;FIGURE_OBJECT&quot;,&quot;id&quot;:&quot;b693c235-32ed-49ea-81d2-a58ffe356649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1&quot;}},&quot;cf784fa4-c406-4033-a063-964c71550aa2&quot;:{&quot;type&quot;:&quot;FIGURE_OBJECT&quot;,&quot;id&quot;:&quot;cf784fa4-c406-4033-a063-964c71550aa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b693c235-32ed-49ea-81d2-a58ffe356649&quot;,&quot;order&quot;:&quot;5&quot;}},&quot;0dbdd668-df7c-4d78-9d8c-1478520484e2&quot;:{&quot;type&quot;:&quot;FIGURE_OBJECT&quot;,&quot;id&quot;:&quot;0dbdd668-df7c-4d78-9d8c-1478520484e2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6&quot;}},&quot;05582278-d72a-493c-953f-46e085df9d38&quot;:{&quot;type&quot;:&quot;FIGURE_OBJECT&quot;,&quot;id&quot;:&quot;05582278-d72a-493c-953f-46e085df9d3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0dbdd668-df7c-4d78-9d8c-1478520484e2&quot;,&quot;order&quot;:&quot;5&quot;}},&quot;4a6a605f-ae11-4dbe-9089-00d9673e19bd&quot;:{&quot;type&quot;:&quot;FIGURE_OBJECT&quot;,&quot;id&quot;:&quot;4a6a605f-ae11-4dbe-9089-00d9673e19bd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0fd391e9-3a8b-4764-b11b-6d247fed91f1&quot;,&quot;order&quot;:&quot;7&quot;}},&quot;17f7945a-42a5-48a2-a827-8062a0de65a8&quot;:{&quot;type&quot;:&quot;FIGURE_OBJECT&quot;,&quot;id&quot;:&quot;17f7945a-42a5-48a2-a827-8062a0de65a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4a6a605f-ae11-4dbe-9089-00d9673e19bd&quot;,&quot;order&quot;:&quot;5&quot;}},&quot;a2717aa7-6314-4e04-9e7d-ecc3f789e6b8&quot;:{&quot;type&quot;:&quot;FIGURE_OBJECT&quot;,&quot;id&quot;:&quot;a2717aa7-6314-4e04-9e7d-ecc3f789e6b8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0fd391e9-3a8b-4764-b11b-6d247fed91f1&quot;,&quot;order&quot;:&quot;8&quot;}},&quot;5e81f885-cdd7-439c-8c0d-a4b53235ffef&quot;:{&quot;type&quot;:&quot;FIGURE_OBJECT&quot;,&quot;id&quot;:&quot;5e81f885-cdd7-439c-8c0d-a4b53235ffe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a2717aa7-6314-4e04-9e7d-ecc3f789e6b8&quot;,&quot;order&quot;:&quot;5&quot;}},&quot;5a913322-b361-4206-8ffa-f3055f3040dd&quot;:{&quot;type&quot;:&quot;FIGURE_OBJECT&quot;,&quot;id&quot;:&quot;5a913322-b361-4206-8ffa-f3055f3040dd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0fd391e9-3a8b-4764-b11b-6d247fed91f1&quot;,&quot;order&quot;:&quot;2&quot;}},&quot;cf163a46-eb16-4772-bdff-0e0ae3cbb1c8&quot;:{&quot;type&quot;:&quot;FIGURE_OBJECT&quot;,&quot;id&quot;:&quot;cf163a46-eb16-4772-bdff-0e0ae3cbb1c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5a913322-b361-4206-8ffa-f3055f3040dd&quot;,&quot;order&quot;:&quot;5&quot;}},&quot;a2904c0f-0787-4dff-baa9-4a4b846e45f8&quot;:{&quot;type&quot;:&quot;FIGURE_OBJECT&quot;,&quot;id&quot;:&quot;a2904c0f-0787-4dff-baa9-4a4b846e45f8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3&quot;}},&quot;fcb5a9ca-2ed3-4f57-bdb6-622ba9a9f5ec&quot;:{&quot;type&quot;:&quot;FIGURE_OBJECT&quot;,&quot;id&quot;:&quot;fcb5a9ca-2ed3-4f57-bdb6-622ba9a9f5ec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0fd391e9-3a8b-4764-b11b-6d247fed91f1&quot;,&quot;order&quot;:&quot;5&quot;}},&quot;01db91df-85d2-4b87-9375-eb2a0d664562&quot;:{&quot;type&quot;:&quot;FIGURE_OBJECT&quot;,&quot;id&quot;:&quot;01db91df-85d2-4b87-9375-eb2a0d66456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fcb5a9ca-2ed3-4f57-bdb6-622ba9a9f5ec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a264bb33-69c2-45b7-bfe3-196ff49137d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264bb33-69c2-45b7-bfe3-196ff49137d6&quot;:{&quot;type&quot;:&quot;FIGURE_OBJECT&quot;,&quot;id&quot;:&quot;a264bb33-69c2-45b7-bfe3-196ff49137d6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40b7b43b-a9c5-4acb-bfad-e857503b9de6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},&quot;933bf85e-2f84-4606-8a58-8dd8b940c87a&quot;:{&quot;id&quot;:&quot;933bf85e-2f84-4606-8a58-8dd8b940c87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a264bb33-69c2-45b7-bfe3-196ff49137d6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3907fc16-e4ed-43da-b048-a873cb07655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907fc16-e4ed-43da-b048-a873cb07655e&quot;:{&quot;id&quot;:&quot;3907fc16-e4ed-43da-b048-a873cb07655e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40b7b43b-a9c5-4acb-bfad-e857503b9de6&quot;,&quot;order&quot;:&quot;99999999999999999999999999999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225706a3-3bde-43ad-aaa2-db6b23e8117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25706a3-3bde-43ad-aaa2-db6b23e8117e&quot;:{&quot;type&quot;:&quot;FIGURE_OBJECT&quot;,&quot;id&quot;:&quot;225706a3-3bde-43ad-aaa2-db6b23e8117e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40b7b43b-a9c5-4acb-bfad-e857503b9de6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},&quot;a98644d3-cd71-45cb-bb6b-1b644058f9ec&quot;:{&quot;id&quot;:&quot;a98644d3-cd71-45cb-bb6b-1b644058f9e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225706a3-3bde-43ad-aaa2-db6b23e8117e&quot;,&quot;order&quot;:&quot;5&quot;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b62af164-6e6f-42ce-a674-15000cf76ed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62af164-6e6f-42ce-a674-15000cf76ed1&quot;:{&quot;type&quot;:&quot;FIGURE_OBJECT&quot;,&quot;id&quot;:&quot;b62af164-6e6f-42ce-a674-15000cf76ed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225706a3-3bde-43ad-aaa2-db6b23e8117e&quot;,&quot;coordinates&quot;:{&quot;x&quot;:1,&quot;y&quot;:0.4658556760773749}}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9e02bd30-9aff-497d-98b3-dc0b9d29873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e02bd30-9aff-497d-98b3-dc0b9d298731&quot;:{&quot;type&quot;:&quot;FIGURE_OBJECT&quot;,&quot;id&quot;:&quot;9e02bd30-9aff-497d-98b3-dc0b9d29873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225706a3-3bde-43ad-aaa2-db6b23e8117e&quot;,&quot;coordinates&quot;:{&quot;x&quot;:0.4063013414032723,&quot;y&quot;:0}}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4182bdcd-4ed2-4ce1-b6fb-66fd9a38b00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182bdcd-4ed2-4ce1-b6fb-66fd9a38b008&quot;:{&quot;type&quot;:&quot;FIGURE_OBJECT&quot;,&quot;id&quot;:&quot;4182bdcd-4ed2-4ce1-b6fb-66fd9a38b008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9&quot;},&quot;connectorInfo&quot;:{&quot;connectedObjectAtLineStart&quot;:{&quot;objectId&quot;:&quot;0fd391e9-3a8b-4764-b11b-6d247fed91f1&quot;,&quot;coordinates&quot;:{&quot;x&quot;:1,&quot;y&quot;:0.5}},&quot;connectedObjectAtLineEnd&quot;:{&quot;objectId&quot;:&quot;225706a3-3bde-43ad-aaa2-db6b23e8117e&quot;,&quot;coordinates&quot;:{&quot;x&quot;:0.5,&quot;y&quot;:1}},&quot;type&quot;:&quot;ELBOW&quot;,&quot;offset&quot;:{&quot;x&quot;:0,&quot;y&quot;:0},&quot;bending&quot;:-0.1,&quot;customized&quot;:false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0-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40b7b43b-a9c5-4acb-bfad-e857503b9de6"/>
  <p:tag name="SELECTIONIDS" val="39ce1568-ee03-4e09-ab4f-25e20f93038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9ce1568-ee03-4e09-ab4f-25e20f930386&quot;:{&quot;type&quot;:&quot;FIGURE_OBJECT&quot;,&quot;id&quot;:&quot;39ce1568-ee03-4e09-ab4f-25e20f930386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b7b43b-a9c5-4acb-bfad-e857503b9de6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f2a30b80-5df5-46db-84b0-fd39d87fc993&quot;,&quot;coordinates&quot;:{&quot;x&quot;:1,&quot;y&quot;:0.5}},&quot;connectedObjectAtLineEnd&quot;:{&quot;objectId&quot;:&quot;225706a3-3bde-43ad-aaa2-db6b23e8117e&quot;,&quot;coordinates&quot;:{&quot;x&quot;:0,&quot;y&quot;:0.5}}}},&quot;40b7b43b-a9c5-4acb-bfad-e857503b9de6&quot;:{&quot;id&quot;:&quot;40b7b43b-a9c5-4acb-bfad-e857503b9de6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84fd6c1f-8f26-4415-b91c-671c9eeba35b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4fd6c1f-8f26-4415-b91c-671c9eeba35b&quot;:{&quot;id&quot;:&quot;84fd6c1f-8f26-4415-b91c-671c9eeba35b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15&quot;},&quot;source&quot;:{&quot;id&quot;:&quot;67095a7b453fec58a69dc8c2&quot;,&quot;type&quot;:&quot;TEMPLATES&quot;},&quot;layout&quot;:{&quot;sizeRatio&quot;:{&quot;x&quot;:0.7071067811865476,&quot;y&quot;:0.7071067811865476},&quot;keepAspectRatio&quot;:true}},&quot;961904f8-7c34-446a-958b-e2456d1ddf29&quot;:{&quot;id&quot;:&quot;961904f8-7c34-446a-958b-e2456d1ddf29&quot;,&quot;type&quot;:&quot;FIGURE_OBJECT&quot;,&quot;relativeTransform&quot;:{&quot;translate&quot;:{&quot;x&quot;:311.02418710582293,&quot;y&quot;:150.3441952690233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0,&quot;color&quot;:&quot;black&quot;,&quot;fontWeight&quot;:&quot;bold&quot;,&quot;fontStyle&quot;:&quot;normal&quot;,&quot;decoration&quot;:&quot;none&quot;},&quot;range&quot;:[0,21]}],&quot;text&quot;:&quot;Z-score normalization:&quot;}],&quot;_lastCaretLocation&quot;:{&quot;lineIndex&quot;:0,&quot;runIndex&quot;:-1,&quot;charIndex&quot;:-1,&quot;endOfLine&quot;:true}},&quot;format&quot;:&quot;BETTER_TEXT&quot;,&quot;size&quot;:{&quot;x&quot;:210.01458632547588,&quot;y&quot;:24.66504579116621},&quot;targetSize&quot;:{&quot;x&quot;:210.01458632547588,&quot;y&quot;:24.66504579116621}},&quot;parent&quot;:{&quot;type&quot;:&quot;CHILD&quot;,&quot;parentId&quot;:&quot;84fd6c1f-8f26-4415-b91c-671c9eeba35b&quot;,&quot;order&quot;:&quot;98&quot;}},&quot;f6b7d06a-b4b0-4fcb-b839-c98f3220056e&quot;:{&quot;id&quot;:&quot;f6b7d06a-b4b0-4fcb-b839-c98f3220056e&quot;,&quot;type&quot;:&quot;FIGURE_OBJECT&quot;,&quot;relativeTransform&quot;:{&quot;translate&quot;:{&quot;x&quot;:275.0497558089305,&quot;y&quot;:-10.4821663129652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0,&quot;color&quot;:&quot;black&quot;,&quot;fontWeight&quot;:&quot;bold&quot;,&quot;fontStyle&quot;:&quot;normal&quot;,&quot;decoration&quot;:&quot;none&quot;},&quot;range&quot;:[0,14]}],&quot;text&quot;:&quot;Activity Ratio:&quot;}]},&quot;format&quot;:&quot;BETTER_TEXT&quot;,&quot;size&quot;:{&quot;x&quot;:138.0651441815717,&quot;y&quot;:27.908756032464783},&quot;targetSize&quot;:{&quot;x&quot;:138.0651441815717,&quot;y&quot;:27.908756032464783}},&quot;parent&quot;:{&quot;type&quot;:&quot;CHILD&quot;,&quot;parentId&quot;:&quot;84fd6c1f-8f26-4415-b91c-671c9eeba35b&quot;,&quot;order&quot;:&quot;97&quot;}},&quot;6f87b936-19f8-48c2-887a-912a892280ee&quot;:{&quot;id&quot;:&quot;6f87b936-19f8-48c2-887a-912a892280ee&quot;,&quot;type&quot;:&quot;FIGURE_OBJECT&quot;,&quot;relativeTransform&quot;:{&quot;translate&quot;:{&quot;x&quot;:365.4725602882113,&quot;y&quot;:-159.1864938587356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1.333333333333332,&quot;color&quot;:&quot;black&quot;,&quot;fontWeight&quot;:&quot;normal&quot;,&quot;fontStyle&quot;:&quot;normal&quot;,&quot;decoration&quot;:&quot;none&quot;},&quot;range&quot;:[0,0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sub&quot;},&quot;range&quot;:[1,3]},{&quot;style&quot;:{&quot;fontFamily&quot;:&quot;Roboto&quot;,&quot;fontSize&quot;:21.333333333333332,&quot;color&quot;:&quot;black&quot;,&quot;fontWeight&quot;:&quot;normal&quot;,&quot;fontStyle&quot;:&quot;normal&quot;,&quot;decoration&quot;:&quot;none&quot;},&quot;range&quot;:[4,51]}],&quot;text&quot;:&quot;Ai,a = Activation (%) for amino acid a at position i&quot;,&quot;textIndent&quot;:{&quot;type&quot;:&quot;bullet&quot;,&quot;indent&quot;:1,&quot;symbol&quot;:&quot;●&quot;,&quot;unit&quot;:&quot;levels&quot;}},{&quot;runs&quot;:[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0,0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sub&quot;},&quot;range&quot;:[1,4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5,62]}],&quot;text&quot;:&quot;Ai,wt = Activation (%) for the wild-type residue at position i &quot;,&quot;textIndent&quot;:{&quot;type&quot;:&quot;bullet&quot;,&quot;indent&quot;:1,&quot;symbol&quot;:&quot;●&quot;,&quot;unit&quot;:&quot;levels&quot;}},{&quot;runs&quot;:[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0,0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sub&quot;},&quot;range&quot;:[1,3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4,20]}],&quot;text&quot;:&quot;Ri,a = Activity ratio&quot;,&quot;textIndent&quot;:{&quot;type&quot;:&quot;bullet&quot;,&quot;indent&quot;:1,&quot;symbol&quot;:&quot;●&quot;,&quot;unit&quot;:&quot;levels&quot;}},{&quot;runs&quot;:[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0,0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2,38]}],&quot;text&quot;:&quot;μi = mean activity ratio at position i &quot;,&quot;textIndent&quot;:{&quot;type&quot;:&quot;bullet&quot;,&quot;indent&quot;:1,&quot;symbol&quot;:&quot;●&quot;,&quot;unit&quot;:&quot;levels&quot;}},{&quot;runs&quot;:[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0,0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sub&quot;},&quot;range&quot;:[1,1]},{&quot;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,&quot;range&quot;:[2,56]}],&quot;text&quot;:&quot;σi = standard deviation of activity ratios at position i &quot;,&quot;textIndent&quot;:{&quot;type&quot;:&quot;bullet&quot;,&quot;indent&quot;:1,&quot;symbol&quot;:&quot;●&quot;,&quot;unit&quot;:&quot;levels&quot;}}],&quot;_lastCaretLocation&quot;:{&quot;lineIndex&quot;:4,&quot;runIndex&quot;:-1,&quot;charIndex&quot;:-1,&quot;endOfLine&quot;:true}},&quot;format&quot;:&quot;BETTER_TEXT&quot;,&quot;size&quot;:{&quot;x&quot;:477.39426888872185,&quot;y&quot;:200},&quot;targetSize&quot;:{&quot;x&quot;:477.39426888872185,&quot;y&quot;:200}},&quot;parent&quot;:{&quot;type&quot;:&quot;CHILD&quot;,&quot;parentId&quot;:&quot;84fd6c1f-8f26-4415-b91c-671c9eeba35b&quot;,&quot;order&quot;:&quot;95&quot;}},&quot;f36f3bb5-441d-43c3-a8fc-26b17186cdad&quot;:{&quot;id&quot;:&quot;f36f3bb5-441d-43c3-a8fc-26b17186cdad&quot;,&quot;name&quot;:&quot;image.png&quot;,&quot;type&quot;:&quot;FIGURE_OBJECT&quot;,&quot;relativeTransform&quot;:{&quot;translate&quot;:{&quot;x&quot;:382.488063645695,&quot;y&quot;:223.9769315313376},&quot;rotate&quot;:0,&quot;skewX&quot;:0,&quot;scale&quot;:{&quot;x&quot;:0.7731323896363375,&quot;y&quot;:0.7731323896363375}},&quot;image&quot;:{&quot;url&quot;:&quot;https://core.services.biorender.com/api/uploads/noredirect/6a668fd7126c6a820e5ff67a/1785106391934_ab31fd69-47ff-4682-8c9e-b72bc8009142_icon.png&quot;,&quot;isPremium&quot;:false,&quot;isSignedURL&quot;:true,&quot;size&quot;:{&quot;x&quot;:300,&quot;y&quot;:117.56756756756756}},&quot;source&quot;:{&quot;id&quot;:&quot;6a668fd7126c6a820e5ff67a&quot;,&quot;type&quot;:&quot;UPLOADS&quot;},&quot;isPremium&quot;:false,&quot;parent&quot;:{&quot;type&quot;:&quot;CHILD&quot;,&quot;parentId&quot;:&quot;84fd6c1f-8f26-4415-b91c-671c9eeba35b&quot;,&quot;order&quot;:&quot;9&quot;}},&quot;796bc9b7-7863-4a74-8ac0-1f19cd5bf92f&quot;:{&quot;id&quot;:&quot;796bc9b7-7863-4a74-8ac0-1f19cd5bf92f&quot;,&quot;name&quot;:&quot;image.png&quot;,&quot;type&quot;:&quot;FIGURE_OBJECT&quot;,&quot;relativeTransform&quot;:{&quot;translate&quot;:{&quot;x&quot;:364.50067661456796,&quot;y&quot;:54.212958312309034},&quot;rotate&quot;:0,&quot;skewX&quot;:0,&quot;scale&quot;:{&quot;x&quot;:0.6532166527298318,&quot;y&quot;:0.6532166527298318}},&quot;image&quot;:{&quot;url&quot;:&quot;https://core.services.biorender.com/api/uploads/noredirect/6a668fd42a081a1663b2de64/1785106388750_3cf0f337-709c-4f55-9fb1-2cbf8129a926_icon.png&quot;,&quot;isPremium&quot;:false,&quot;isSignedURL&quot;:true,&quot;size&quot;:{&quot;x&quot;:300,&quot;y&quot;:155.35714285714286}},&quot;source&quot;:{&quot;id&quot;:&quot;6a668fd42a081a1663b2de64&quot;,&quot;type&quot;:&quot;UPLOADS&quot;},&quot;isPremium&quot;:false,&quot;parent&quot;:{&quot;type&quot;:&quot;CHILD&quot;,&quot;parentId&quot;:&quot;84fd6c1f-8f26-4415-b91c-671c9eeba35b&quot;,&quot;order&quot;:&quot;8&quot;}},&quot;3e80fde5-8ac4-41a2-b22b-30e3bb614090&quot;:{&quot;id&quot;:&quot;3e80fde5-8ac4-41a2-b22b-30e3bb614090&quot;,&quot;name&quot;:&quot;substitution_scan_heatmaps_zscore-1.png&quot;,&quot;type&quot;:&quot;FIGURE_OBJECT&quot;,&quot;relativeTransform&quot;:{&quot;translate&quot;:{&quot;x&quot;:-216.74060288580785,&quot;y&quot;:46.434821521597996},&quot;rotate&quot;:0,&quot;skewX&quot;:0,&quot;scale&quot;:{&quot;x&quot;:2.7402315656625356,&quot;y&quot;:2.7402315656625356}},&quot;image&quot;:{&quot;url&quot;:&quot;https://core.services.biorender.com/api/uploads/noredirect/6a668c5c29fd3ace27528fb2/1785105500889_818c55ac-d49a-4192-b2f2-35f886d798d4_icon.png&quot;,&quot;isPremium&quot;:false,&quot;isSignedURL&quot;:true,&quot;size&quot;:{&quot;x&quot;:300,&quot;y&quot;:217.23044397463002}},&quot;source&quot;:{&quot;id&quot;:&quot;6a668c5c29fd3ace27528fb2&quot;,&quot;type&quot;:&quot;UPLOADS&quot;},&quot;isPremium&quot;:false,&quot;parent&quot;:{&quot;type&quot;:&quot;CHILD&quot;,&quot;parentId&quot;:&quot;84fd6c1f-8f26-4415-b91c-671c9eeba35b&quot;,&quot;order&quot;:&quot;7&quot;}},&quot;7ae01d17-1dcc-4159-947a-974a423d6925&quot;:{&quot;id&quot;:&quot;7ae01d17-1dcc-4159-947a-974a423d6925&quot;,&quot;type&quot;:&quot;FIGURE_OBJECT&quot;,&quot;relativeTransform&quot;:{&quot;translate&quot;:{&quot;x&quot;:-258.1431787927716,&quot;y&quot;:-285.86690159878793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0]},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31,32]}],&quot;text&quot;:&quot;Donor 1: PS-CPL Activity Ratios  &quot;}],&quot;_lastCaretLocation&quot;:{&quot;lineIndex&quot;:0,&quot;runIndex&quot;:0,&quot;charIndex&quot;:0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84fd6c1f-8f26-4415-b91c-671c9eeba35b&quot;,&quot;order&quot;:&quot;5&quot;}},&quot;8756d5d4-705e-4b37-ba57-4da43cf2296c&quot;:{&quot;id&quot;:&quot;8756d5d4-705e-4b37-ba57-4da43cf2296c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84fd6c1f-8f26-4415-b91c-671c9eeba35b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84fd6c1f-8f26-4415-b91c-671c9eeba35b"/>
  <p:tag name="SELECTIONIDS" val="3e80fde5-8ac4-41a2-b22b-30e3bb61409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e80fde5-8ac4-41a2-b22b-30e3bb614090&quot;:{&quot;id&quot;:&quot;3e80fde5-8ac4-41a2-b22b-30e3bb614090&quot;,&quot;name&quot;:&quot;substitution_scan_heatmaps_zscore-1.png&quot;,&quot;type&quot;:&quot;FIGURE_OBJECT&quot;,&quot;relativeTransform&quot;:{&quot;translate&quot;:{&quot;x&quot;:-216.74060288580785,&quot;y&quot;:46.434821521597996},&quot;rotate&quot;:0,&quot;skewX&quot;:0,&quot;scale&quot;:{&quot;x&quot;:2.7402315656625356,&quot;y&quot;:2.7402315656625356}},&quot;image&quot;:{&quot;url&quot;:&quot;https://core.services.biorender.com/api/uploads/noredirect/6a668c5c29fd3ace27528fb2/1785105500889_818c55ac-d49a-4192-b2f2-35f886d798d4_icon.png&quot;,&quot;isPremium&quot;:false,&quot;isSignedURL&quot;:true,&quot;size&quot;:{&quot;x&quot;:300,&quot;y&quot;:217.23044397463002}},&quot;source&quot;:{&quot;id&quot;:&quot;6a668c5c29fd3ace27528fb2&quot;,&quot;type&quot;:&quot;UPLOADS&quot;},&quot;isPremium&quot;:false,&quot;parent&quot;:{&quot;type&quot;:&quot;CHILD&quot;,&quot;parentId&quot;:&quot;84fd6c1f-8f26-4415-b91c-671c9eeba35b&quot;,&quot;order&quot;:&quot;7&quot;}},&quot;84fd6c1f-8f26-4415-b91c-671c9eeba35b&quot;:{&quot;id&quot;:&quot;84fd6c1f-8f26-4415-b91c-671c9eeba35b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15&quot;},&quot;source&quot;:{&quot;id&quot;:&quot;67095a7b453fec58a69dc8c2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1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84fd6c1f-8f26-4415-b91c-671c9eeba35b"/>
  <p:tag name="SELECTIONIDS" val="796bc9b7-7863-4a74-8ac0-1f19cd5bf92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96bc9b7-7863-4a74-8ac0-1f19cd5bf92f&quot;:{&quot;id&quot;:&quot;796bc9b7-7863-4a74-8ac0-1f19cd5bf92f&quot;,&quot;name&quot;:&quot;image.png&quot;,&quot;type&quot;:&quot;FIGURE_OBJECT&quot;,&quot;relativeTransform&quot;:{&quot;translate&quot;:{&quot;x&quot;:364.50067661456796,&quot;y&quot;:54.212958312309034},&quot;rotate&quot;:0,&quot;skewX&quot;:0,&quot;scale&quot;:{&quot;x&quot;:0.6532166527298318,&quot;y&quot;:0.6532166527298318}},&quot;image&quot;:{&quot;url&quot;:&quot;https://core.services.biorender.com/api/uploads/noredirect/6a668fd42a081a1663b2de64/1785106388750_3cf0f337-709c-4f55-9fb1-2cbf8129a926_icon.png&quot;,&quot;isPremium&quot;:false,&quot;isSignedURL&quot;:true,&quot;size&quot;:{&quot;x&quot;:300,&quot;y&quot;:155.35714285714286}},&quot;source&quot;:{&quot;id&quot;:&quot;6a668fd42a081a1663b2de64&quot;,&quot;type&quot;:&quot;UPLOADS&quot;},&quot;isPremium&quot;:false,&quot;parent&quot;:{&quot;type&quot;:&quot;CHILD&quot;,&quot;parentId&quot;:&quot;84fd6c1f-8f26-4415-b91c-671c9eeba35b&quot;,&quot;order&quot;:&quot;8&quot;}},&quot;84fd6c1f-8f26-4415-b91c-671c9eeba35b&quot;:{&quot;id&quot;:&quot;84fd6c1f-8f26-4415-b91c-671c9eeba35b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15&quot;},&quot;source&quot;:{&quot;id&quot;:&quot;67095a7b453fec58a69dc8c2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1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84fd6c1f-8f26-4415-b91c-671c9eeba35b"/>
  <p:tag name="SELECTIONIDS" val="f36f3bb5-441d-43c3-a8fc-26b17186cda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36f3bb5-441d-43c3-a8fc-26b17186cdad&quot;:{&quot;id&quot;:&quot;f36f3bb5-441d-43c3-a8fc-26b17186cdad&quot;,&quot;name&quot;:&quot;image.png&quot;,&quot;type&quot;:&quot;FIGURE_OBJECT&quot;,&quot;relativeTransform&quot;:{&quot;translate&quot;:{&quot;x&quot;:382.488063645695,&quot;y&quot;:223.9769315313376},&quot;rotate&quot;:0,&quot;skewX&quot;:0,&quot;scale&quot;:{&quot;x&quot;:0.7731323896363375,&quot;y&quot;:0.7731323896363375}},&quot;image&quot;:{&quot;url&quot;:&quot;https://core.services.biorender.com/api/uploads/noredirect/6a668fd7126c6a820e5ff67a/1785106391934_ab31fd69-47ff-4682-8c9e-b72bc8009142_icon.png&quot;,&quot;isPremium&quot;:false,&quot;isSignedURL&quot;:true,&quot;size&quot;:{&quot;x&quot;:300,&quot;y&quot;:117.56756756756756}},&quot;source&quot;:{&quot;id&quot;:&quot;6a668fd7126c6a820e5ff67a&quot;,&quot;type&quot;:&quot;UPLOADS&quot;},&quot;isPremium&quot;:false,&quot;parent&quot;:{&quot;type&quot;:&quot;CHILD&quot;,&quot;parentId&quot;:&quot;84fd6c1f-8f26-4415-b91c-671c9eeba35b&quot;,&quot;order&quot;:&quot;9&quot;}},&quot;84fd6c1f-8f26-4415-b91c-671c9eeba35b&quot;:{&quot;id&quot;:&quot;84fd6c1f-8f26-4415-b91c-671c9eeba35b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15&quot;},&quot;source&quot;:{&quot;id&quot;:&quot;67095a7b453fec58a69dc8c2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2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750348a9-6bba-4741-857f-187c4177b002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50348a9-6bba-4741-857f-187c4177b002&quot;:{&quot;id&quot;:&quot;750348a9-6bba-4741-857f-187c4177b002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17&quot;},&quot;source&quot;:{&quot;id&quot;:&quot;67095a7b453fec58a69dc8c2&quot;,&quot;type&quot;:&quot;TEMPLATES&quot;}},&quot;83194fd4-9cca-4778-b377-b02c9c2650e4&quot;:{&quot;id&quot;:&quot;83194fd4-9cca-4778-b377-b02c9c2650e4&quot;,&quot;type&quot;:&quot;FIGURE_OBJECT&quot;,&quot;relativeTransform&quot;:{&quot;translate&quot;:{&quot;x&quot;:-233.83593482523634,&quot;y&quot;:-285.86654647813856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7]}],&quot;text&quot;:&quot;Best scoring positions and amino acids&quot;}],&quot;_lastCaretLocation&quot;:{&quot;lineIndex&quot;:1,&quot;runIndex&quot;:-1,&quot;charIndex&quot;:-1,&quot;endOfLine&quot;:true}},&quot;format&quot;:&quot;BETTER_TEXT&quot;,&quot;size&quot;:{&quot;x&quot;:661.4823017110865,&quot;y&quot;:102.83201748025643},&quot;targetSize&quot;:{&quot;x&quot;:661.4823017110865,&quot;y&quot;:102.83201748025643}},&quot;parent&quot;:{&quot;type&quot;:&quot;CHILD&quot;,&quot;parentId&quot;:&quot;750348a9-6bba-4741-857f-187c4177b002&quot;,&quot;order&quot;:&quot;8&quot;}},&quot;f0ac727b-aaed-4d67-8809-2ac34a6fc212&quot;:{&quot;id&quot;:&quot;f0ac727b-aaed-4d67-8809-2ac34a6fc212&quot;,&quot;name&quot;:&quot;image.png&quot;,&quot;type&quot;:&quot;FIGURE_OBJECT&quot;,&quot;relativeTransform&quot;:{&quot;translate&quot;:{&quot;x&quot;:33.05833572680343,&quot;y&quot;:56.99891656731063},&quot;rotate&quot;:0,&quot;skewX&quot;:0,&quot;scale&quot;:{&quot;x&quot;:3.454221399255471,&quot;y&quot;:3.4542213992554722}},&quot;image&quot;:{&quot;url&quot;:&quot;https://core.services.biorender.com/api/uploads/noredirect/6a668b32fdb9fcc9d02372ce/1785105202360_6baf93a1-08a2-4e59-af80-09b1b2ea306b_icon.png&quot;,&quot;isPremium&quot;:false,&quot;isSignedURL&quot;:true,&quot;size&quot;:{&quot;x&quot;:300,&quot;y&quot;:168.75}},&quot;source&quot;:{&quot;id&quot;:&quot;6a668b32fdb9fcc9d02372ce&quot;,&quot;type&quot;:&quot;UPLOADS&quot;},&quot;isPremium&quot;:false,&quot;parent&quot;:{&quot;type&quot;:&quot;CHILD&quot;,&quot;parentId&quot;:&quot;750348a9-6bba-4741-857f-187c4177b002&quot;,&quot;order&quot;:&quot;7&quot;}},&quot;6ed635b2-f86b-4a95-b1eb-e6605b1edcf7&quot;:{&quot;id&quot;:&quot;6ed635b2-f86b-4a95-b1eb-e6605b1edcf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750348a9-6bba-4741-857f-187c4177b002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2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50348a9-6bba-4741-857f-187c4177b002"/>
  <p:tag name="SELECTIONIDS" val="f0ac727b-aaed-4d67-8809-2ac34a6fc21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0ac727b-aaed-4d67-8809-2ac34a6fc212&quot;:{&quot;id&quot;:&quot;f0ac727b-aaed-4d67-8809-2ac34a6fc212&quot;,&quot;name&quot;:&quot;image.png&quot;,&quot;type&quot;:&quot;FIGURE_OBJECT&quot;,&quot;relativeTransform&quot;:{&quot;translate&quot;:{&quot;x&quot;:33.05833572680343,&quot;y&quot;:56.99891656731063},&quot;rotate&quot;:0,&quot;skewX&quot;:0,&quot;scale&quot;:{&quot;x&quot;:3.454221399255471,&quot;y&quot;:3.4542213992554722}},&quot;image&quot;:{&quot;url&quot;:&quot;https://core.services.biorender.com/api/uploads/noredirect/6a668b32fdb9fcc9d02372ce/1785105202360_6baf93a1-08a2-4e59-af80-09b1b2ea306b_icon.png&quot;,&quot;isPremium&quot;:false,&quot;isSignedURL&quot;:true,&quot;size&quot;:{&quot;x&quot;:300,&quot;y&quot;:168.75}},&quot;source&quot;:{&quot;id&quot;:&quot;6a668b32fdb9fcc9d02372ce&quot;,&quot;type&quot;:&quot;UPLOADS&quot;},&quot;isPremium&quot;:false,&quot;parent&quot;:{&quot;type&quot;:&quot;CHILD&quot;,&quot;parentId&quot;:&quot;750348a9-6bba-4741-857f-187c4177b002&quot;,&quot;order&quot;:&quot;7&quot;}},&quot;750348a9-6bba-4741-857f-187c4177b002&quot;:{&quot;id&quot;:&quot;750348a9-6bba-4741-857f-187c4177b002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1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3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741057af-1d13-47af-9c84-faad3ad36fc3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41057af-1d13-47af-9c84-faad3ad36fc3&quot;:{&quot;id&quot;:&quot;741057af-1d13-47af-9c84-faad3ad36fc3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2&quot;},&quot;source&quot;:{&quot;id&quot;:&quot;67095a7b453fec58a69dc8c2&quot;,&quot;type&quot;:&quot;TEMPLATES&quot;}},&quot;42caff1f-3b05-4fec-8355-0b6898371581&quot;:{&quot;id&quot;:&quot;42caff1f-3b05-4fec-8355-0b6898371581&quot;,&quot;name&quot;:&quot;substitution_scan_heatmap_exp1 1.png&quot;,&quot;type&quot;:&quot;FIGURE_OBJECT&quot;,&quot;relativeTransform&quot;:{&quot;translate&quot;:{&quot;x&quot;:11.180967566907398,&quot;y&quot;:39.43137623049739},&quot;rotate&quot;:0,&quot;skewX&quot;:0,&quot;scale&quot;:{&quot;x&quot;:3.174688093628815,&quot;y&quot;:3.174688093628815}},&quot;image&quot;:{&quot;url&quot;:&quot;https://core.services.biorender.com/api/uploads/noredirect/6a669269e34494f4f8df016a/1785107049425_6ec80d98-bc66-4d5f-a4f0-af4662d316c4_icon.png&quot;,&quot;isPremium&quot;:false,&quot;isSignedURL&quot;:true,&quot;size&quot;:{&quot;x&quot;:300,&quot;y&quot;:180}},&quot;source&quot;:{&quot;id&quot;:&quot;6a669269e34494f4f8df016a&quot;,&quot;type&quot;:&quot;UPLOADS&quot;},&quot;isPremium&quot;:false,&quot;parent&quot;:{&quot;type&quot;:&quot;CHILD&quot;,&quot;parentId&quot;:&quot;741057af-1d13-47af-9c84-faad3ad36fc3&quot;,&quot;order&quot;:&quot;7&quot;}},&quot;62f90b9b-536e-4fb5-8405-6bc54f65e82b&quot;:{&quot;id&quot;:&quot;62f90b9b-536e-4fb5-8405-6bc54f65e82b&quot;,&quot;type&quot;:&quot;FIGURE_OBJECT&quot;,&quot;relativeTransform&quot;:{&quot;translate&quot;:{&quot;x&quot;:-258.1431787927716,&quot;y&quot;:-285.8669015987879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0]},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31,32]}],&quot;text&quot;:&quot;Donor 2: PS-CPL Activity Ratios 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7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741057af-1d13-47af-9c84-faad3ad36fc3&quot;,&quot;order&quot;:&quot;5&quot;}},&quot;c6574728-c61d-4d66-8db5-c96caa5f18f1&quot;:{&quot;id&quot;:&quot;c6574728-c61d-4d66-8db5-c96caa5f18f1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741057af-1d13-47af-9c84-faad3ad36fc3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3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41057af-1d13-47af-9c84-faad3ad36fc3"/>
  <p:tag name="SELECTIONIDS" val="42caff1f-3b05-4fec-8355-0b689837158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2caff1f-3b05-4fec-8355-0b6898371581&quot;:{&quot;id&quot;:&quot;42caff1f-3b05-4fec-8355-0b6898371581&quot;,&quot;name&quot;:&quot;substitution_scan_heatmap_exp1 1.png&quot;,&quot;type&quot;:&quot;FIGURE_OBJECT&quot;,&quot;relativeTransform&quot;:{&quot;translate&quot;:{&quot;x&quot;:11.180967566907398,&quot;y&quot;:39.43137623049739},&quot;rotate&quot;:0,&quot;skewX&quot;:0,&quot;scale&quot;:{&quot;x&quot;:3.174688093628815,&quot;y&quot;:3.174688093628815}},&quot;image&quot;:{&quot;url&quot;:&quot;https://core.services.biorender.com/api/uploads/noredirect/6a669269e34494f4f8df016a/1785107049425_6ec80d98-bc66-4d5f-a4f0-af4662d316c4_icon.png&quot;,&quot;isPremium&quot;:false,&quot;isSignedURL&quot;:true,&quot;size&quot;:{&quot;x&quot;:300,&quot;y&quot;:180}},&quot;source&quot;:{&quot;id&quot;:&quot;6a669269e34494f4f8df016a&quot;,&quot;type&quot;:&quot;UPLOADS&quot;},&quot;isPremium&quot;:false,&quot;parent&quot;:{&quot;type&quot;:&quot;CHILD&quot;,&quot;parentId&quot;:&quot;741057af-1d13-47af-9c84-faad3ad36fc3&quot;,&quot;order&quot;:&quot;7&quot;}},&quot;741057af-1d13-47af-9c84-faad3ad36fc3&quot;:{&quot;id&quot;:&quot;741057af-1d13-47af-9c84-faad3ad36fc3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2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4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5febe32a-dd64-4a13-9e90-bfbb8cee7dc5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febe32a-dd64-4a13-9e90-bfbb8cee7dc5&quot;:{&quot;id&quot;:&quot;5febe32a-dd64-4a13-9e90-bfbb8cee7dc5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21&quot;},&quot;source&quot;:{&quot;id&quot;:&quot;67095a7b453fec58a69dc8c2&quot;,&quot;type&quot;:&quot;TEMPLATES&quot;}},&quot;10f01055-b1fd-41e1-84a9-83a38e0d94b9&quot;:{&quot;id&quot;:&quot;10f01055-b1fd-41e1-84a9-83a38e0d94b9&quot;,&quot;name&quot;:&quot;substitution_scan_heatmap_exp2 5.png&quot;,&quot;type&quot;:&quot;FIGURE_OBJECT&quot;,&quot;relativeTransform&quot;:{&quot;translate&quot;:{&quot;x&quot;:32.46363191889054,&quot;y&quot;:50.32102151159498},&quot;rotate&quot;:0,&quot;skewX&quot;:0,&quot;scale&quot;:{&quot;x&quot;:3.258953206049605,&quot;y&quot;:3.258953206049605}},&quot;image&quot;:{&quot;url&quot;:&quot;https://core.services.biorender.com/api/uploads/noredirect/6a6692989291f63ff392d278/1785107096280_b9332f02-5369-4855-bfc1-fa7e8e0430aa_icon.png&quot;,&quot;isPremium&quot;:false,&quot;isSignedURL&quot;:true,&quot;size&quot;:{&quot;x&quot;:300,&quot;y&quot;:180}},&quot;source&quot;:{&quot;id&quot;:&quot;6a6692989291f63ff392d278&quot;,&quot;type&quot;:&quot;UPLOADS&quot;},&quot;isPremium&quot;:false,&quot;parent&quot;:{&quot;type&quot;:&quot;CHILD&quot;,&quot;parentId&quot;:&quot;5febe32a-dd64-4a13-9e90-bfbb8cee7dc5&quot;,&quot;order&quot;:&quot;7&quot;}},&quot;b545350a-9282-4522-94bc-a76f2fd16ed5&quot;:{&quot;id&quot;:&quot;b545350a-9282-4522-94bc-a76f2fd16ed5&quot;,&quot;type&quot;:&quot;FIGURE_OBJECT&quot;,&quot;relativeTransform&quot;:{&quot;translate&quot;:{&quot;x&quot;:-258.1431787927716,&quot;y&quot;:-285.8669015987879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0]},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31,32]}],&quot;text&quot;:&quot;Donor 3: PS-CPL Activity Ratios  &quot;}],&quot;_lastCaretLocation&quot;:{&quot;lineIndex&quot;:1,&quot;runIndex&quot;:0,&quot;charIndex&quot;:7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5febe32a-dd64-4a13-9e90-bfbb8cee7dc5&quot;,&quot;order&quot;:&quot;5&quot;}},&quot;6c22235c-40fb-43e8-ba62-304db1abe6bc&quot;:{&quot;id&quot;:&quot;6c22235c-40fb-43e8-ba62-304db1abe6bc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5febe32a-dd64-4a13-9e90-bfbb8cee7dc5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4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5febe32a-dd64-4a13-9e90-bfbb8cee7dc5"/>
  <p:tag name="SELECTIONIDS" val="10f01055-b1fd-41e1-84a9-83a38e0d94b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0f01055-b1fd-41e1-84a9-83a38e0d94b9&quot;:{&quot;id&quot;:&quot;10f01055-b1fd-41e1-84a9-83a38e0d94b9&quot;,&quot;name&quot;:&quot;substitution_scan_heatmap_exp2 5.png&quot;,&quot;type&quot;:&quot;FIGURE_OBJECT&quot;,&quot;relativeTransform&quot;:{&quot;translate&quot;:{&quot;x&quot;:32.46363191889054,&quot;y&quot;:50.32102151159498},&quot;rotate&quot;:0,&quot;skewX&quot;:0,&quot;scale&quot;:{&quot;x&quot;:3.258953206049605,&quot;y&quot;:3.258953206049605}},&quot;image&quot;:{&quot;url&quot;:&quot;https://core.services.biorender.com/api/uploads/noredirect/6a6692989291f63ff392d278/1785107096280_b9332f02-5369-4855-bfc1-fa7e8e0430aa_icon.png&quot;,&quot;isPremium&quot;:false,&quot;isSignedURL&quot;:true,&quot;size&quot;:{&quot;x&quot;:300,&quot;y&quot;:180}},&quot;source&quot;:{&quot;id&quot;:&quot;6a6692989291f63ff392d278&quot;,&quot;type&quot;:&quot;UPLOADS&quot;},&quot;isPremium&quot;:false,&quot;parent&quot;:{&quot;type&quot;:&quot;CHILD&quot;,&quot;parentId&quot;:&quot;5febe32a-dd64-4a13-9e90-bfbb8cee7dc5&quot;,&quot;order&quot;:&quot;7&quot;}},&quot;5febe32a-dd64-4a13-9e90-bfbb8cee7dc5&quot;:{&quot;id&quot;:&quot;5febe32a-dd64-4a13-9e90-bfbb8cee7dc5&quot;,&quot;type&quot;:&quot;FIGURE_OBJECT&quot;,&quot;document&quot;:{&quot;type&quot;:&quot;FIGURE&quot;,&quot;canvasType&quot;:&quot;FIGURE&quot;,&quot;units&quot;:&quot;cm&quot;,&quot;title&quot;:&quot;Phase III&quot;,&quot;aspectRatio&quot;:1.7777777777777777},&quot;parent&quot;:{&quot;type&quot;:&quot;DOCUMENT&quot;,&quot;parentId&quot;:&quot;d32a9ec0-4d3c-463c-b1e3-283488fd0be2&quot;,&quot;order&quot;:&quot;21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a2a49a28-2bd4-455f-96a6-f3d9b5be919a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510aa63f-eaf4-43c9-a05e-b970162730a0&quot;:{&quot;type&quot;:&quot;FIGURE_OBJECT&quot;,&quot;id&quot;:&quot;510aa63f-eaf4-43c9-a05e-b970162730a0&quot;,&quot;path&quot;:{&quot;type&quot;:&quot;RECT&quot;,&quot;size&quot;:{&quot;x&quot;:566.4757982814266,&quot;y&quot;:151.3629897377785},&quot;cornerRounding&quot;:{&quot;type&quot;:&quot;ARC_LENGTH&quot;,&quot;global&quot;:0}},&quot;pathStyles&quot;:[{&quot;type&quot;:&quot;FILL&quot;,&quot;fillStyle&quot;:&quot;rgba(255,255,255,1)&quot;},{&quot;type&quot;:&quot;STROKE&quot;,&quot;strokeStyle&quot;:&quot;#DA291C&quot;,&quot;lineWidth&quot;:2,&quot;lineJoin&quot;:&quot;round&quot;}],&quot;parent&quot;:{&quot;type&quot;:&quot;CHILD&quot;,&quot;parentId&quot;:&quot;a2a49a28-2bd4-455f-96a6-f3d9b5be919a&quot;,&quot;order&quot;:&quot;2&quot;},&quot;relativeTransform&quot;:{&quot;translate&quot;:{&quot;x&quot;:220.29002024241464,&quot;y&quot;:-133.06773068537862},&quot;rotate&quot;:0}},&quot;5715af5c-3473-429b-ac7a-0f0a22e17177&quot;:{&quot;type&quot;:&quot;FIGURE_OBJECT&quot;,&quot;id&quot;:&quot;5715af5c-3473-429b-ac7a-0f0a22e17177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a2a49a28-2bd4-455f-96a6-f3d9b5be919a&quot;,&quot;order&quot;:&quot;4&quot;},&quot;relativeTransform&quot;:{&quot;translate&quot;:{&quot;x&quot;:192.07722117334276,&quot;y&quot;:22.396947906672196},&quot;rotate&quot;:0},&quot;opacity&quot;:0.28},&quot;11bd236a-fd85-492d-aadd-e7f80f3b82f8&quot;:{&quot;type&quot;:&quot;FIGURE_OBJECT&quot;,&quot;id&quot;:&quot;11bd236a-fd85-492d-aadd-e7f80f3b82f8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a2a49a28-2bd4-455f-96a6-f3d9b5be919a&quot;,&quot;order&quot;:&quot;4&quot;},&quot;relativeTransform&quot;:{&quot;translate&quot;:{&quot;x&quot;:193.6543547075996,&quot;y&quot;:-126.07754914956907},&quot;rotate&quot;:0,&quot;skewX&quot;:0,&quot;scale&quot;:{&quot;x&quot;:1,&quot;y&quot;:1}},&quot;opacity&quot;:0.28},&quot;6428057d-4693-4857-8bbb-e7bc5253486b&quot;:{&quot;type&quot;:&quot;FIGURE_OBJECT&quot;,&quot;id&quot;:&quot;6428057d-4693-4857-8bbb-e7bc5253486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8fca82e9-7ceb-4119-a2ef-dfe2a95c885d&quot;,&quot;coordinates&quot;:{&quot;x&quot;:1,&quot;y&quot;:0.5}},&quot;connectedObjectAtLineEnd&quot;:{&quot;objectId&quot;:&quot;8f740c07-f819-45f7-9eaa-8b4a1214e3c6&quot;,&quot;coordinates&quot;:{&quot;x&quot;:0,&quot;y&quot;:0.5}}}},&quot;d6d214c3-8ec9-4d60-b12e-984afbd4aa17&quot;:{&quot;type&quot;:&quot;FIGURE_OBJECT&quot;,&quot;id&quot;:&quot;d6d214c3-8ec9-4d60-b12e-984afbd4aa17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9&quot;},&quot;connectorInfo&quot;:{&quot;connectedObjectAtLineStart&quot;:{&quot;objectId&quot;:&quot;fb28d480-ddf1-4fd9-bd4e-62cacae7f7e6&quot;,&quot;coordinates&quot;:{&quot;x&quot;:1,&quot;y&quot;:0.5}},&quot;connectedObjectAtLineEnd&quot;:{&quot;objectId&quot;:&quot;8f740c07-f819-45f7-9eaa-8b4a1214e3c6&quot;,&quot;coordinates&quot;:{&quot;x&quot;:0.5,&quot;y&quot;:1}},&quot;type&quot;:&quot;ELBOW&quot;,&quot;offset&quot;:{&quot;x&quot;:0,&quot;y&quot;:0},&quot;bending&quot;:-0.1,&quot;customized&quot;:false}},&quot;82f10b58-9813-40e8-9177-7dd6264de153&quot;:{&quot;type&quot;:&quot;FIGURE_OBJECT&quot;,&quot;id&quot;:&quot;82f10b58-9813-40e8-9177-7dd6264de153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8f740c07-f819-45f7-9eaa-8b4a1214e3c6&quot;,&quot;coordinates&quot;:{&quot;x&quot;:0.4063013414032723,&quot;y&quot;:0}}}},&quot;5934ae39-cceb-4e5c-8ef7-bab148f8c86b&quot;:{&quot;type&quot;:&quot;FIGURE_OBJECT&quot;,&quot;id&quot;:&quot;5934ae39-cceb-4e5c-8ef7-bab148f8c86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8f740c07-f819-45f7-9eaa-8b4a1214e3c6&quot;,&quot;coordinates&quot;:{&quot;x&quot;:1,&quot;y&quot;:0.4658556760773749}}}},&quot;8f740c07-f819-45f7-9eaa-8b4a1214e3c6&quot;:{&quot;type&quot;:&quot;FIGURE_OBJECT&quot;,&quot;id&quot;:&quot;8f740c07-f819-45f7-9eaa-8b4a1214e3c6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a2a49a28-2bd4-455f-96a6-f3d9b5be919a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},&quot;54133e36-3a41-4d93-8feb-7814d923cab1&quot;:{&quot;id&quot;:&quot;54133e36-3a41-4d93-8feb-7814d923cab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8f740c07-f819-45f7-9eaa-8b4a1214e3c6&quot;,&quot;order&quot;:&quot;5&quot;}},&quot;706f524c-32bb-488f-825c-d61cc46a49b8&quot;:{&quot;id&quot;:&quot;706f524c-32bb-488f-825c-d61cc46a49b8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a2a49a28-2bd4-455f-96a6-f3d9b5be919a&quot;,&quot;order&quot;:&quot;99999999999999999999999999999&quot;}},&quot;9d86da9b-205f-4ccb-98fa-2af05ebe0c4c&quot;:{&quot;id&quot;:&quot;9d86da9b-205f-4ccb-98fa-2af05ebe0c4c&quot;,&quot;type&quot;:&quot;FIGURE_OBJECT&quot;,&quot;relativeTransform&quot;:{&quot;translate&quot;:{&quot;x&quot;:569.1275631965193,&quot;y&quot;:-95.4272510577214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,&quot;range&quot;:[0,19]}],&quot;text&quot;:&quot;Selected  Candidates&quot;,&quot;base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}],&quot;_lastCaretLocation&quot;:{&quot;lineIndex&quot;:0,&quot;runIndex&quot;:0,&quot;charIndex&quot;:9}},&quot;format&quot;:&quot;BETTER_TEXT&quot;,&quot;size&quot;:{&quot;x&quot;:70.998046875,&quot;y&quot;:34.75904807921733},&quot;targetSize&quot;:{&quot;x&quot;:63.00253550844383,&quot;y&quot;:34.75904807921733}},&quot;parent&quot;:{&quot;type&quot;:&quot;CHILD&quot;,&quot;parentId&quot;:&quot;a2a49a28-2bd4-455f-96a6-f3d9b5be919a&quot;,&quot;order&quot;:&quot;99999999999999999999999999998&quot;}},&quot;8668f1f1-0414-497c-adb7-2d8775c9da59&quot;:{&quot;type&quot;:&quot;FIGURE_OBJECT&quot;,&quot;id&quot;:&quot;8668f1f1-0414-497c-adb7-2d8775c9da59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a2a49a28-2bd4-455f-96a6-f3d9b5be919a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},&quot;df9ec6fb-7d28-4e21-bf8a-4bc7a8160d7b&quot;:{&quot;id&quot;:&quot;df9ec6fb-7d28-4e21-bf8a-4bc7a8160d7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8668f1f1-0414-497c-adb7-2d8775c9da59&quot;,&quot;order&quot;:&quot;5&quot;}},&quot;5dd76892-0308-439b-a526-2e489d5ceb5b&quot;:{&quot;type&quot;:&quot;FIGURE_OBJECT&quot;,&quot;id&quot;:&quot;5dd76892-0308-439b-a526-2e489d5ceb5b&quot;,&quot;relativeTransform&quot;:{&quot;translate&quot;:{&quot;x&quot;:356.4533176961387,&quot;y&quot;:64.198376215653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8]}],&quot;text&quot;:&quot;Variant generation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48]}],&quot;text&quot;:&quot;Fix 3-7 best scoring positions-aa; keep others WT&quot;}],&quot;verticalAlign&quot;:&quot;TOP&quot;,&quot;_lastCaretLocation&quot;:{&quot;lineIndex&quot;:1,&quot;runIndex&quot;:-1,&quot;charIndex&quot;:-1,&quot;endOfLine&quot;:true}},&quot;size&quot;:{&quot;x&quot;:157.48831472807004,&quot;y&quot;:90},&quot;targetSize&quot;:{&quot;x&quot;:157.48831472807004,&quot;y&quot;:90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99999998&quot;}},&quot;fb28d480-ddf1-4fd9-bd4e-62cacae7f7e6&quot;:{&quot;type&quot;:&quot;FIGURE_OBJECT&quot;,&quot;id&quot;:&quot;fb28d480-ddf1-4fd9-bd4e-62cacae7f7e6&quot;,&quot;parent&quot;:{&quot;type&quot;:&quot;CHILD&quot;,&quot;parentId&quot;:&quot;a2a49a28-2bd4-455f-96a6-f3d9b5be919a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},&quot;098583be-31be-40c8-b13f-371d2aa19573&quot;:{&quot;type&quot;:&quot;FIGURE_OBJECT&quot;,&quot;id&quot;:&quot;098583be-31be-40c8-b13f-371d2aa19573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5&quot;}},&quot;32074560-7b43-495e-9e58-379ee1a3b022&quot;:{&quot;type&quot;:&quot;FIGURE_OBJECT&quot;,&quot;id&quot;:&quot;32074560-7b43-495e-9e58-379ee1a3b02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098583be-31be-40c8-b13f-371d2aa19573&quot;,&quot;order&quot;:&quot;5&quot;}},&quot;2539981d-b9bb-4a79-99a3-e51bd0d9bfe0&quot;:{&quot;type&quot;:&quot;FIGURE_OBJECT&quot;,&quot;id&quot;:&quot;2539981d-b9bb-4a79-99a3-e51bd0d9bfe0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3&quot;}},&quot;d47798e0-7550-461c-b89f-78528c0a8406&quot;:{&quot;type&quot;:&quot;FIGURE_OBJECT&quot;,&quot;id&quot;:&quot;d47798e0-7550-461c-b89f-78528c0a8406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b28d480-ddf1-4fd9-bd4e-62cacae7f7e6&quot;,&quot;order&quot;:&quot;2&quot;}},&quot;f3e95f61-2a6c-447c-aa0a-f492850c98f2&quot;:{&quot;type&quot;:&quot;FIGURE_OBJECT&quot;,&quot;id&quot;:&quot;f3e95f61-2a6c-447c-aa0a-f492850c98f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d47798e0-7550-461c-b89f-78528c0a8406&quot;,&quot;order&quot;:&quot;5&quot;}},&quot;c9443453-ccfe-418a-937e-a6c42a11af03&quot;:{&quot;type&quot;:&quot;FIGURE_OBJECT&quot;,&quot;id&quot;:&quot;c9443453-ccfe-418a-937e-a6c42a11af03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b28d480-ddf1-4fd9-bd4e-62cacae7f7e6&quot;,&quot;order&quot;:&quot;8&quot;}},&quot;5a27a17f-01f3-4fc2-a4fb-96f209b3bdcd&quot;:{&quot;type&quot;:&quot;FIGURE_OBJECT&quot;,&quot;id&quot;:&quot;5a27a17f-01f3-4fc2-a4fb-96f209b3bd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c9443453-ccfe-418a-937e-a6c42a11af03&quot;,&quot;order&quot;:&quot;5&quot;}},&quot;8de7b1ba-826e-47bc-89ae-bc295cda8743&quot;:{&quot;type&quot;:&quot;FIGURE_OBJECT&quot;,&quot;id&quot;:&quot;8de7b1ba-826e-47bc-89ae-bc295cda8743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b28d480-ddf1-4fd9-bd4e-62cacae7f7e6&quot;,&quot;order&quot;:&quot;7&quot;}},&quot;76166bb6-3e9f-4207-9371-78338994c638&quot;:{&quot;type&quot;:&quot;FIGURE_OBJECT&quot;,&quot;id&quot;:&quot;76166bb6-3e9f-4207-9371-78338994c63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de7b1ba-826e-47bc-89ae-bc295cda8743&quot;,&quot;order&quot;:&quot;5&quot;}},&quot;cc3a3a77-af6b-431f-9c62-c3beb1aad7be&quot;:{&quot;type&quot;:&quot;FIGURE_OBJECT&quot;,&quot;id&quot;:&quot;cc3a3a77-af6b-431f-9c62-c3beb1aad7be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6&quot;}},&quot;e2fcb82c-67e4-4450-9909-a2ef9aaa1515&quot;:{&quot;type&quot;:&quot;FIGURE_OBJECT&quot;,&quot;id&quot;:&quot;e2fcb82c-67e4-4450-9909-a2ef9aaa151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cc3a3a77-af6b-431f-9c62-c3beb1aad7be&quot;,&quot;order&quot;:&quot;5&quot;}},&quot;dd37321b-25c7-475e-a2d9-50754c68ae02&quot;:{&quot;type&quot;:&quot;FIGURE_OBJECT&quot;,&quot;id&quot;:&quot;dd37321b-25c7-475e-a2d9-50754c68ae02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1&quot;}},&quot;f033778c-300e-4a43-9db3-43347d3d9113&quot;:{&quot;type&quot;:&quot;FIGURE_OBJECT&quot;,&quot;id&quot;:&quot;f033778c-300e-4a43-9db3-43347d3d9113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dd37321b-25c7-475e-a2d9-50754c68ae02&quot;,&quot;order&quot;:&quot;5&quot;}},&quot;5d86e61a-e320-4618-b180-1e9e654387a4&quot;:{&quot;type&quot;:&quot;FIGURE_OBJECT&quot;,&quot;id&quot;:&quot;5d86e61a-e320-4618-b180-1e9e654387a4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05&quot;}},&quot;03bce24e-d9cb-4b13-a233-52882e3ee75a&quot;:{&quot;type&quot;:&quot;FIGURE_OBJECT&quot;,&quot;id&quot;:&quot;03bce24e-d9cb-4b13-a233-52882e3ee75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5d86e61a-e320-4618-b180-1e9e654387a4&quot;,&quot;order&quot;:&quot;5&quot;}},&quot;28ef1566-8992-404a-8cf2-ecb8017287a7&quot;:{&quot;type&quot;:&quot;FIGURE_OBJECT&quot;,&quot;id&quot;:&quot;28ef1566-8992-404a-8cf2-ecb8017287a7&quot;,&quot;relativeTransform&quot;:{&quot;translate&quot;:{&quot;x&quot;:349.1849353559928,&quot;y&quot;:-25.098273839773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3,4,5,6, and 7 -AA candidates&quot;}],&quot;verticalAlign&quot;:&quot;TOP&quot;,&quot;_lastCaretLocation&quot;:{&quot;lineIndex&quot;:0,&quot;runIndex&quot;:0,&quot;charIndex&quot;:16}},&quot;size&quot;:{&quot;x&quot;:140.45930108387967,&quot;y&quot;:36},&quot;targetSize&quot;:{&quot;x&quot;:140.45930108387967,&quot;y&quot;:36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99999972&quot;}},&quot;837eab38-6b95-49f6-8103-11856a719f7c&quot;:{&quot;type&quot;:&quot;FIGURE_OBJECT&quot;,&quot;id&quot;:&quot;837eab38-6b95-49f6-8103-11856a719f7c&quot;,&quot;relativeTransform&quot;:{&quot;translate&quot;:{&quot;x&quot;:170.36842324239421,&quot;y&quot;:0.5247463497546014},&quot;rotate&quot;:0},&quot;opacity&quot;:1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7&quot;},&quot;connectorInfo&quot;:{&quot;type&quot;:&quot;LINE&quot;,&quot;offset&quot;:{&quot;x&quot;:0,&quot;y&quot;:0},&quot;bending&quot;:0.1,&quot;customized&quot;:false}},&quot;1fa63bf7-df97-48b8-88e5-3f2704dd9bbf&quot;:{&quot;type&quot;:&quot;FIGURE_OBJECT&quot;,&quot;id&quot;:&quot;1fa63bf7-df97-48b8-88e5-3f2704dd9bbf&quot;,&quot;relativeTransform&quot;:{&quot;translate&quot;:{&quot;x&quot;:-1.718014756542082,&quot;y&quot;:-2.295019053992451},&quot;rotate&quot;:0,&quot;skewX&quot;:0,&quot;scale&quot;:{&quot;x&quot;:1,&quot;y&quot;:1}},&quot;opacity&quot;:1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5&quot;},&quot;connectorInfo&quot;:{&quot;type&quot;:&quot;LINE&quot;,&quot;offset&quot;:{&quot;x&quot;:0,&quot;y&quot;:0},&quot;bending&quot;:0.1,&quot;customized&quot;:false}},&quot;614e65c5-4229-48b2-95b9-f4605a8547a6&quot;:{&quot;type&quot;:&quot;FIGURE_OBJECT&quot;,&quot;id&quot;:&quot;614e65c5-4229-48b2-95b9-f4605a8547a6&quot;,&quot;relativeTransform&quot;:{&quot;translate&quot;:{&quot;x&quot;:258.0615993711941,&quot;y&quot;:104.82324372113284},&quot;rotate&quot;:-1.5707963267948968,&quot;skewX&quot;:0,&quot;scale&quot;:{&quot;x&quot;:1,&quot;y&quot;:1}},&quot;opacity&quot;:1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a2a49a28-2bd4-455f-96a6-f3d9b5be919a&quot;,&quot;order&quot;:&quot;99999999999999999999999999&quot;},&quot;connectorInfo&quot;:{&quot;type&quot;:&quot;ELBOW&quot;,&quot;offset&quot;:{&quot;x&quot;:0,&quot;y&quot;:0},&quot;bending&quot;:0.1,&quot;customized&quot;:true}},&quot;b1aa7cac-d083-497e-9bd9-fd3325197c29&quot;:{&quot;type&quot;:&quot;FIGURE_OBJECT&quot;,&quot;id&quot;:&quot;b1aa7cac-d083-497e-9bd9-fd3325197c29&quot;,&quot;relativeTransform&quot;:{&quot;translate&quot;:{&quot;x&quot;:-0.5632754102803841,&quot;y&quot;:0},&quot;rotate&quot;:0,&quot;skewX&quot;:0,&quot;scale&quot;:{&quot;x&quot;:1,&quot;y&quot;:1}},&quot;opacity&quot;:1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8&quot;},&quot;connectorInfo&quot;:{&quot;type&quot;:&quot;LINE&quot;,&quot;offset&quot;:{&quot;x&quot;:0,&quot;y&quot;:0},&quot;bending&quot;:0.1,&quot;customized&quot;:false}},&quot;a28e6c52-605e-4f81-8721-ad721a54ecbc&quot;:{&quot;type&quot;:&quot;FIGURE_OBJECT&quot;,&quot;id&quot;:&quot;a28e6c52-605e-4f81-8721-ad721a54ecbc&quot;,&quot;relativeTransform&quot;:{&quot;translate&quot;:{&quot;x&quot;:188.7820186542023,&quot;y&quot;:-124.90445248605316},&quot;rotate&quot;:0,&quot;skewX&quot;:0,&quot;scale&quot;:{&quot;x&quot;:1,&quot;y&quot;:1}},&quot;opacity&quot;:1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7&quot;},&quot;connectorInfo&quot;:{&quot;type&quot;:&quot;LINE&quot;,&quot;offset&quot;:{&quot;x&quot;:0,&quot;y&quot;:0},&quot;bending&quot;:0.1,&quot;customized&quot;:false}},&quot;c01ec3c8-4100-4217-bd36-2b4e2aaa6bd4&quot;:{&quot;type&quot;:&quot;FIGURE_OBJECT&quot;,&quot;id&quot;:&quot;c01ec3c8-4100-4217-bd36-2b4e2aaa6bd4&quot;,&quot;relativeTransform&quot;:{&quot;translate&quot;:{&quot;x&quot;:121.76978316255799,&quot;y&quot;:-241.40782462585076},&quot;rotate&quot;:1.5707963267948966},&quot;opacity&quot;:1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a2a49a28-2bd4-455f-96a6-f3d9b5be919a&quot;,&quot;order&quot;:&quot;99999999999999999999999995&quot;},&quot;connectorInfo&quot;:{&quot;type&quot;:&quot;ELBOW&quot;,&quot;offset&quot;:{&quot;x&quot;:0,&quot;y&quot;:0},&quot;bending&quot;:0.1,&quot;customized&quot;:true}},&quot;d3ed0df6-7b77-41e2-a2c7-aa4e8ea5a6ff&quot;:{&quot;type&quot;:&quot;FIGURE_OBJECT&quot;,&quot;id&quot;:&quot;d3ed0df6-7b77-41e2-a2c7-aa4e8ea5a6ff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a2a49a28-2bd4-455f-96a6-f3d9b5be919a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80fec2fc-f472-4da2-9f8e-4660b4977c2a&quot;,&quot;coordinates&quot;:{&quot;x&quot;:1,&quot;y&quot;:0.5}}}},&quot;fa943d3f-7bab-41e1-b90c-c62cde6fc936&quot;:{&quot;type&quot;:&quot;FIGURE_OBJECT&quot;,&quot;id&quot;:&quot;fa943d3f-7bab-41e1-b90c-c62cde6fc936&quot;,&quot;relativeTransform&quot;:{&quot;translate&quot;:{&quot;x&quot;:293.7810866057442,&quot;y&quot;:-208.2671679377025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6]}],&quot;text&quot;:&quot;Donor 2 &amp; Donor 3&quot;}],&quot;verticalAlign&quot;:&quot;TOP&quot;,&quot;_lastCaretLocation&quot;:{&quot;lineIndex&quot;:0,&quot;runIndex&quot;:-1,&quot;charIndex&quot;:-1,&quot;endOfLine&quot;:true}},&quot;size&quot;:{&quot;x&quot;:140.56107313791796,&quot;y&quot;:18},&quot;targetSize&quot;:{&quot;x&quot;:140.56107313791796,&quot;y&quot;:18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99997&quot;}},&quot;46641749-a0ec-42f2-8f51-1921a5781feb&quot;:{&quot;type&quot;:&quot;FIGURE_OBJECT&quot;,&quot;id&quot;:&quot;46641749-a0ec-42f2-8f51-1921a5781feb&quot;,&quot;parent&quot;:{&quot;type&quot;:&quot;CHILD&quot;,&quot;parentId&quot;:&quot;a2a49a28-2bd4-455f-96a6-f3d9b5be919a&quot;,&quot;order&quot;:&quot;9999999999999999999999995&quot;},&quot;relativeTransform&quot;:{&quot;translate&quot;:{&quot;x&quot;:177.44387944353394,&quot;y&quot;:-246.0226545588157},&quot;rotate&quot;:0,&quot;skewX&quot;:0,&quot;scale&quot;:{&quot;x&quot;:1,&quot;y&quot;:1}}},&quot;8895b795-fad9-44f3-ac9d-d86cb8c8270f&quot;:{&quot;type&quot;:&quot;FIGURE_OBJECT&quot;,&quot;id&quot;:&quot;8895b795-fad9-44f3-ac9d-d86cb8c8270f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95&quot;}},&quot;6e292b79-648f-428b-a893-45ba82d5a94e&quot;:{&quot;type&quot;:&quot;FIGURE_OBJECT&quot;,&quot;id&quot;:&quot;6e292b79-648f-428b-a893-45ba82d5a94e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9&quot;}},&quot;4945a660-c094-46a5-a589-4eaa869ff9ee&quot;:{&quot;type&quot;:&quot;FIGURE_OBJECT&quot;,&quot;id&quot;:&quot;4945a660-c094-46a5-a589-4eaa869ff9ee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85&quot;}},&quot;e4b977eb-1b73-441e-8c95-429251de2484&quot;:{&quot;type&quot;:&quot;FIGURE_OBJECT&quot;,&quot;id&quot;:&quot;e4b977eb-1b73-441e-8c95-429251de2484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8&quot;}},&quot;722d9f10-a4a0-4984-82bc-34ec01b9553b&quot;:{&quot;type&quot;:&quot;FIGURE_OBJECT&quot;,&quot;id&quot;:&quot;722d9f10-a4a0-4984-82bc-34ec01b9553b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7&quot;}},&quot;6119582b-2bea-4961-9fc2-5ab897501423&quot;:{&quot;type&quot;:&quot;FIGURE_OBJECT&quot;,&quot;id&quot;:&quot;6119582b-2bea-4961-9fc2-5ab897501423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5&quot;}},&quot;87692dcb-d4eb-4bca-929b-957ba36f6b19&quot;:{&quot;type&quot;:&quot;FIGURE_OBJECT&quot;,&quot;id&quot;:&quot;87692dcb-d4eb-4bca-929b-957ba36f6b19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2&quot;}},&quot;da43990e-a477-4009-ab96-65b5e7a5a97f&quot;:{&quot;type&quot;:&quot;FIGURE_OBJECT&quot;,&quot;id&quot;:&quot;da43990e-a477-4009-ab96-65b5e7a5a97f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1&quot;}},&quot;4677571c-2c7b-4205-889e-0464aa97b3fb&quot;:{&quot;type&quot;:&quot;FIGURE_OBJECT&quot;,&quot;id&quot;:&quot;4677571c-2c7b-4205-889e-0464aa97b3fb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&quot;}},&quot;16048c7e-6390-48f9-9f5c-04c0a0785e02&quot;:{&quot;type&quot;:&quot;FIGURE_OBJECT&quot;,&quot;id&quot;:&quot;16048c7e-6390-48f9-9f5c-04c0a0785e02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7&quot;}},&quot;babb1882-6398-4fb1-83ef-f23bb5e7d950&quot;:{&quot;type&quot;:&quot;FIGURE_OBJECT&quot;,&quot;id&quot;:&quot;babb1882-6398-4fb1-83ef-f23bb5e7d950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5&quot;}},&quot;8c3bd6c8-2981-4fb9-8486-3d0a09aa4391&quot;:{&quot;type&quot;:&quot;FIGURE_OBJECT&quot;,&quot;id&quot;:&quot;8c3bd6c8-2981-4fb9-8486-3d0a09aa4391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2&quot;}},&quot;7df21d32-11c1-48fd-ba01-1ba39ce1a5fd&quot;:{&quot;type&quot;:&quot;FIGURE_OBJECT&quot;,&quot;id&quot;:&quot;7df21d32-11c1-48fd-ba01-1ba39ce1a5fd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&quot;}},&quot;93669ee2-2434-480e-a297-3078817777ab&quot;:{&quot;type&quot;:&quot;FIGURE_OBJECT&quot;,&quot;id&quot;:&quot;93669ee2-2434-480e-a297-3078817777ab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7&quot;}},&quot;b525692a-80a6-477c-b396-fc2c9f9218fb&quot;:{&quot;type&quot;:&quot;FIGURE_OBJECT&quot;,&quot;id&quot;:&quot;b525692a-80a6-477c-b396-fc2c9f9218fb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5&quot;}},&quot;75c4e7ca-0971-4d86-9ca0-05b92b18e813&quot;:{&quot;type&quot;:&quot;FIGURE_OBJECT&quot;,&quot;id&quot;:&quot;75c4e7ca-0971-4d86-9ca0-05b92b18e813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2&quot;}},&quot;4f48132c-3475-4897-a79f-8c981b4ed90a&quot;:{&quot;type&quot;:&quot;FIGURE_OBJECT&quot;,&quot;id&quot;:&quot;4f48132c-3475-4897-a79f-8c981b4ed90a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1&quot;}},&quot;8fa82c24-aefa-4291-916e-620b3857e540&quot;:{&quot;type&quot;:&quot;FIGURE_OBJECT&quot;,&quot;id&quot;:&quot;8fa82c24-aefa-4291-916e-620b3857e540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&quot;}},&quot;1dc53f39-03c1-4908-b246-c6cf518ecc66&quot;:{&quot;type&quot;:&quot;FIGURE_OBJECT&quot;,&quot;id&quot;:&quot;1dc53f39-03c1-4908-b246-c6cf518ecc66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45&quot;}},&quot;403b49f3-2e13-4bc5-b3ca-e464a78910f7&quot;:{&quot;type&quot;:&quot;FIGURE_OBJECT&quot;,&quot;id&quot;:&quot;403b49f3-2e13-4bc5-b3ca-e464a78910f7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4&quot;}},&quot;0f05419f-32ab-464a-842b-df1a303ab3d3&quot;:{&quot;type&quot;:&quot;FIGURE_OBJECT&quot;,&quot;id&quot;:&quot;0f05419f-32ab-464a-842b-df1a303ab3d3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35&quot;}},&quot;c545a811-b8d3-41d7-b3ef-95d775692e19&quot;:{&quot;type&quot;:&quot;FIGURE_OBJECT&quot;,&quot;id&quot;:&quot;c545a811-b8d3-41d7-b3ef-95d775692e19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3&quot;}},&quot;d18d0018-5362-4388-a9df-69ba5b55b9ab&quot;:{&quot;type&quot;:&quot;FIGURE_OBJECT&quot;,&quot;id&quot;:&quot;d18d0018-5362-4388-a9df-69ba5b55b9ab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7&quot;}},&quot;3752cd8b-b22e-439f-b09e-e1abcd5e68e8&quot;:{&quot;type&quot;:&quot;FIGURE_OBJECT&quot;,&quot;id&quot;:&quot;3752cd8b-b22e-439f-b09e-e1abcd5e68e8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5&quot;}},&quot;889ee556-560c-41d8-950b-1948fc0ea842&quot;:{&quot;type&quot;:&quot;FIGURE_OBJECT&quot;,&quot;id&quot;:&quot;889ee556-560c-41d8-950b-1948fc0ea842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2&quot;}},&quot;4db83100-7209-4ae5-adfa-785fc186f5fb&quot;:{&quot;type&quot;:&quot;FIGURE_OBJECT&quot;,&quot;id&quot;:&quot;4db83100-7209-4ae5-adfa-785fc186f5fb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1&quot;}},&quot;ee2530c7-14dd-4012-929b-072cba548a9a&quot;:{&quot;type&quot;:&quot;FIGURE_OBJECT&quot;,&quot;id&quot;:&quot;ee2530c7-14dd-4012-929b-072cba548a9a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&quot;}},&quot;d76013c7-a344-4a03-8d21-8245f2c1c53b&quot;:{&quot;type&quot;:&quot;FIGURE_OBJECT&quot;,&quot;id&quot;:&quot;d76013c7-a344-4a03-8d21-8245f2c1c53b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7&quot;}},&quot;9dc56a4f-e747-4bc2-887a-0c5fd3fbba30&quot;:{&quot;type&quot;:&quot;FIGURE_OBJECT&quot;,&quot;id&quot;:&quot;9dc56a4f-e747-4bc2-887a-0c5fd3fbba30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5&quot;}},&quot;0d73bca2-ef45-4cf7-b18a-1ac184941873&quot;:{&quot;type&quot;:&quot;FIGURE_OBJECT&quot;,&quot;id&quot;:&quot;0d73bca2-ef45-4cf7-b18a-1ac184941873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2&quot;}},&quot;db0f4935-1846-4ee9-937e-3acd733d8bde&quot;:{&quot;type&quot;:&quot;FIGURE_OBJECT&quot;,&quot;id&quot;:&quot;db0f4935-1846-4ee9-937e-3acd733d8bde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1&quot;}},&quot;ce8cf1fe-9061-4b9f-bd0a-1055ff4b067c&quot;:{&quot;type&quot;:&quot;FIGURE_OBJECT&quot;,&quot;id&quot;:&quot;ce8cf1fe-9061-4b9f-bd0a-1055ff4b067c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&quot;}},&quot;846b319a-4589-4bba-af7a-8607269b79c6&quot;:{&quot;type&quot;:&quot;FIGURE_OBJECT&quot;,&quot;id&quot;:&quot;846b319a-4589-4bba-af7a-8607269b79c6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7&quot;}},&quot;c0872771-ce98-4458-8f92-f9e26fa5d507&quot;:{&quot;type&quot;:&quot;FIGURE_OBJECT&quot;,&quot;id&quot;:&quot;c0872771-ce98-4458-8f92-f9e26fa5d507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5&quot;}},&quot;a8bfa8bd-9aa9-4cf5-be03-e533e1f99cb9&quot;:{&quot;type&quot;:&quot;FIGURE_OBJECT&quot;,&quot;id&quot;:&quot;a8bfa8bd-9aa9-4cf5-be03-e533e1f99cb9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2&quot;}},&quot;c71faed1-33e6-49fc-8415-c5f998e1f015&quot;:{&quot;type&quot;:&quot;FIGURE_OBJECT&quot;,&quot;id&quot;:&quot;c71faed1-33e6-49fc-8415-c5f998e1f015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1&quot;}},&quot;f3b396a3-c1d6-4e5b-92ac-187501a575af&quot;:{&quot;type&quot;:&quot;FIGURE_OBJECT&quot;,&quot;id&quot;:&quot;f3b396a3-c1d6-4e5b-92ac-187501a575af&quot;,&quot;parent&quot;:{&quot;type&quot;:&quot;CHILD&quot;,&quot;parentId&quot;:&quot;a2a49a28-2bd4-455f-96a6-f3d9b5be919a&quot;,&quot;order&quot;:&quot;999999999999999999999999&quot;},&quot;relativeTransform&quot;:{&quot;translate&quot;:{&quot;x&quot;:116.402483726469,&quot;y&quot;:-246.02235262249508},&quot;rotate&quot;:0,&quot;skewX&quot;:0,&quot;scale&quot;:{&quot;x&quot;:1,&quot;y&quot;:1}}},&quot;2bd9543f-4b69-422a-bf0b-4b5ae62654f0&quot;:{&quot;type&quot;:&quot;FIGURE_OBJECT&quot;,&quot;id&quot;:&quot;2bd9543f-4b69-422a-bf0b-4b5ae62654f0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95&quot;}},&quot;d5f897f4-e9dd-46e0-a410-051d0f162161&quot;:{&quot;type&quot;:&quot;FIGURE_OBJECT&quot;,&quot;id&quot;:&quot;d5f897f4-e9dd-46e0-a410-051d0f162161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9&quot;}},&quot;ad66db15-4970-4399-978f-64ac92a50539&quot;:{&quot;type&quot;:&quot;FIGURE_OBJECT&quot;,&quot;id&quot;:&quot;ad66db15-4970-4399-978f-64ac92a50539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85&quot;}},&quot;d35138e2-a0a8-4bac-b5b5-5cc252654ea6&quot;:{&quot;type&quot;:&quot;FIGURE_OBJECT&quot;,&quot;id&quot;:&quot;d35138e2-a0a8-4bac-b5b5-5cc252654ea6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8&quot;}},&quot;13e52887-f1f5-422a-9dfd-69c35ee6fb7b&quot;:{&quot;type&quot;:&quot;FIGURE_OBJECT&quot;,&quot;id&quot;:&quot;13e52887-f1f5-422a-9dfd-69c35ee6fb7b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7&quot;}},&quot;71f04b67-91f2-4380-8c5e-9e37e14d69dc&quot;:{&quot;type&quot;:&quot;FIGURE_OBJECT&quot;,&quot;id&quot;:&quot;71f04b67-91f2-4380-8c5e-9e37e14d69dc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5&quot;}},&quot;bddf4e5b-08cc-4b57-be06-27d33698c904&quot;:{&quot;type&quot;:&quot;FIGURE_OBJECT&quot;,&quot;id&quot;:&quot;bddf4e5b-08cc-4b57-be06-27d33698c904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2&quot;}},&quot;e3adebb4-2dfa-4e40-a5df-190af7c568a4&quot;:{&quot;type&quot;:&quot;FIGURE_OBJECT&quot;,&quot;id&quot;:&quot;e3adebb4-2dfa-4e40-a5df-190af7c568a4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1&quot;}},&quot;0e2216af-ce03-4fc5-bdb3-b5d80d2f1449&quot;:{&quot;type&quot;:&quot;FIGURE_OBJECT&quot;,&quot;id&quot;:&quot;0e2216af-ce03-4fc5-bdb3-b5d80d2f1449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&quot;}},&quot;52ade018-81bb-4941-a895-7ed89b19e8b3&quot;:{&quot;type&quot;:&quot;FIGURE_OBJECT&quot;,&quot;id&quot;:&quot;52ade018-81bb-4941-a895-7ed89b19e8b3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7&quot;}},&quot;ceca9d43-832c-4360-9252-2e685b57cc01&quot;:{&quot;type&quot;:&quot;FIGURE_OBJECT&quot;,&quot;id&quot;:&quot;ceca9d43-832c-4360-9252-2e685b57cc01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5&quot;}},&quot;cc5eceb3-92ca-4cbe-a6dd-b3c7ea5f45b3&quot;:{&quot;type&quot;:&quot;FIGURE_OBJECT&quot;,&quot;id&quot;:&quot;cc5eceb3-92ca-4cbe-a6dd-b3c7ea5f45b3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2&quot;}},&quot;6e94bde4-2dd1-4026-82eb-16ec81305bb6&quot;:{&quot;type&quot;:&quot;FIGURE_OBJECT&quot;,&quot;id&quot;:&quot;6e94bde4-2dd1-4026-82eb-16ec81305bb6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&quot;}},&quot;587381b5-cbd2-4617-8292-1b5095264aa3&quot;:{&quot;type&quot;:&quot;FIGURE_OBJECT&quot;,&quot;id&quot;:&quot;587381b5-cbd2-4617-8292-1b5095264aa3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7&quot;}},&quot;fad5ca3c-0754-4696-98c2-83baf8f9cd8d&quot;:{&quot;type&quot;:&quot;FIGURE_OBJECT&quot;,&quot;id&quot;:&quot;fad5ca3c-0754-4696-98c2-83baf8f9cd8d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5&quot;}},&quot;53841892-a3c1-4be7-98bc-06ae0edf5131&quot;:{&quot;type&quot;:&quot;FIGURE_OBJECT&quot;,&quot;id&quot;:&quot;53841892-a3c1-4be7-98bc-06ae0edf5131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2&quot;}},&quot;fc98883b-7dd0-4c8a-85b4-0486c22708dd&quot;:{&quot;type&quot;:&quot;FIGURE_OBJECT&quot;,&quot;id&quot;:&quot;fc98883b-7dd0-4c8a-85b4-0486c22708dd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1&quot;}},&quot;f0f2a897-a36a-40ac-afe0-ae2163227d0b&quot;:{&quot;type&quot;:&quot;FIGURE_OBJECT&quot;,&quot;id&quot;:&quot;f0f2a897-a36a-40ac-afe0-ae2163227d0b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&quot;}},&quot;f0dd5dc0-735b-40d0-8766-9321871996db&quot;:{&quot;type&quot;:&quot;FIGURE_OBJECT&quot;,&quot;id&quot;:&quot;f0dd5dc0-735b-40d0-8766-9321871996db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45&quot;}},&quot;3ec8c4b6-106a-4818-8c22-6dbb17eefa8f&quot;:{&quot;type&quot;:&quot;FIGURE_OBJECT&quot;,&quot;id&quot;:&quot;3ec8c4b6-106a-4818-8c22-6dbb17eefa8f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4&quot;}},&quot;df708240-ff95-4412-bf47-8b1907551ed0&quot;:{&quot;type&quot;:&quot;FIGURE_OBJECT&quot;,&quot;id&quot;:&quot;df708240-ff95-4412-bf47-8b1907551ed0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35&quot;}},&quot;5a7ec052-1b56-40d0-a237-4fa7940bdb32&quot;:{&quot;type&quot;:&quot;FIGURE_OBJECT&quot;,&quot;id&quot;:&quot;5a7ec052-1b56-40d0-a237-4fa7940bdb32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3&quot;}},&quot;ed05f7b3-41d2-4cec-9d44-bbd6d7df05e6&quot;:{&quot;type&quot;:&quot;FIGURE_OBJECT&quot;,&quot;id&quot;:&quot;ed05f7b3-41d2-4cec-9d44-bbd6d7df05e6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7&quot;}},&quot;413c4e9e-c738-4d56-b0e5-13061f4023d9&quot;:{&quot;type&quot;:&quot;FIGURE_OBJECT&quot;,&quot;id&quot;:&quot;413c4e9e-c738-4d56-b0e5-13061f4023d9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5&quot;}},&quot;9aa055b2-877c-4da2-a44a-94d8b081daae&quot;:{&quot;type&quot;:&quot;FIGURE_OBJECT&quot;,&quot;id&quot;:&quot;9aa055b2-877c-4da2-a44a-94d8b081daae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2&quot;}},&quot;c0be5e53-782f-4aa3-8017-a4618a20871f&quot;:{&quot;type&quot;:&quot;FIGURE_OBJECT&quot;,&quot;id&quot;:&quot;c0be5e53-782f-4aa3-8017-a4618a20871f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1&quot;}},&quot;6d6fde1a-2880-4677-b32f-c9533bbb5459&quot;:{&quot;type&quot;:&quot;FIGURE_OBJECT&quot;,&quot;id&quot;:&quot;6d6fde1a-2880-4677-b32f-c9533bbb5459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&quot;}},&quot;d995c0a6-dd28-497f-9b89-08061dab7b58&quot;:{&quot;type&quot;:&quot;FIGURE_OBJECT&quot;,&quot;id&quot;:&quot;d995c0a6-dd28-497f-9b89-08061dab7b58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7&quot;}},&quot;0f61581a-0793-47f0-a861-52629a4754a3&quot;:{&quot;type&quot;:&quot;FIGURE_OBJECT&quot;,&quot;id&quot;:&quot;0f61581a-0793-47f0-a861-52629a4754a3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5&quot;}},&quot;77410957-69a9-4ed1-a630-7d17d7348a25&quot;:{&quot;type&quot;:&quot;FIGURE_OBJECT&quot;,&quot;id&quot;:&quot;77410957-69a9-4ed1-a630-7d17d7348a25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2&quot;}},&quot;8a5a920e-09f0-4237-b01e-7bda39213ae2&quot;:{&quot;type&quot;:&quot;FIGURE_OBJECT&quot;,&quot;id&quot;:&quot;8a5a920e-09f0-4237-b01e-7bda39213ae2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1&quot;}},&quot;cd66f613-d00a-434d-8d81-a0c57d8c72dd&quot;:{&quot;type&quot;:&quot;FIGURE_OBJECT&quot;,&quot;id&quot;:&quot;cd66f613-d00a-434d-8d81-a0c57d8c72dd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&quot;}},&quot;b0ed3345-28fe-4eb6-bf77-1cf18e7f35e7&quot;:{&quot;type&quot;:&quot;FIGURE_OBJECT&quot;,&quot;id&quot;:&quot;b0ed3345-28fe-4eb6-bf77-1cf18e7f35e7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7&quot;}},&quot;6bb2f4bb-0fbf-4b3a-b01f-02bd9ca2ea49&quot;:{&quot;type&quot;:&quot;FIGURE_OBJECT&quot;,&quot;id&quot;:&quot;6bb2f4bb-0fbf-4b3a-b01f-02bd9ca2ea49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5&quot;}},&quot;8b14bea6-9c98-4dfd-a646-23abdb6f3795&quot;:{&quot;type&quot;:&quot;FIGURE_OBJECT&quot;,&quot;id&quot;:&quot;8b14bea6-9c98-4dfd-a646-23abdb6f3795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2&quot;}},&quot;72492e7f-f339-4f65-b623-180bade2ad5b&quot;:{&quot;type&quot;:&quot;FIGURE_OBJECT&quot;,&quot;id&quot;:&quot;72492e7f-f339-4f65-b623-180bade2ad5b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1&quot;}},&quot;75f8d5fa-7aaa-4f3c-b8ac-dfb37f984215&quot;:{&quot;type&quot;:&quot;FIGURE_OBJECT&quot;,&quot;id&quot;:&quot;75f8d5fa-7aaa-4f3c-b8ac-dfb37f984215&quot;,&quot;parent&quot;:{&quot;type&quot;:&quot;CHILD&quot;,&quot;parentId&quot;:&quot;a2a49a28-2bd4-455f-96a6-f3d9b5be919a&quot;,&quot;order&quot;:&quot;9999999999999999999999919&quot;},&quot;relativeTransform&quot;:{}},&quot;9623ecd3-afd9-40b5-b4e5-fc50f6f6d0ff&quot;:{&quot;type&quot;:&quot;FIGURE_OBJECT&quot;,&quot;id&quot;:&quot;9623ecd3-afd9-40b5-b4e5-fc50f6f6d0ff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95&quot;}},&quot;d68d892f-85b3-4b30-88fe-bd885f58742a&quot;:{&quot;type&quot;:&quot;FIGURE_OBJECT&quot;,&quot;id&quot;:&quot;d68d892f-85b3-4b30-88fe-bd885f58742a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9&quot;}},&quot;ea2c3b8d-855a-4d6d-b99b-c48ded1bcde0&quot;:{&quot;type&quot;:&quot;FIGURE_OBJECT&quot;,&quot;id&quot;:&quot;ea2c3b8d-855a-4d6d-b99b-c48ded1bcde0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85&quot;}},&quot;49c1b5e8-145e-4edc-b5e5-19698da4d0b6&quot;:{&quot;type&quot;:&quot;FIGURE_OBJECT&quot;,&quot;id&quot;:&quot;49c1b5e8-145e-4edc-b5e5-19698da4d0b6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8&quot;}},&quot;033be08c-9d29-4837-9267-6bf8c3b57a66&quot;:{&quot;type&quot;:&quot;FIGURE_OBJECT&quot;,&quot;id&quot;:&quot;033be08c-9d29-4837-9267-6bf8c3b57a66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7&quot;}},&quot;56d5539f-700a-491a-91dd-558a7fd29c8e&quot;:{&quot;type&quot;:&quot;FIGURE_OBJECT&quot;,&quot;id&quot;:&quot;56d5539f-700a-491a-91dd-558a7fd29c8e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5&quot;}},&quot;25c2d042-fcde-4387-b39b-692327a36012&quot;:{&quot;type&quot;:&quot;FIGURE_OBJECT&quot;,&quot;id&quot;:&quot;25c2d042-fcde-4387-b39b-692327a36012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2&quot;}},&quot;3bba76fa-ca0f-4b20-9bb7-43cb54b19bd1&quot;:{&quot;type&quot;:&quot;FIGURE_OBJECT&quot;,&quot;id&quot;:&quot;3bba76fa-ca0f-4b20-9bb7-43cb54b19bd1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1&quot;}},&quot;c21041f7-e5ec-4cf5-a7ff-6a537d81adbc&quot;:{&quot;type&quot;:&quot;FIGURE_OBJECT&quot;,&quot;id&quot;:&quot;c21041f7-e5ec-4cf5-a7ff-6a537d81adbc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&quot;}},&quot;8ee754da-f28c-42ee-a01e-57eb6486064c&quot;:{&quot;type&quot;:&quot;FIGURE_OBJECT&quot;,&quot;id&quot;:&quot;8ee754da-f28c-42ee-a01e-57eb6486064c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7&quot;}},&quot;6033d295-e735-4b0f-9164-0f861a84da94&quot;:{&quot;type&quot;:&quot;FIGURE_OBJECT&quot;,&quot;id&quot;:&quot;6033d295-e735-4b0f-9164-0f861a84da94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5&quot;}},&quot;436c89e8-fbc5-4f90-9e79-a92c5b58e68e&quot;:{&quot;type&quot;:&quot;FIGURE_OBJECT&quot;,&quot;id&quot;:&quot;436c89e8-fbc5-4f90-9e79-a92c5b58e68e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2&quot;}},&quot;00d87116-1c9d-472d-9713-6ae9dc99c9e7&quot;:{&quot;type&quot;:&quot;FIGURE_OBJECT&quot;,&quot;id&quot;:&quot;00d87116-1c9d-472d-9713-6ae9dc99c9e7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&quot;}},&quot;3b610762-ab94-4311-bd45-647f7e7e112a&quot;:{&quot;type&quot;:&quot;FIGURE_OBJECT&quot;,&quot;id&quot;:&quot;3b610762-ab94-4311-bd45-647f7e7e112a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7&quot;}},&quot;0c07fb77-f0b0-42ed-b337-35b4ac0f0403&quot;:{&quot;type&quot;:&quot;FIGURE_OBJECT&quot;,&quot;id&quot;:&quot;0c07fb77-f0b0-42ed-b337-35b4ac0f0403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5&quot;}},&quot;9fdc645b-14ac-447a-9532-e7445db1cb57&quot;:{&quot;type&quot;:&quot;FIGURE_OBJECT&quot;,&quot;id&quot;:&quot;9fdc645b-14ac-447a-9532-e7445db1cb57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2&quot;}},&quot;cca5ed91-73f6-46b6-bc97-f95efcdeb132&quot;:{&quot;type&quot;:&quot;FIGURE_OBJECT&quot;,&quot;id&quot;:&quot;cca5ed91-73f6-46b6-bc97-f95efcdeb132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1&quot;}},&quot;acf04db2-903c-4f4a-a700-724397585131&quot;:{&quot;type&quot;:&quot;FIGURE_OBJECT&quot;,&quot;id&quot;:&quot;acf04db2-903c-4f4a-a700-724397585131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&quot;}},&quot;c6e99df9-0325-421d-9ec4-3ffc66abce7a&quot;:{&quot;type&quot;:&quot;FIGURE_OBJECT&quot;,&quot;id&quot;:&quot;c6e99df9-0325-421d-9ec4-3ffc66abce7a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45&quot;}},&quot;06f3f2f8-4178-41b7-a7fb-83f4a1bd4820&quot;:{&quot;type&quot;:&quot;FIGURE_OBJECT&quot;,&quot;id&quot;:&quot;06f3f2f8-4178-41b7-a7fb-83f4a1bd4820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4&quot;}},&quot;da0d0294-b322-485f-bd89-7aa8c8c5de9f&quot;:{&quot;type&quot;:&quot;FIGURE_OBJECT&quot;,&quot;id&quot;:&quot;da0d0294-b322-485f-bd89-7aa8c8c5de9f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35&quot;}},&quot;3844783a-ecb1-48bf-abdc-401735ec96d8&quot;:{&quot;type&quot;:&quot;FIGURE_OBJECT&quot;,&quot;id&quot;:&quot;3844783a-ecb1-48bf-abdc-401735ec96d8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3&quot;}},&quot;eeaf1c3c-b018-4cab-b5bf-f30ab4e0cf16&quot;:{&quot;type&quot;:&quot;FIGURE_OBJECT&quot;,&quot;id&quot;:&quot;eeaf1c3c-b018-4cab-b5bf-f30ab4e0cf16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7&quot;}},&quot;c017a0fe-0785-4bd7-8b68-e030f4ac86a8&quot;:{&quot;type&quot;:&quot;FIGURE_OBJECT&quot;,&quot;id&quot;:&quot;c017a0fe-0785-4bd7-8b68-e030f4ac86a8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5&quot;}},&quot;70d1c9a7-8aed-466d-83e8-36bc085bde4a&quot;:{&quot;type&quot;:&quot;FIGURE_OBJECT&quot;,&quot;id&quot;:&quot;70d1c9a7-8aed-466d-83e8-36bc085bde4a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2&quot;}},&quot;f34ee0ca-91e6-4807-8061-1b97ffe47e1b&quot;:{&quot;type&quot;:&quot;FIGURE_OBJECT&quot;,&quot;id&quot;:&quot;f34ee0ca-91e6-4807-8061-1b97ffe47e1b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1&quot;}},&quot;29047381-0c50-4fdd-ba17-c84464b941b5&quot;:{&quot;type&quot;:&quot;FIGURE_OBJECT&quot;,&quot;id&quot;:&quot;29047381-0c50-4fdd-ba17-c84464b941b5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&quot;}},&quot;dd6ba419-bcad-4f33-b85b-7751288e941c&quot;:{&quot;type&quot;:&quot;FIGURE_OBJECT&quot;,&quot;id&quot;:&quot;dd6ba419-bcad-4f33-b85b-7751288e941c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7&quot;}},&quot;27a2beb1-c380-4d13-b572-f0b5106e5eea&quot;:{&quot;type&quot;:&quot;FIGURE_OBJECT&quot;,&quot;id&quot;:&quot;27a2beb1-c380-4d13-b572-f0b5106e5eea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5&quot;}},&quot;375ec88d-fc4d-4761-9e83-ccda2434a758&quot;:{&quot;type&quot;:&quot;FIGURE_OBJECT&quot;,&quot;id&quot;:&quot;375ec88d-fc4d-4761-9e83-ccda2434a758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2&quot;}},&quot;98b68c21-ecea-4a35-88a0-64c81b97268d&quot;:{&quot;type&quot;:&quot;FIGURE_OBJECT&quot;,&quot;id&quot;:&quot;98b68c21-ecea-4a35-88a0-64c81b97268d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1&quot;}},&quot;904ec207-ee6c-42ac-914e-fef52c3384ae&quot;:{&quot;type&quot;:&quot;FIGURE_OBJECT&quot;,&quot;id&quot;:&quot;904ec207-ee6c-42ac-914e-fef52c3384ae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&quot;}},&quot;09026e3a-2e86-48ba-bae2-cb38f5e8170d&quot;:{&quot;type&quot;:&quot;FIGURE_OBJECT&quot;,&quot;id&quot;:&quot;09026e3a-2e86-48ba-bae2-cb38f5e8170d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7&quot;}},&quot;8ecc0bd4-f201-4622-a806-6a2f3dede24a&quot;:{&quot;type&quot;:&quot;FIGURE_OBJECT&quot;,&quot;id&quot;:&quot;8ecc0bd4-f201-4622-a806-6a2f3dede24a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5&quot;}},&quot;a469047d-2502-47ad-be0f-ecc7a9849b68&quot;:{&quot;type&quot;:&quot;FIGURE_OBJECT&quot;,&quot;id&quot;:&quot;a469047d-2502-47ad-be0f-ecc7a9849b68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2&quot;}},&quot;4e74c270-b850-4341-b387-4918a13846c7&quot;:{&quot;type&quot;:&quot;FIGURE_OBJECT&quot;,&quot;id&quot;:&quot;4e74c270-b850-4341-b387-4918a13846c7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1&quot;}},&quot;8fca82e9-7ceb-4119-a2ef-dfe2a95c885d&quot;:{&quot;type&quot;:&quot;FIGURE_OBJECT&quot;,&quot;id&quot;:&quot;8fca82e9-7ceb-4119-a2ef-dfe2a95c885d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a2a49a28-2bd4-455f-96a6-f3d9b5be919a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},&quot;f2b0a0af-ee4d-47a4-a0b9-f187a2f3f24e&quot;:{&quot;id&quot;:&quot;f2b0a0af-ee4d-47a4-a0b9-f187a2f3f24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8fca82e9-7ceb-4119-a2ef-dfe2a95c885d&quot;,&quot;order&quot;:&quot;5&quot;}},&quot;2bc8aef8-060e-45fb-a014-0fb59704044c&quot;:{&quot;type&quot;:&quot;FIGURE_OBJECT&quot;,&quot;id&quot;:&quot;2bc8aef8-060e-45fb-a014-0fb59704044c&quot;,&quot;parent&quot;:{&quot;type&quot;:&quot;CHILD&quot;,&quot;parentId&quot;:&quot;a2a49a28-2bd4-455f-96a6-f3d9b5be919a&quot;,&quot;order&quot;:&quot;999999999999999999999&quot;},&quot;relativeTransform&quot;:{&quot;translate&quot;:{&quot;x&quot;:-5.593912965258861,&quot;y&quot;:8.277245494691797},&quot;rotate&quot;:0,&quot;skewX&quot;:0,&quot;scale&quot;:{&quot;x&quot;:1,&quot;y&quot;:1}}},&quot;c70e5c7c-faa9-4475-9c23-9b61874f26e6&quot;:{&quot;type&quot;:&quot;FIGURE_OBJECT&quot;,&quot;id&quot;:&quot;c70e5c7c-faa9-4475-9c23-9b61874f26e6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5&quot;}},&quot;1f53489d-51c6-4b56-908f-079e7d03064f&quot;:{&quot;type&quot;:&quot;FIGURE_OBJECT&quot;,&quot;id&quot;:&quot;1f53489d-51c6-4b56-908f-079e7d03064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c70e5c7c-faa9-4475-9c23-9b61874f26e6&quot;,&quot;order&quot;:&quot;5&quot;}},&quot;8dd1568f-6129-4b69-874f-3ec995e9670d&quot;:{&quot;type&quot;:&quot;FIGURE_OBJECT&quot;,&quot;id&quot;:&quot;8dd1568f-6129-4b69-874f-3ec995e9670d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2bc8aef8-060e-45fb-a014-0fb59704044c&quot;,&quot;order&quot;:&quot;3&quot;}},&quot;a22e7f18-e328-4a65-a2c3-7a740a896bc6&quot;:{&quot;type&quot;:&quot;FIGURE_OBJECT&quot;,&quot;id&quot;:&quot;a22e7f18-e328-4a65-a2c3-7a740a896bc6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2&quot;}},&quot;c26dc5da-8e0c-4b60-a915-45d2bfc767bd&quot;:{&quot;type&quot;:&quot;FIGURE_OBJECT&quot;,&quot;id&quot;:&quot;c26dc5da-8e0c-4b60-a915-45d2bfc767b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a22e7f18-e328-4a65-a2c3-7a740a896bc6&quot;,&quot;order&quot;:&quot;5&quot;}},&quot;be46edda-48a7-40ee-b1b9-416a1dabbc98&quot;:{&quot;type&quot;:&quot;FIGURE_OBJECT&quot;,&quot;id&quot;:&quot;be46edda-48a7-40ee-b1b9-416a1dabbc98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8&quot;}},&quot;8a20d00e-3541-405b-847a-6e8ee779e4f2&quot;:{&quot;type&quot;:&quot;FIGURE_OBJECT&quot;,&quot;id&quot;:&quot;8a20d00e-3541-405b-847a-6e8ee779e4f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be46edda-48a7-40ee-b1b9-416a1dabbc98&quot;,&quot;order&quot;:&quot;5&quot;}},&quot;4f8938b1-6181-40ee-9d48-c9a56c847321&quot;:{&quot;type&quot;:&quot;FIGURE_OBJECT&quot;,&quot;id&quot;:&quot;4f8938b1-6181-40ee-9d48-c9a56c847321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7&quot;}},&quot;69ce7670-4ca4-47e6-a9ce-41fe87fac5a1&quot;:{&quot;type&quot;:&quot;FIGURE_OBJECT&quot;,&quot;id&quot;:&quot;69ce7670-4ca4-47e6-a9ce-41fe87fac5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4f8938b1-6181-40ee-9d48-c9a56c847321&quot;,&quot;order&quot;:&quot;5&quot;}},&quot;8005963e-c441-49d6-a7a4-4264fb161a31&quot;:{&quot;type&quot;:&quot;FIGURE_OBJECT&quot;,&quot;id&quot;:&quot;8005963e-c441-49d6-a7a4-4264fb161a31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6&quot;}},&quot;8a5906a8-0701-430c-be6d-94594c10f043&quot;:{&quot;type&quot;:&quot;FIGURE_OBJECT&quot;,&quot;id&quot;:&quot;8a5906a8-0701-430c-be6d-94594c10f043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8005963e-c441-49d6-a7a4-4264fb161a31&quot;,&quot;order&quot;:&quot;5&quot;}},&quot;99582e05-2c94-4456-bfad-b3607ac22cfd&quot;:{&quot;type&quot;:&quot;FIGURE_OBJECT&quot;,&quot;id&quot;:&quot;99582e05-2c94-4456-bfad-b3607ac22cfd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1&quot;}},&quot;336a54bf-a089-4ce5-a5eb-ac3e02d67e00&quot;:{&quot;type&quot;:&quot;FIGURE_OBJECT&quot;,&quot;id&quot;:&quot;336a54bf-a089-4ce5-a5eb-ac3e02d67e0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99582e05-2c94-4456-bfad-b3607ac22cfd&quot;,&quot;order&quot;:&quot;5&quot;}},&quot;421cdc72-61c6-480b-9c89-e371903cd89e&quot;:{&quot;type&quot;:&quot;FIGURE_OBJECT&quot;,&quot;id&quot;:&quot;421cdc72-61c6-480b-9c89-e371903cd89e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05&quot;}},&quot;d8972d6f-9215-41ba-b8e7-16cd34e3d72d&quot;:{&quot;type&quot;:&quot;FIGURE_OBJECT&quot;,&quot;id&quot;:&quot;d8972d6f-9215-41ba-b8e7-16cd34e3d72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421cdc72-61c6-480b-9c89-e371903cd89e&quot;,&quot;order&quot;:&quot;5&quot;}},&quot;7aeb7c2a-09b2-4dae-94f8-5a86493ed5b7&quot;:{&quot;type&quot;:&quot;FIGURE_OBJECT&quot;,&quot;id&quot;:&quot;7aeb7c2a-09b2-4dae-94f8-5a86493ed5b7&quot;,&quot;relativeTransform&quot;:{&quot;translate&quot;:{&quot;x&quot;:207.90102815403432,&quot;y&quot;:60.515796999134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6]}],&quot;text&quot;:&quot;Best Scoring positions / aa&quot;}],&quot;verticalAlign&quot;:&quot;TOP&quot;,&quot;_lastCaretLocation&quot;:{&quot;lineIndex&quot;:0,&quot;runIndex&quot;:-1,&quot;charIndex&quot;:-1,&quot;endOfLine&quot;:true}},&quot;size&quot;:{&quot;x&quot;:100.70177321558332,&quot;y&quot;:38.69504579116622},&quot;targetSize&quot;:{&quot;x&quot;:100.70177321558332,&quot;y&quot;:38.69504579116622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9997&quot;}},&quot;a7c12a85-04d5-4be8-a5a9-000fe535811d&quot;:{&quot;type&quot;:&quot;FIGURE_OBJECT&quot;,&quot;id&quot;:&quot;a7c12a85-04d5-4be8-a5a9-000fe535811d&quot;,&quot;relativeTransform&quot;:{&quot;translate&quot;:{&quot;x&quot;:96.34420758385988,&quot;y&quot;:0.00007438016530159075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5&quot;},&quot;connectorInfo&quot;:{&quot;type&quot;:&quot;LINE&quot;,&quot;offset&quot;:{&quot;x&quot;:0,&quot;y&quot;:0},&quot;bending&quot;:0.1,&quot;customized&quot;:false}},&quot;5dce3d5d-bcd5-4c43-828b-9899e205cc0b&quot;:{&quot;type&quot;:&quot;FIGURE_OBJECT&quot;,&quot;id&quot;:&quot;5dce3d5d-bcd5-4c43-828b-9899e205cc0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&quot;},&quot;connectorInfo&quot;:{&quot;connectedObjectAtLineEnd&quot;:{&quot;objectId&quot;:&quot;6ebf2a4b-a59f-47b4-9c8f-09bc3c2dd15b&quot;,&quot;coordinates&quot;:{&quot;x&quot;:0,&quot;y&quot;:0.5}},&quot;type&quot;:&quot;LINE&quot;,&quot;offset&quot;:{&quot;x&quot;:0,&quot;y&quot;:0},&quot;bending&quot;:0.1,&quot;customized&quot;:false}},&quot;92d7aeb4-0ec5-4d7c-9ef0-4eabe53e891b&quot;:{&quot;type&quot;:&quot;FIGURE_OBJECT&quot;,&quot;id&quot;:&quot;92d7aeb4-0ec5-4d7c-9ef0-4eabe53e891b&quot;,&quot;relativeTransform&quot;:{&quot;translate&quot;:{&quot;x&quot;:72.81176578456075,&quot;y&quot;:65.7934612856846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7]}],&quot;text&quot;:&quot;Donor 1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CPL cytokines activity ratios&quot;,&quot;base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7]}],&quot;text&quot;:&quot;relative to the wt&quot;}],&quot;verticalAlign&quot;:&quot;TOP&quot;,&quot;_lastCaretLocation&quot;:{&quot;lineIndex&quot;:0,&quot;runIndex&quot;:-1,&quot;charIndex&quot;:-1,&quot;endOfLine&quot;:true}},&quot;size&quot;:{&quot;x&quot;:126.95359670052116,&quot;y&quot;:72},&quot;targetSize&quot;:{&quot;x&quot;:126.95359670052116,&quot;y&quot;:54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998&quot;}},&quot;6ebf2a4b-a59f-47b4-9c8f-09bc3c2dd15b&quot;:{&quot;type&quot;:&quot;FIGURE_OBJECT&quot;,&quot;id&quot;:&quot;6ebf2a4b-a59f-47b4-9c8f-09bc3c2dd15b&quot;,&quot;parent&quot;:{&quot;type&quot;:&quot;CHILD&quot;,&quot;parentId&quot;:&quot;a2a49a28-2bd4-455f-96a6-f3d9b5be919a&quot;,&quot;order&quot;:&quot;99999999999999999999996&quot;},&quot;relativeTransform&quot;:{&quot;translate&quot;:{&quot;x&quot;:-132.41727879185254,&quot;y&quot;:11.136717055467239},&quot;rotate&quot;:0,&quot;skewX&quot;:0,&quot;scale&quot;:{&quot;x&quot;:1,&quot;y&quot;:1}}},&quot;b56844c7-3cd0-4ad0-a197-26c9b24e2435&quot;:{&quot;type&quot;:&quot;FIGURE_OBJECT&quot;,&quot;id&quot;:&quot;b56844c7-3cd0-4ad0-a197-26c9b24e2435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6ebf2a4b-a59f-47b4-9c8f-09bc3c2dd15b&quot;,&quot;order&quot;:&quot;5&quot;}},&quot;a8bf554e-68e9-4016-bb01-944f6527e9fa&quot;:{&quot;type&quot;:&quot;FIGURE_OBJECT&quot;,&quot;id&quot;:&quot;a8bf554e-68e9-4016-bb01-944f6527e9fa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6ebf2a4b-a59f-47b4-9c8f-09bc3c2dd15b&quot;,&quot;order&quot;:&quot;2&quot;}},&quot;0e62da27-d80c-42b8-8cd6-0eeaeaa5026a&quot;:{&quot;type&quot;:&quot;FIGURE_OBJECT&quot;,&quot;id&quot;:&quot;0e62da27-d80c-42b8-8cd6-0eeaeaa5026a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95&quot;}},&quot;56ee4f61-f219-48b6-a489-8bf122e503a3&quot;:{&quot;type&quot;:&quot;FIGURE_OBJECT&quot;,&quot;id&quot;:&quot;56ee4f61-f219-48b6-a489-8bf122e503a3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9&quot;}},&quot;e6aa72a3-39f0-4785-81fc-83132ae7264b&quot;:{&quot;type&quot;:&quot;FIGURE_OBJECT&quot;,&quot;id&quot;:&quot;e6aa72a3-39f0-4785-81fc-83132ae7264b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85&quot;}},&quot;43c54478-9ac5-4552-afa5-1a28e8aad65f&quot;:{&quot;type&quot;:&quot;FIGURE_OBJECT&quot;,&quot;id&quot;:&quot;43c54478-9ac5-4552-afa5-1a28e8aad65f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8&quot;}},&quot;86d43e36-3c9b-423a-9c53-146177e4db2e&quot;:{&quot;type&quot;:&quot;FIGURE_OBJECT&quot;,&quot;id&quot;:&quot;86d43e36-3c9b-423a-9c53-146177e4db2e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7&quot;}},&quot;01421035-8e36-487d-a781-e12ce7430c37&quot;:{&quot;type&quot;:&quot;FIGURE_OBJECT&quot;,&quot;id&quot;:&quot;01421035-8e36-487d-a781-e12ce7430c37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5&quot;}},&quot;5c5e55bf-804c-4316-acaa-394d5f5d3991&quot;:{&quot;type&quot;:&quot;FIGURE_OBJECT&quot;,&quot;id&quot;:&quot;5c5e55bf-804c-4316-acaa-394d5f5d3991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2&quot;}},&quot;c1ad4d46-5985-43ab-9d18-c6c01519b023&quot;:{&quot;type&quot;:&quot;FIGURE_OBJECT&quot;,&quot;id&quot;:&quot;c1ad4d46-5985-43ab-9d18-c6c01519b023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1&quot;}},&quot;1e5565c3-f4fb-49db-986d-646927f02468&quot;:{&quot;type&quot;:&quot;FIGURE_OBJECT&quot;,&quot;id&quot;:&quot;1e5565c3-f4fb-49db-986d-646927f02468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&quot;}},&quot;ab492bc2-0fa7-4835-805c-e2e1e4a053eb&quot;:{&quot;type&quot;:&quot;FIGURE_OBJECT&quot;,&quot;id&quot;:&quot;ab492bc2-0fa7-4835-805c-e2e1e4a053eb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7&quot;}},&quot;add2aaba-4fb0-452a-9665-be154da4586d&quot;:{&quot;type&quot;:&quot;FIGURE_OBJECT&quot;,&quot;id&quot;:&quot;add2aaba-4fb0-452a-9665-be154da4586d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5&quot;}},&quot;08784426-3c67-452e-8c7d-b853c4b0a5e2&quot;:{&quot;type&quot;:&quot;FIGURE_OBJECT&quot;,&quot;id&quot;:&quot;08784426-3c67-452e-8c7d-b853c4b0a5e2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2&quot;}},&quot;2c1bec19-17a4-431c-b727-84c718d5d353&quot;:{&quot;type&quot;:&quot;FIGURE_OBJECT&quot;,&quot;id&quot;:&quot;2c1bec19-17a4-431c-b727-84c718d5d353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&quot;}},&quot;9fb100b8-ba72-4fb0-a120-d4b7546b50cf&quot;:{&quot;type&quot;:&quot;FIGURE_OBJECT&quot;,&quot;id&quot;:&quot;9fb100b8-ba72-4fb0-a120-d4b7546b50cf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7&quot;}},&quot;a2f27b19-e27d-46bd-8148-92a2d3f3cc58&quot;:{&quot;type&quot;:&quot;FIGURE_OBJECT&quot;,&quot;id&quot;:&quot;a2f27b19-e27d-46bd-8148-92a2d3f3cc58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5&quot;}},&quot;31087965-e728-4c49-8220-dd0816b064ce&quot;:{&quot;type&quot;:&quot;FIGURE_OBJECT&quot;,&quot;id&quot;:&quot;31087965-e728-4c49-8220-dd0816b064ce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2&quot;}},&quot;334e7135-634a-4c93-8b7d-c42b824eb257&quot;:{&quot;type&quot;:&quot;FIGURE_OBJECT&quot;,&quot;id&quot;:&quot;334e7135-634a-4c93-8b7d-c42b824eb257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1&quot;}},&quot;418d3605-ea6b-4453-8a59-acca0cf3d5ce&quot;:{&quot;type&quot;:&quot;FIGURE_OBJECT&quot;,&quot;id&quot;:&quot;418d3605-ea6b-4453-8a59-acca0cf3d5ce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&quot;}},&quot;d1ab92f3-b6b3-4e72-b418-ea2e3adc5600&quot;:{&quot;type&quot;:&quot;FIGURE_OBJECT&quot;,&quot;id&quot;:&quot;d1ab92f3-b6b3-4e72-b418-ea2e3adc5600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45&quot;}},&quot;4c684afa-a511-4f1f-aaae-9d814a28b88d&quot;:{&quot;type&quot;:&quot;FIGURE_OBJECT&quot;,&quot;id&quot;:&quot;4c684afa-a511-4f1f-aaae-9d814a28b88d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4&quot;}},&quot;3b2b443c-3867-4647-b353-5dd4b7e48bbb&quot;:{&quot;type&quot;:&quot;FIGURE_OBJECT&quot;,&quot;id&quot;:&quot;3b2b443c-3867-4647-b353-5dd4b7e48bbb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35&quot;}},&quot;0b0d5c8e-9476-43e2-96de-b5a1b3c3ef41&quot;:{&quot;type&quot;:&quot;FIGURE_OBJECT&quot;,&quot;id&quot;:&quot;0b0d5c8e-9476-43e2-96de-b5a1b3c3ef41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3&quot;}},&quot;380bd68d-80f0-4130-90d1-e0fdddacbf80&quot;:{&quot;type&quot;:&quot;FIGURE_OBJECT&quot;,&quot;id&quot;:&quot;380bd68d-80f0-4130-90d1-e0fdddacbf80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7&quot;}},&quot;20135dfa-3ce2-4f31-9930-7ff056ddc7ca&quot;:{&quot;type&quot;:&quot;FIGURE_OBJECT&quot;,&quot;id&quot;:&quot;20135dfa-3ce2-4f31-9930-7ff056ddc7ca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5&quot;}},&quot;3c4feecc-0cea-4501-89d8-8f379e346d3c&quot;:{&quot;type&quot;:&quot;FIGURE_OBJECT&quot;,&quot;id&quot;:&quot;3c4feecc-0cea-4501-89d8-8f379e346d3c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2&quot;}},&quot;cdb990a0-223e-4f42-9de8-fb84071f0949&quot;:{&quot;type&quot;:&quot;FIGURE_OBJECT&quot;,&quot;id&quot;:&quot;cdb990a0-223e-4f42-9de8-fb84071f0949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1&quot;}},&quot;c6c5fd93-fc1d-4639-bfda-732dbfa73e95&quot;:{&quot;type&quot;:&quot;FIGURE_OBJECT&quot;,&quot;id&quot;:&quot;c6c5fd93-fc1d-4639-bfda-732dbfa73e95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&quot;}},&quot;5908bb1d-d27e-4494-871a-37a5c16b3212&quot;:{&quot;type&quot;:&quot;FIGURE_OBJECT&quot;,&quot;id&quot;:&quot;5908bb1d-d27e-4494-871a-37a5c16b3212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7&quot;}},&quot;31ee41f5-0de7-4015-b361-3ceb36e4ff5a&quot;:{&quot;type&quot;:&quot;FIGURE_OBJECT&quot;,&quot;id&quot;:&quot;31ee41f5-0de7-4015-b361-3ceb36e4ff5a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5&quot;}},&quot;666aa4fc-7a7e-4a22-a4f0-235f9bee1a7d&quot;:{&quot;type&quot;:&quot;FIGURE_OBJECT&quot;,&quot;id&quot;:&quot;666aa4fc-7a7e-4a22-a4f0-235f9bee1a7d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2&quot;}},&quot;0787c355-7acd-4f75-b410-5a59de95d8c2&quot;:{&quot;type&quot;:&quot;FIGURE_OBJECT&quot;,&quot;id&quot;:&quot;0787c355-7acd-4f75-b410-5a59de95d8c2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1&quot;}},&quot;0e3eebd1-6d64-4fdc-bece-67c102e24e09&quot;:{&quot;type&quot;:&quot;FIGURE_OBJECT&quot;,&quot;id&quot;:&quot;0e3eebd1-6d64-4fdc-bece-67c102e24e09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&quot;}},&quot;96afc6a4-ac73-494c-9f7a-2e7a2d91c4c8&quot;:{&quot;type&quot;:&quot;FIGURE_OBJECT&quot;,&quot;id&quot;:&quot;96afc6a4-ac73-494c-9f7a-2e7a2d91c4c8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7&quot;}},&quot;db8d834a-5667-412d-b261-f03fd7aad7d3&quot;:{&quot;type&quot;:&quot;FIGURE_OBJECT&quot;,&quot;id&quot;:&quot;db8d834a-5667-412d-b261-f03fd7aad7d3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5&quot;}},&quot;9c4afe80-ccd9-4c53-8364-7740831c116c&quot;:{&quot;type&quot;:&quot;FIGURE_OBJECT&quot;,&quot;id&quot;:&quot;9c4afe80-ccd9-4c53-8364-7740831c116c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2&quot;}},&quot;b0f3c54a-c4f9-431c-9002-8515a7c0a3cc&quot;:{&quot;type&quot;:&quot;FIGURE_OBJECT&quot;,&quot;id&quot;:&quot;b0f3c54a-c4f9-431c-9002-8515a7c0a3cc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1&quot;}},&quot;49db7189-a3f7-4b3a-ac53-d4bc614d18b0&quot;:{&quot;type&quot;:&quot;FIGURE_OBJECT&quot;,&quot;id&quot;:&quot;49db7189-a3f7-4b3a-ac53-d4bc614d18b0&quot;,&quot;relativeTransform&quot;:{&quot;translate&quot;:{&quot;x&quot;:0,&quot;y&quot;:0.972289742343214},&quot;rotate&quot;:0,&quot;skewX&quot;:0,&quot;scale&quot;:{&quot;x&quot;:1,&quot;y&quot;:1}},&quot;opacity&quot;:1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7&quot;},&quot;connectorInfo&quot;:{&quot;connectedObjectAtLineStart&quot;:{&quot;objectId&quot;:&quot;2bc8aef8-060e-45fb-a014-0fb59704044c&quot;,&quot;coordinates&quot;:{&quot;x&quot;:0,&quot;y&quot;:0.5}},&quot;connectedObjectAtLineEnd&quot;:{&quot;objectId&quot;:&quot;80fec2fc-f472-4da2-9f8e-4660b4977c2a&quot;,&quot;coordinates&quot;:{&quot;x&quot;:0,&quot;y&quot;:0.5}},&quot;type&quot;:&quot;ELBOW&quot;,&quot;offset&quot;:{&quot;x&quot;:0,&quot;y&quot;:0},&quot;bending&quot;:0.1,&quot;customized&quot;:true}},&quot;80fec2fc-f472-4da2-9f8e-4660b4977c2a&quot;:{&quot;type&quot;:&quot;FIGURE_OBJECT&quot;,&quot;id&quot;:&quot;80fec2fc-f472-4da2-9f8e-4660b4977c2a&quot;,&quot;parent&quot;:{&quot;type&quot;:&quot;CHILD&quot;,&quot;parentId&quot;:&quot;a2a49a28-2bd4-455f-96a6-f3d9b5be919a&quot;,&quot;order&quot;:&quot;9999999999999999999995&quot;},&quot;relativeTransform&quot;:{&quot;translate&quot;:{&quot;x&quot;:-5.594155759230981,&quot;y&quot;:62.26905503758982},&quot;rotate&quot;:0,&quot;skewX&quot;:0,&quot;scale&quot;:{&quot;x&quot;:1,&quot;y&quot;:1}}},&quot;1df1c8d3-985c-49b4-9e33-a521dd760c91&quot;:{&quot;type&quot;:&quot;FIGURE_OBJECT&quot;,&quot;id&quot;:&quot;1df1c8d3-985c-49b4-9e33-a521dd760c91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5&quot;}},&quot;63c6c6a4-6b0c-4acb-8922-d60a3e86568b&quot;:{&quot;type&quot;:&quot;FIGURE_OBJECT&quot;,&quot;id&quot;:&quot;63c6c6a4-6b0c-4acb-8922-d60a3e8656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1df1c8d3-985c-49b4-9e33-a521dd760c91&quot;,&quot;order&quot;:&quot;5&quot;}},&quot;8aff90e0-f38b-45a9-9b5a-940f38d2b2da&quot;:{&quot;type&quot;:&quot;FIGURE_OBJECT&quot;,&quot;id&quot;:&quot;8aff90e0-f38b-45a9-9b5a-940f38d2b2da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80fec2fc-f472-4da2-9f8e-4660b4977c2a&quot;,&quot;order&quot;:&quot;3&quot;}},&quot;5154db2c-2c73-4d95-a1ed-2f8a2cc3f023&quot;:{&quot;type&quot;:&quot;FIGURE_OBJECT&quot;,&quot;id&quot;:&quot;5154db2c-2c73-4d95-a1ed-2f8a2cc3f023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2&quot;}},&quot;5150d9b9-a7e8-4191-9743-fa69d2614e16&quot;:{&quot;type&quot;:&quot;FIGURE_OBJECT&quot;,&quot;id&quot;:&quot;5150d9b9-a7e8-4191-9743-fa69d2614e16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5154db2c-2c73-4d95-a1ed-2f8a2cc3f023&quot;,&quot;order&quot;:&quot;5&quot;}},&quot;25fabaaf-e9be-481a-b295-4a87bc2e57b9&quot;:{&quot;type&quot;:&quot;FIGURE_OBJECT&quot;,&quot;id&quot;:&quot;25fabaaf-e9be-481a-b295-4a87bc2e57b9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8&quot;}},&quot;de35fe25-c548-453b-b9d2-a4790f6b5ebc&quot;:{&quot;type&quot;:&quot;FIGURE_OBJECT&quot;,&quot;id&quot;:&quot;de35fe25-c548-453b-b9d2-a4790f6b5eb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5fabaaf-e9be-481a-b295-4a87bc2e57b9&quot;,&quot;order&quot;:&quot;5&quot;}},&quot;8d991f69-5aa1-45d7-b169-387d4990e6f2&quot;:{&quot;type&quot;:&quot;FIGURE_OBJECT&quot;,&quot;id&quot;:&quot;8d991f69-5aa1-45d7-b169-387d4990e6f2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7&quot;}},&quot;bb6b0404-39f2-4446-9b29-1a235d78da57&quot;:{&quot;type&quot;:&quot;FIGURE_OBJECT&quot;,&quot;id&quot;:&quot;bb6b0404-39f2-4446-9b29-1a235d78da5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d991f69-5aa1-45d7-b169-387d4990e6f2&quot;,&quot;order&quot;:&quot;5&quot;}},&quot;2b2e4ab6-78e1-4122-9799-5aa719bfa53c&quot;:{&quot;type&quot;:&quot;FIGURE_OBJECT&quot;,&quot;id&quot;:&quot;2b2e4ab6-78e1-4122-9799-5aa719bfa53c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6&quot;}},&quot;a563519a-77d6-4973-ac4a-8b034a16b158&quot;:{&quot;type&quot;:&quot;FIGURE_OBJECT&quot;,&quot;id&quot;:&quot;a563519a-77d6-4973-ac4a-8b034a16b15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2b2e4ab6-78e1-4122-9799-5aa719bfa53c&quot;,&quot;order&quot;:&quot;5&quot;}},&quot;0cff8507-f079-4d1f-9cf3-2c641d7c9eda&quot;:{&quot;type&quot;:&quot;FIGURE_OBJECT&quot;,&quot;id&quot;:&quot;0cff8507-f079-4d1f-9cf3-2c641d7c9eda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1&quot;}},&quot;7a631d9d-66c6-4e0f-b6f9-d65b3ea872ba&quot;:{&quot;type&quot;:&quot;FIGURE_OBJECT&quot;,&quot;id&quot;:&quot;7a631d9d-66c6-4e0f-b6f9-d65b3ea872b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0cff8507-f079-4d1f-9cf3-2c641d7c9eda&quot;,&quot;order&quot;:&quot;5&quot;}},&quot;6cc4fc03-aa43-40eb-8bc5-dfc2d6e34664&quot;:{&quot;type&quot;:&quot;FIGURE_OBJECT&quot;,&quot;id&quot;:&quot;6cc4fc03-aa43-40eb-8bc5-dfc2d6e34664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80fec2fc-f472-4da2-9f8e-4660b4977c2a&quot;,&quot;order&quot;:&quot;05&quot;}},&quot;3aa50572-51d2-4db0-aadb-688e08d9ab34&quot;:{&quot;type&quot;:&quot;FIGURE_OBJECT&quot;,&quot;id&quot;:&quot;3aa50572-51d2-4db0-aadb-688e08d9ab34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6cc4fc03-aa43-40eb-8bc5-dfc2d6e34664&quot;,&quot;order&quot;:&quot;5&quot;}},&quot;36c37b9c-75d4-4ba9-a195-26fd5c5e9473&quot;:{&quot;type&quot;:&quot;FIGURE_OBJECT&quot;,&quot;id&quot;:&quot;36c37b9c-75d4-4ba9-a195-26fd5c5e9473&quot;,&quot;relativeTransform&quot;:{&quot;translate&quot;:{&quot;x&quot;:127.38634762121963,&quot;y&quot;:-118.273141481067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2-AA candidates&quot;}],&quot;verticalAlign&quot;:&quot;TOP&quot;,&quot;_lastCaretLocation&quot;:{&quot;lineIndex&quot;:0,&quot;runIndex&quot;:0,&quot;charIndex&quot;:1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5&quot;}},&quot;723cc698-fc67-4e52-82ae-79c1b8b1e8d1&quot;:{&quot;type&quot;:&quot;FIGURE_OBJECT&quot;,&quot;id&quot;:&quot;723cc698-fc67-4e52-82ae-79c1b8b1e8d1&quot;,&quot;relativeTransform&quot;:{&quot;translate&quot;:{&quot;x&quot;:127.38624380171338,&quot;y&quot;:-172.2723603032377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1-AA candidates&quot;}],&quot;verticalAlign&quot;:&quot;TOP&quot;,&quot;_lastCaretLocation&quot;:{&quot;lineIndex&quot;:0,&quot;runIndex&quot;:-1,&quot;charIndex&quot;:-1,&quot;endOfLine&quot;:true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9&quot;}},&quot;5aecb4a7-da44-46a6-be1d-84df6f54d918&quot;:{&quot;type&quot;:&quot;FIGURE_OBJECT&quot;,&quot;id&quot;:&quot;5aecb4a7-da44-46a6-be1d-84df6f54d918&quot;,&quot;relativeTransform&quot;:{&quot;translate&quot;:{&quot;x&quot;:-6.842014996954845,&quot;y&quot;:0.499362294007347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1]}],&quot;text&quot;:&quot;PS-CPL guided Analysis&quot;}],&quot;verticalAlign&quot;:&quot;TOP&quot;,&quot;_lastCaretLocation&quot;:{&quot;lineIndex&quot;:0,&quot;runIndex&quot;:0,&quot;charIndex&quot;:16}},&quot;size&quot;:{&quot;x&quot;:113.69767080259729,&quot;y&quot;:36.00000000000001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8&quot;}},&quot;b101fe9d-bfd5-4013-b70e-1ba9918b98c2&quot;:{&quot;type&quot;:&quot;FIGURE_OBJECT&quot;,&quot;id&quot;:&quot;b101fe9d-bfd5-4013-b70e-1ba9918b98c2&quot;,&quot;relativeTransform&quot;:{&quot;translate&quot;:{&quot;x&quot;:-13.925701040263773,&quot;y&quot;:-122.2044643268417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8]}],&quot;text&quot;:&quot;Mutational Analysis&quot;}],&quot;verticalAlign&quot;:&quot;TOP&quot;,&quot;_lastCaretLocation&quot;:{&quot;lineIndex&quot;:0,&quot;runIndex&quot;:-1,&quot;charIndex&quot;:-1,&quot;endOfLine&quot;:true}},&quot;size&quot;:{&quot;x&quot;:79.16515104961562,&quot;y&quot;:36.000000000000014},&quot;targetSize&quot;:{&quot;x&quot;:79.16515104961562,&quot;y&quot;:36.000000000000014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7&quot;}},&quot;cb756f95-9fab-4fa9-a8ff-17488beea260&quot;:{&quot;type&quot;:&quot;FIGURE_OBJECT&quot;,&quot;id&quot;:&quot;cb756f95-9fab-4fa9-a8ff-17488beea260&quot;,&quot;relativeTransform&quot;:{&quot;translate&quot;:{&quot;x&quot;:128.76011244971576,&quot;y&quot;:-235.2794590003546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8]}],&quot;text&quot;:&quot;QCFFCFKEL&quot;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21]}],&quot;text&quot;:&quot;SV-wild type (wt) 9mer&quot;}],&quot;verticalAlign&quot;:&quot;TOP&quot;,&quot;_lastCaretLocation&quot;:{&quot;lineIndex&quot;:1,&quot;runIndex&quot;:0,&quot;charIndex&quot;:17}},&quot;size&quot;:{&quot;x&quot;:144.8788123571466,&quot;y&quot;:54},&quot;targetSize&quot;:{&quot;x&quot;:144.8788123571466,&quot;y&quot;:54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95&quot;}},&quot;9772b3fa-e3f9-4708-b25f-30b7f944fa23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9772b3fa-e3f9-4708-b25f-30b7f944fa23&quot;,&quot;parent&quot;:{&quot;type&quot;:&quot;CHILD&quot;,&quot;parentId&quot;:&quot;a2a49a28-2bd4-455f-96a6-f3d9b5be919a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},&quot;251d3deb-5006-4403-ac6d-716f3eac31fc&quot;:{&quot;type&quot;:&quot;FIGURE_OBJECT&quot;,&quot;id&quot;:&quot;251d3deb-5006-4403-ac6d-716f3eac31fc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772b3fa-e3f9-4708-b25f-30b7f944fa23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8e04f600-8558-437a-ba15-73877b494faa&quot;:{&quot;type&quot;:&quot;FIGURE_OBJECT&quot;,&quot;id&quot;:&quot;8e04f600-8558-437a-ba15-73877b494faa&quot;,&quot;parent&quot;:{&quot;type&quot;:&quot;CHILD&quot;,&quot;parentId&quot;:&quot;9772b3fa-e3f9-4708-b25f-30b7f944fa23&quot;,&quot;order&quot;:&quot;1&quot;},&quot;relativeTransform&quot;:{&quot;translate&quot;:{&quot;x&quot;:-0.03331737558516619,&quot;y&quot;:0.1967239441377253},&quot;rotate&quot;:0}},&quot;be35ef40-5da2-40f3-9eef-7aefb6f1067d&quot;:{&quot;type&quot;:&quot;FIGURE_OBJECT&quot;,&quot;id&quot;:&quot;be35ef40-5da2-40f3-9eef-7aefb6f1067d&quot;,&quot;parent&quot;:{&quot;type&quot;:&quot;CROP&quot;,&quot;parentId&quot;:&quot;8e04f600-8558-437a-ba15-73877b494faa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828deb2f-5d6d-429d-a210-c4ddda74d765&quot;:{&quot;id&quot;:&quot;828deb2f-5d6d-429d-a210-c4ddda74d765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8e04f600-8558-437a-ba15-73877b494faa&quot;,&quot;order&quot;:&quot;5&quot;}},&quot;98c922f3-df54-4a19-ac48-45995ac0348a&quot;:{&quot;relativeTransform&quot;:{&quot;translate&quot;:{&quot;x&quot;:8.020945760691498,&quot;y&quot;:2.288420123198222},&quot;rotate&quot;:4.1633363423443364e-17},&quot;type&quot;:&quot;FIGURE_OBJECT&quot;,&quot;id&quot;:&quot;98c922f3-df54-4a19-ac48-45995ac0348a&quot;,&quot;parent&quot;:{&quot;type&quot;:&quot;CHILD&quot;,&quot;parentId&quot;:&quot;9772b3fa-e3f9-4708-b25f-30b7f944fa23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4fe95979-1e67-4dc5-a4fa-cd6db39f1a82&quot;:{&quot;type&quot;:&quot;FIGURE_OBJECT&quot;,&quot;id&quot;:&quot;4fe95979-1e67-4dc5-a4fa-cd6db39f1a82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98c922f3-df54-4a19-ac48-45995ac0348a&quot;,&quot;order&quot;:&quot;8&quot;}},&quot;8133e9a1-a9d6-4d6b-9c79-1189c72a93e0&quot;:{&quot;type&quot;:&quot;FIGURE_OBJECT&quot;,&quot;id&quot;:&quot;8133e9a1-a9d6-4d6b-9c79-1189c72a93e0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98c922f3-df54-4a19-ac48-45995ac0348a&quot;,&quot;order&quot;:&quot;2&quot;}},&quot;0a411fda-a149-436b-93b6-7ac60f835af8&quot;:{&quot;id&quot;:&quot;0a411fda-a149-436b-93b6-7ac60f835af8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98c922f3-df54-4a19-ac48-45995ac0348a&quot;,&quot;order&quot;:&quot;7&quot;}},&quot;3d8c67cb-bcf5-4c10-af1c-483947bce342&quot;:{&quot;type&quot;:&quot;FIGURE_OBJECT&quot;,&quot;id&quot;:&quot;3d8c67cb-bcf5-4c10-af1c-483947bce342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772b3fa-e3f9-4708-b25f-30b7f944fa23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a81d073a-7f2e-4e12-abfe-6ec1ba32863b&quot;:{&quot;relativeTransform&quot;:{&quot;translate&quot;:{&quot;x&quot;:25.656211366522225,&quot;y&quot;:-11.14816637129976},&quot;rotate&quot;:0.5478843171998568},&quot;type&quot;:&quot;FIGURE_OBJECT&quot;,&quot;id&quot;:&quot;a81d073a-7f2e-4e12-abfe-6ec1ba32863b&quot;,&quot;parent&quot;:{&quot;type&quot;:&quot;CHILD&quot;,&quot;parentId&quot;:&quot;9772b3fa-e3f9-4708-b25f-30b7f944fa23&quot;,&quot;order&quot;:&quot;5&quot;},&quot;name&quot;:&quot;Radioligand&quot;,&quot;displayName&quot;:&quot;Radioligand&quot;,&quot;source&quot;:{&quot;id&quot;:&quot;614a1ea32f946a00a0836689&quot;,&quot;type&quot;:&quot;ASSETS&quot;},&quot;isPremium&quot;:false},&quot;795bc8b3-e3be-4a38-905a-fd2aa0fe19e8&quot;:{&quot;type&quot;:&quot;FIGURE_OBJECT&quot;,&quot;id&quot;:&quot;795bc8b3-e3be-4a38-905a-fd2aa0fe19e8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a81d073a-7f2e-4e12-abfe-6ec1ba32863b&quot;,&quot;order&quot;:&quot;8&quot;}},&quot;9415940e-805d-4893-8b06-a827ea628b63&quot;:{&quot;type&quot;:&quot;FIGURE_OBJECT&quot;,&quot;id&quot;:&quot;9415940e-805d-4893-8b06-a827ea628b63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a81d073a-7f2e-4e12-abfe-6ec1ba32863b&quot;,&quot;order&quot;:&quot;2&quot;}},&quot;029b7d99-87df-4f73-91a8-369f218abafe&quot;:{&quot;id&quot;:&quot;029b7d99-87df-4f73-91a8-369f218abafe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a81d073a-7f2e-4e12-abfe-6ec1ba32863b&quot;,&quot;order&quot;:&quot;7&quot;}},&quot;ddcf71b0-1b9f-43bd-856b-890daf26cad7&quot;:{&quot;type&quot;:&quot;FIGURE_OBJECT&quot;,&quot;id&quot;:&quot;ddcf71b0-1b9f-43bd-856b-890daf26cad7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9772b3fa-e3f9-4708-b25f-30b7f944fa23&quot;,&quot;order&quot;:&quot;3&quot;}},&quot;d2754ea3-4fd4-4bd0-83e1-5b3571a86d98&quot;:{&quot;relativeTransform&quot;:{&quot;translate&quot;:{&quot;x&quot;:-94.52047553959267,&quot;y&quot;:-2.108457435895191},&quot;rotate&quot;:0},&quot;type&quot;:&quot;FIGURE_OBJECT&quot;,&quot;id&quot;:&quot;d2754ea3-4fd4-4bd0-83e1-5b3571a86d98&quot;,&quot;parent&quot;:{&quot;type&quot;:&quot;CHILD&quot;,&quot;parentId&quot;:&quot;9772b3fa-e3f9-4708-b25f-30b7f944fa23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db4d9b5e-4e9b-40ea-840b-779ab27c06ac&quot;:{&quot;type&quot;:&quot;FIGURE_OBJECT&quot;,&quot;id&quot;:&quot;db4d9b5e-4e9b-40ea-840b-779ab27c06ac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d2754ea3-4fd4-4bd0-83e1-5b3571a86d9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b56a189-ebf8-4f0d-ae6b-f927d963353a&quot;:{&quot;type&quot;:&quot;FIGURE_OBJECT&quot;,&quot;id&quot;:&quot;fb56a189-ebf8-4f0d-ae6b-f927d963353a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d2754ea3-4fd4-4bd0-83e1-5b3571a86d98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6e79d44-2c7c-4764-be94-2adf3a621840&quot;:{&quot;type&quot;:&quot;FIGURE_OBJECT&quot;,&quot;id&quot;:&quot;36e79d44-2c7c-4764-be94-2adf3a621840&quot;,&quot;relativeTransform&quot;:{&quot;translate&quot;:{&quot;x&quot;:477.7862367892823,&quot;y&quot;:-244.569785514979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,&quot;range&quot;:[0,8]}],&quot;text&quot;:&quot;NetMHCPan&quot;,&quot;base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5]}],&quot;text&quot;:&quot;Binding Affinity&quot;,&quot;base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1]}],&quot;text&quot;:&quot;Elution Rank&quot;}],&quot;verticalAlign&quot;:&quot;TOP&quot;,&quot;_lastCaretLocation&quot;:{&quot;lineIndex&quot;:1,&quot;runIndex&quot;:0,&quot;charIndex&quot;:0}},&quot;size&quot;:{&quot;x&quot;:113.69767080259729,&quot;y&quot;:5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a2a49a28-2bd4-455f-96a6-f3d9b5be919a&quot;,&quot;order&quot;:&quot;99999999999999999975&quot;}},&quot;9455f87f-2178-4d87-a1d0-024370043f4b&quot;:{&quot;id&quot;:&quot;9455f87f-2178-4d87-a1d0-024370043f4b&quot;,&quot;type&quot;:&quot;FIGURE_OBJECT&quot;,&quot;relativeTransform&quot;:{&quot;translate&quot;:{&quot;x&quot;:503.48589977645145,&quot;y&quot;:245.06815106740862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GROMACS&quot;}],&quot;_lastCaretLocation&quot;:{&quot;lineIndex&quot;:0,&quot;runIndex&quot;:-1,&quot;charIndex&quot;:-1,&quot;endOfLine&quot;:true}},&quot;format&quot;:&quot;BETTER_TEXT&quot;,&quot;size&quot;:{&quot;x&quot;:44.38580322265625,&quot;y&quot;:11.116082450718066},&quot;targetSize&quot;:{&quot;x&quot;:38.2125729155916,&quot;y&quot;:11.116082450718066}},&quot;parent&quot;:{&quot;type&quot;:&quot;CHILD&quot;,&quot;parentId&quot;:&quot;a2a49a28-2bd4-455f-96a6-f3d9b5be919a&quot;,&quot;order&quot;:&quot;9999999999999999997&quot;},&quot;opacity&quot;:0.28},&quot;d1c392ca-3f64-4fca-b218-4b3d631d967a&quot;:{&quot;id&quot;:&quot;d1c392ca-3f64-4fca-b218-4b3d631d967a&quot;,&quot;type&quot;:&quot;FIGURE_OBJECT&quot;,&quot;relativeTransform&quot;:{&quot;translate&quot;:{&quot;x&quot;:572.4073617285078,&quot;y&quot;:304.72770740016216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9]}],&quot;text&quot;:&quot;Final candidates with low RMSF&quot;}],&quot;_lastCaretLocation&quot;:{&quot;lineIndex&quot;:0,&quot;runIndex&quot;:-1,&quot;charIndex&quot;:-1,&quot;endOfLine&quot;:true}},&quot;format&quot;:&quot;BETTER_TEXT&quot;,&quot;size&quot;:{&quot;x&quot;:86.76724602852363,&quot;y&quot;:23.46247508090268},&quot;targetSize&quot;:{&quot;x&quot;:86.76724602852363,&quot;y&quot;:23.46247508090268}},&quot;parent&quot;:{&quot;type&quot;:&quot;CHILD&quot;,&quot;parentId&quot;:&quot;a2a49a28-2bd4-455f-96a6-f3d9b5be919a&quot;,&quot;order&quot;:&quot;9999999999999999995&quot;},&quot;opacity&quot;:0.28},&quot;70619ef9-5fc6-4094-a43c-5a2d64341068&quot;:{&quot;type&quot;:&quot;FIGURE_OBJECT&quot;,&quot;id&quot;:&quot;70619ef9-5fc6-4094-a43c-5a2d64341068&quot;,&quot;parent&quot;:{&quot;type&quot;:&quot;CHILD&quot;,&quot;parentId&quot;:&quot;a2a49a28-2bd4-455f-96a6-f3d9b5be919a&quot;,&quot;order&quot;:&quot;999999999999999999&quot;},&quot;relativeTransform&quot;:{&quot;translate&quot;:{&quot;x&quot;:570.2097244124328,&quot;y&quot;:-55.47922384792972},&quot;rotate&quot;:0,&quot;skewX&quot;:0,&quot;scale&quot;:{&quot;x&quot;:1,&quot;y&quot;:1}},&quot;opacity&quot;:0.28},&quot;22c87e4d-7726-4d97-8990-4b87d71ed06d&quot;:{&quot;type&quot;:&quot;FIGURE_OBJECT&quot;,&quot;id&quot;:&quot;22c87e4d-7726-4d97-8990-4b87d71ed06d&quot;,&quot;parent&quot;:{&quot;type&quot;:&quot;CHILD&quot;,&quot;parentId&quot;:&quot;70619ef9-5fc6-4094-a43c-5a2d64341068&quot;,&quot;order&quot;:&quot;5&quot;},&quot;relativeTransform&quot;:{&quot;translate&quot;:{&quot;x&quot;:260.77927831674674,&quot;y&quot;:198.83640199084653},&quot;rotate&quot;:0.6387441686248161}},&quot;3adfb487-ac30-4d53-a9ce-6e469aa5b09e&quot;:{&quot;type&quot;:&quot;FIGURE_OBJECT&quot;,&quot;id&quot;:&quot;3adfb487-ac30-4d53-a9ce-6e469aa5b09e&quot;,&quot;parent&quot;:{&quot;type&quot;:&quot;CROP&quot;,&quot;parentId&quot;:&quot;22c87e4d-7726-4d97-8990-4b87d71ed06d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de1a2e99-e13d-4182-8960-776454e11aca&quot;:{&quot;id&quot;:&quot;de1a2e99-e13d-4182-8960-776454e11aca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22c87e4d-7726-4d97-8990-4b87d71ed06d&quot;,&quot;order&quot;:&quot;5&quot;}},&quot;518a501d-779b-4ba2-868c-890adf85ac68&quot;:{&quot;type&quot;:&quot;FIGURE_OBJECT&quot;,&quot;id&quot;:&quot;518a501d-779b-4ba2-868c-890adf85ac68&quot;,&quot;parent&quot;:{&quot;type&quot;:&quot;CHILD&quot;,&quot;parentId&quot;:&quot;70619ef9-5fc6-4094-a43c-5a2d64341068&quot;,&quot;order&quot;:&quot;2&quot;},&quot;relativeTransform&quot;:{&quot;translate&quot;:{&quot;x&quot;:-14.99888481120773,&quot;y&quot;:109.78797710352872},&quot;rotate&quot;:-0.6236081290546599}},&quot;45abe889-b007-4d63-8772-d8ad4020c16f&quot;:{&quot;type&quot;:&quot;FIGURE_OBJECT&quot;,&quot;id&quot;:&quot;45abe889-b007-4d63-8772-d8ad4020c16f&quot;,&quot;parent&quot;:{&quot;type&quot;:&quot;CROP&quot;,&quot;parentId&quot;:&quot;518a501d-779b-4ba2-868c-890adf85ac68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88828eaa-3889-474d-8b6a-6030cdf5958d&quot;:{&quot;id&quot;:&quot;88828eaa-3889-474d-8b6a-6030cdf5958d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518a501d-779b-4ba2-868c-890adf85ac68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e9125f0a-8e07-4d10-a63e-7f840527f3e5&quot;:{&quot;type&quot;:&quot;FIGURE_OBJECT&quot;,&quot;id&quot;:&quot;e9125f0a-8e07-4d10-a63e-7f840527f3e5&quot;,&quot;parent&quot;:{&quot;type&quot;:&quot;CHILD&quot;,&quot;parentId&quot;:&quot;70619ef9-5fc6-4094-a43c-5a2d64341068&quot;,&quot;order&quot;:&quot;7&quot;},&quot;relativeTransform&quot;:{&quot;translate&quot;:{&quot;x&quot;:244.03430220320564,&quot;y&quot;:260.40454164456577},&quot;rotate&quot;:0.5705284900767742}},&quot;56f30307-33c8-4c6c-8418-6f25a310f71c&quot;:{&quot;type&quot;:&quot;FIGURE_OBJECT&quot;,&quot;id&quot;:&quot;56f30307-33c8-4c6c-8418-6f25a310f71c&quot;,&quot;parent&quot;:{&quot;type&quot;:&quot;CROP&quot;,&quot;parentId&quot;:&quot;e9125f0a-8e07-4d10-a63e-7f840527f3e5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bc37f373-3de7-4604-b5d8-dd99bb73c589&quot;:{&quot;id&quot;:&quot;bc37f373-3de7-4604-b5d8-dd99bb73c589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e9125f0a-8e07-4d10-a63e-7f840527f3e5&quot;,&quot;order&quot;:&quot;5&quot;}},&quot;f3abcc84-739c-4c08-aace-0253867a897a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f3abcc84-739c-4c08-aace-0253867a897a&quot;,&quot;opacity&quot;:0.28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a2a49a28-2bd4-455f-96a6-f3d9b5be919a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454ea1fa-5802-44ee-b32e-0efa83b61e6f&quot;:{&quot;id&quot;:&quot;454ea1fa-5802-44ee-b32e-0efa83b61e6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f3abcc84-739c-4c08-aace-0253867a897a&quot;,&quot;order&quot;:&quot;5&quot;}},&quot;32e90f4f-60f1-49c7-9346-7a36fc718589&quot;:{&quot;type&quot;:&quot;FIGURE_OBJECT&quot;,&quot;id&quot;:&quot;32e90f4f-60f1-49c7-9346-7a36fc718589&quot;,&quot;relativeTransform&quot;:{&quot;translate&quot;:{&quot;x&quot;:575.4321364606502,&quot;y&quot;:240.82928202563065},&quot;rotate&quot;:0.09147679864726632,&quot;skewX&quot;:0,&quot;scale&quot;:{&quot;x&quot;:1,&quot;y&quot;:1}},&quot;opacity&quot;:0.28,&quot;source&quot;:{&quot;type&quot;:&quot;ASSETS&quot;},&quot;pathStyles&quot;:[{&quot;type&quot;:&quot;FILL&quot;,&quot;fillStyle&quot;:&quot;rgb(0,0,0)&quot;}],&quot;isLocked&quot;:false,&quot;parent&quot;:{&quot;type&quot;:&quot;CHILD&quot;,&quot;parentId&quot;:&quot;a2a49a28-2bd4-455f-96a6-f3d9b5be919a&quot;,&quot;order&quot;:&quot;9999999999999999975&quot;}},&quot;b696fd9d-f7e9-43da-a745-ea60cc318204&quot;:{&quot;type&quot;:&quot;FIGURE_OBJECT&quot;,&quot;id&quot;:&quot;b696fd9d-f7e9-43da-a745-ea60cc318204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3&quot;}},&quot;00ca3ca7-22fb-4ae9-80db-6ec35ccf954b&quot;:{&quot;type&quot;:&quot;FIGURE_OBJECT&quot;,&quot;id&quot;:&quot;00ca3ca7-22fb-4ae9-80db-6ec35ccf954b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25&quot;}},&quot;4d2762a9-d253-4b9b-ac85-3d8a3e7a1bba&quot;:{&quot;type&quot;:&quot;FIGURE_OBJECT&quot;,&quot;id&quot;:&quot;4d2762a9-d253-4b9b-ac85-3d8a3e7a1bba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2&quot;}},&quot;6dc5d161-5fa7-4f5d-b9ca-1c7dddbe5b58&quot;:{&quot;type&quot;:&quot;FIGURE_OBJECT&quot;,&quot;id&quot;:&quot;6dc5d161-5fa7-4f5d-b9ca-1c7dddbe5b58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4d2762a9-d253-4b9b-ac85-3d8a3e7a1bba&quot;,&quot;order&quot;:&quot;5&quot;}},&quot;726cffd2-3c40-4ba4-b262-ab738a44db4f&quot;:{&quot;type&quot;:&quot;FIGURE_OBJECT&quot;,&quot;id&quot;:&quot;726cffd2-3c40-4ba4-b262-ab738a44db4f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32e90f4f-60f1-49c7-9346-7a36fc718589&quot;,&quot;order&quot;:&quot;15&quot;}},&quot;0be40f7e-1c79-492c-bb18-e972bc5cf345&quot;:{&quot;type&quot;:&quot;FIGURE_OBJECT&quot;,&quot;id&quot;:&quot;0be40f7e-1c79-492c-bb18-e972bc5cf345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1&quot;}},&quot;cf49062c-8d15-4364-8a2d-1c86395a2fab&quot;:{&quot;type&quot;:&quot;FIGURE_OBJECT&quot;,&quot;id&quot;:&quot;cf49062c-8d15-4364-8a2d-1c86395a2fab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32e90f4f-60f1-49c7-9346-7a36fc718589&quot;,&quot;order&quot;:&quot;05&quot;}},&quot;560c6ddc-9995-4712-9094-411448d1079e&quot;:{&quot;id&quot;:&quot;560c6ddc-9995-4712-9094-411448d1079e&quot;,&quot;type&quot;:&quot;FIGURE_OBJECT&quot;,&quot;relativeTransform&quot;:{&quot;translate&quot;:{&quot;x&quot;:506.89355497895514,&quot;y&quot;:220.9042265724860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italic&quot;,&quot;fontFamily&quot;:&quot;Roboto&quot;,&quot;fontSize&quot;:8,&quot;color&quot;:&quot;black&quot;},&quot;range&quot;:[0,14]}],&quot;text&quot;:&quot;Top  candidates&quot;}],&quot;_lastCaretLocation&quot;:{&quot;lineIndex&quot;:0,&quot;runIndex&quot;:0,&quot;charIndex&quot;:4}},&quot;format&quot;:&quot;BETTER_TEXT&quot;,&quot;size&quot;:{&quot;x&quot;:45.770660400390625,&quot;y&quot;:18},&quot;targetSize&quot;:{&quot;x&quot;:38.2125729155916,&quot;y&quot;:11.116082450718066}},&quot;parent&quot;:{&quot;type&quot;:&quot;CHILD&quot;,&quot;parentId&quot;:&quot;a2a49a28-2bd4-455f-96a6-f3d9b5be919a&quot;,&quot;order&quot;:&quot;999999999999999997&quot;},&quot;opacity&quot;:0.28},&quot;3bdf663c-9bde-41b7-be7a-7a3f286ac030&quot;:{&quot;id&quot;:&quot;3bdf663c-9bde-41b7-be7a-7a3f286ac030&quot;,&quot;type&quot;:&quot;FIGURE_OBJECT&quot;,&quot;relativeTransform&quot;:{&quot;translate&quot;:{&quot;x&quot;:572.354728810146,&quot;y&quot;:172.34727129075887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8]}],&quot;text&quot;:&quot;Molecular Dynamics Simulation&quot;}],&quot;_lastCaretLocation&quot;:{&quot;lineIndex&quot;:0,&quot;runIndex&quot;:-1,&quot;charIndex&quot;:-1,&quot;endOfLine&quot;:true}},&quot;format&quot;:&quot;BETTER_TEXT&quot;,&quot;size&quot;:{&quot;x&quot;:102.18526697267835,&quot;y&quot;:22},&quot;targetSize&quot;:{&quot;x&quot;:102.18526697267835,&quot;y&quot;:16.972737540451337}},&quot;parent&quot;:{&quot;type&quot;:&quot;CHILD&quot;,&quot;parentId&quot;:&quot;a2a49a28-2bd4-455f-96a6-f3d9b5be919a&quot;,&quot;order&quot;:&quot;999999999999999996&quot;},&quot;opacity&quot;:0.28},&quot;44dbdb58-3b7a-4f21-8525-c802671812ef&quot;:{&quot;type&quot;:&quot;FIGURE_OBJECT&quot;,&quot;id&quot;:&quot;44dbdb58-3b7a-4f21-8525-c802671812ef&quot;,&quot;relativeTransform&quot;:{&quot;translate&quot;:{&quot;x&quot;:180.04306918214252,&quot;y&quot;:-0.0003578993845394507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81&quot;},&quot;connectorInfo&quot;:{&quot;type&quot;:&quot;LINE&quot;,&quot;offset&quot;:{&quot;x&quot;:0,&quot;y&quot;:0},&quot;bending&quot;:0.1,&quot;customized&quot;:false}},&quot;9f8ecd8e-186a-4a30-a015-a5158ed002d5&quot;:{&quot;id&quot;:&quot;9f8ecd8e-186a-4a30-a015-a5158ed002d5&quot;,&quot;type&quot;:&quot;FIGURE_OBJECT&quot;,&quot;relativeTransform&quot;:{&quot;translate&quot;:{&quot;x&quot;:325.2664141041654,&quot;y&quot;:226.0579124678189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Rosetta&quot;}],&quot;_lastCaretLocation&quot;:{&quot;lineIndex&quot;:0,&quot;runIndex&quot;:-1,&quot;charIndex&quot;:-1,&quot;endOfLine&quot;:true}},&quot;format&quot;:&quot;BETTER_TEXT&quot;,&quot;size&quot;:{&quot;x&quot;:38.2125729155916,&quot;y&quot;:11.116082450718066},&quot;targetSize&quot;:{&quot;x&quot;:38.2125729155916,&quot;y&quot;:11.116082450718066}},&quot;parent&quot;:{&quot;type&quot;:&quot;CHILD&quot;,&quot;parentId&quot;:&quot;a2a49a28-2bd4-455f-96a6-f3d9b5be919a&quot;,&quot;order&quot;:&quot;99999999999999998&quot;},&quot;opacity&quot;:0.28},&quot;0f3ed22f-9c77-4dd8-9d32-3c66e88d62b4&quot;:{&quot;id&quot;:&quot;0f3ed22f-9c77-4dd8-9d32-3c66e88d62b4&quot;,&quot;type&quot;:&quot;FIGURE_OBJECT&quot;,&quot;relativeTransform&quot;:{&quot;translate&quot;:{&quot;x&quot;:414.8997212204074,&quot;y&quot;:181.54626083340932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0]}],&quot;text&quot;:&quot;Thermodynamic Scoring&quot;}],&quot;_lastCaretLocation&quot;:{&quot;lineIndex&quot;:0,&quot;runIndex&quot;:-1,&quot;charIndex&quot;:-1,&quot;endOfLine&quot;:true}},&quot;format&quot;:&quot;BETTER_TEXT&quot;,&quot;size&quot;:{&quot;x&quot;:102.18526697267835,&quot;y&quot;:16.972737540451337},&quot;targetSize&quot;:{&quot;x&quot;:102.18526697267835,&quot;y&quot;:16.972737540451337}},&quot;parent&quot;:{&quot;type&quot;:&quot;CHILD&quot;,&quot;parentId&quot;:&quot;a2a49a28-2bd4-455f-96a6-f3d9b5be919a&quot;,&quot;order&quot;:&quot;99999999999999997&quot;},&quot;opacity&quot;:0.28},&quot;9efba04c-5f84-4ca6-b272-6ce139789893&quot;:{&quot;type&quot;:&quot;FIGURE_OBJECT&quot;,&quot;id&quot;:&quot;9efba04c-5f84-4ca6-b272-6ce139789893&quot;,&quot;relativeTransform&quot;:{&quot;translate&quot;:{&quot;x&quot;:411.16300144328545,&quot;y&quot;:262.28656994028995},&quot;rotate&quot;:0,&quot;skewX&quot;:0,&quot;scale&quot;:{&quot;x&quot;:1,&quot;y&quot;:1}},&quot;opacity&quot;:0.28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67&quot;}},&quot;f5ae8566-4215-4510-9510-cf189add6030&quot;:{&quot;id&quot;:&quot;f5ae8566-4215-4510-9510-cf189add6030&quot;,&quot;type&quot;:&quot;FIGURE_OBJECT&quot;,&quot;relativeTransform&quot;:{&quot;translate&quot;:{&quot;x&quot;:475.6369744522668,&quot;y&quot;:228.00162185425685},&quot;rotate&quot;:0,&quot;skewX&quot;:0,&quot;scale&quot;:{&quot;x&quot;:1,&quot;y&quot;:1}},&quot;text&quot;:{&quot;textData&quot;:{&quot;lineSpacing&quot;:&quot;normal&quot;,&quot;alignment&quot;:&quot;left&quot;,&quot;lines&quot;:[{&quot;runs&quot;:[{&quot;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,&quot;range&quot;:[0,3]}],&quot;text&quot;:&quot;ΔG&gt;0&quot;,&quot;base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format&quot;:&quot;BETTER_TEXT&quot;,&quot;size&quot;:{&quot;x&quot;:17.486421722543998,&quot;y&quot;:7.300669150331365},&quot;targetSize&quot;:{&quot;x&quot;:17.486421722543998,&quot;y&quot;:7.300669150331365},&quot;verticalAlign&quot;:&quot;TOP&quot;},&quot;parent&quot;:{&quot;type&quot;:&quot;CHILD&quot;,&quot;parentId&quot;:&quot;a2a49a28-2bd4-455f-96a6-f3d9b5be919a&quot;,&quot;order&quot;:&quot;99999999999999985&quot;},&quot;opacity&quot;:0.28},&quot;5e081125-51d1-4367-bead-a617713e9b25&quot;:{&quot;type&quot;:&quot;FIGURE_OBJECT&quot;,&quot;id&quot;:&quot;5e081125-51d1-4367-bead-a617713e9b25&quot;,&quot;relativeTransform&quot;:{&quot;translate&quot;:{&quot;x&quot;:462.6869085966954,&quot;y&quot;:228.17547371945528},&quot;rotate&quot;:3.141592653589793,&quot;skewX&quot;:0,&quot;scale&quot;:{&quot;x&quot;:1,&quot;y&quot;:1}},&quot;opacity&quot;:0.28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52&quot;}},&quot;49143b93-4ee6-416c-955e-37377ed17b54&quot;:{&quot;type&quot;:&quot;FIGURE_OBJECT&quot;,&quot;id&quot;:&quot;49143b93-4ee6-416c-955e-37377ed17b54&quot;,&quot;relativeTransform&quot;:{&quot;translate&quot;:{&quot;x&quot;:411.0210505636628,&quot;y&quot;:204.6157863765514},&quot;rotate&quot;:3.141592653589793,&quot;skewX&quot;:0,&quot;scale&quot;:{&quot;x&quot;:1,&quot;y&quot;:1}},&quot;opacity&quot;:0.28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a2a49a28-2bd4-455f-96a6-f3d9b5be919a&quot;,&quot;order&quot;:&quot;99999999999999955&quot;}},&quot;5417adae-bc2b-44c1-87b8-04e037f8cdbf&quot;:{&quot;type&quot;:&quot;FIGURE_OBJECT&quot;,&quot;id&quot;:&quot;5417adae-bc2b-44c1-87b8-04e037f8cdbf&quot;,&quot;relativeTransform&quot;:{&quot;translate&quot;:{&quot;x&quot;:408.77313009356465,&quot;y&quot;:249.11076520550506},&quot;rotate&quot;:0,&quot;skewX&quot;:0,&quot;scale&quot;:{&quot;x&quot;:1,&quot;y&quot;:1}},&quot;opacity&quot;:0.28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a2a49a28-2bd4-455f-96a6-f3d9b5be919a&quot;,&quot;order&quot;:&quot;99999999999999975&quot;}},&quot;8401a64a-a799-46ae-a518-cb58fb04ee93&quot;:{&quot;type&quot;:&quot;FIGURE_OBJECT&quot;,&quot;id&quot;:&quot;8401a64a-a799-46ae-a518-cb58fb04ee93&quot;,&quot;relativeTransform&quot;:{&quot;translate&quot;:{&quot;x&quot;:399.5165820104963,&quot;y&quot;:319.9590928188726},&quot;rotate&quot;:-1.570796326794897,&quot;skewX&quot;:0,&quot;scale&quot;:{&quot;x&quot;:1,&quot;y&quot;:1}},&quot;opacity&quot;:0.28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a2a49a28-2bd4-455f-96a6-f3d9b5be919a&quot;,&quot;order&quot;:&quot;9999999999999997&quot;}},&quot;27bf0d3c-0c13-4a9d-8246-7d61f06e0472&quot;:{&quot;type&quot;:&quot;FIGURE_OBJECT&quot;,&quot;id&quot;:&quot;27bf0d3c-0c13-4a9d-8246-7d61f06e0472&quot;,&quot;relativeTransform&quot;:{&quot;translate&quot;:{&quot;x&quot;:383.3909484785978,&quot;y&quot;:262.9360506357998},&quot;rotate&quot;:-2.4492935982947064e-16,&quot;skewX&quot;:0,&quot;scale&quot;:{&quot;x&quot;:1,&quot;y&quot;:1}},&quot;opacity&quot;:0.28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a2a49a28-2bd4-455f-96a6-f3d9b5be919a&quot;,&quot;order&quot;:&quot;9999999999999998&quot;}},&quot;aae870d9-fc0e-4240-902e-418c90fb9a9c&quot;:{&quot;type&quot;:&quot;FIGURE_OBJECT&quot;,&quot;id&quot;:&quot;aae870d9-fc0e-4240-902e-418c90fb9a9c&quot;,&quot;relativeTransform&quot;:{&quot;translate&quot;:{&quot;x&quot;:437.6588821887366,&quot;y&quot;:237.329388142653},&quot;rotate&quot;:-2.4492935982947064e-16,&quot;skewX&quot;:0,&quot;scale&quot;:{&quot;x&quot;:1,&quot;y&quot;:1}},&quot;opacity&quot;:0.28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a2a49a28-2bd4-455f-96a6-f3d9b5be919a&quot;,&quot;order&quot;:&quot;9999999999999996&quot;}},&quot;5abc7a18-3004-4a71-9d84-36553a2aa5c2&quot;:{&quot;type&quot;:&quot;FIGURE_OBJECT&quot;,&quot;id&quot;:&quot;5abc7a18-3004-4a71-9d84-36553a2aa5c2&quot;,&quot;relativeTransform&quot;:{&quot;translate&quot;:{&quot;x&quot;:410.57508103122075,&quot;y&quot;:256.0196877450628},&quot;rotate&quot;:3.141592653589793,&quot;skewX&quot;:0,&quot;scale&quot;:{&quot;x&quot;:1,&quot;y&quot;:1}},&quot;opacity&quot;:0.28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a2a49a28-2bd4-455f-96a6-f3d9b5be919a&quot;,&quot;order&quot;:&quot;99999999999999977&quot;}},&quot;53371366-6960-4897-ad3f-10435d3a2cac&quot;:{&quot;id&quot;:&quot;53371366-6960-4897-ad3f-10435d3a2cac&quot;,&quot;type&quot;:&quot;FIGURE_OBJECT&quot;,&quot;relativeTransform&quot;:{&quot;translate&quot;:{&quot;x&quot;:355.7274799432668,&quot;y&quot;:230.39282463408955},&quot;rotate&quot;:-1.5707963267948966,&quot;skewX&quot;:0,&quot;scale&quot;:{&quot;x&quot;:1,&quot;y&quot;:1}},&quot;text&quot;:{&quot;textData&quot;:{&quot;lineSpacing&quot;:&quot;half&quot;,&quot;alignment&quot;:&quot;left&quot;,&quot;lines&quot;:[{&quot;runs&quot;:[{&quot;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,&quot;range&quot;:[0,10]}],&quot;text&quot;:&quot;Free energy&quot;,&quot;base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31.499378421380467,&quot;y&quot;:6.031627509525879},&quot;targetSize&quot;:{&quot;x&quot;:31.499378421380467,&quot;y&quot;:6.031627509525879},&quot;verticalAlign&quot;:&quot;TOP&quot;},&quot;parent&quot;:{&quot;type&quot;:&quot;CHILD&quot;,&quot;parentId&quot;:&quot;a2a49a28-2bd4-455f-96a6-f3d9b5be919a&quot;,&quot;order&quot;:&quot;99999999999999957&quot;},&quot;opacity&quot;:0.28},&quot;ec44bd16-8acc-442e-bab3-5e3765da767e&quot;:{&quot;type&quot;:&quot;FIGURE_OBJECT&quot;,&quot;id&quot;:&quot;ec44bd16-8acc-442e-bab3-5e3765da767e&quot;,&quot;relativeTransform&quot;:{&quot;translate&quot;:{&quot;x&quot;:406.36308091556714,&quot;y&quot;:245.64381390284933},&quot;rotate&quot;:0,&quot;skewX&quot;:0,&quot;scale&quot;:{&quot;x&quot;:1,&quot;y&quot;:1}},&quot;opacity&quot;:0.28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5&quot;}},&quot;e16012fd-8ca3-463f-8995-ddfba676f3d8&quot;:{&quot;type&quot;:&quot;FIGURE_OBJECT&quot;,&quot;id&quot;:&quot;e16012fd-8ca3-463f-8995-ddfba676f3d8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c23119ae-43b6-4425-bb7f-fc027ea2fece&quot;,&quot;coordinates&quot;:{&quot;x&quot;:1,&quot;y&quot;:0.5070653408197099}}}},&quot;b7f0f03f-c7de-4b25-a1b3-0bd8a7d9fe91&quot;:{&quot;id&quot;:&quot;b7f0f03f-c7de-4b25-a1b3-0bd8a7d9fe91&quot;,&quot;type&quot;:&quot;FIGURE_OBJECT&quot;,&quot;relativeTransform&quot;:{&quot;translate&quot;:{&quot;x&quot;:196.20485607923138,&quot;y&quot;:234.72804892531101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4]}],&quot;text&quot;:&quot;ipTM 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]}],&quot;text&quot;:&quot;PAE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4]}],&quot;text&quot;:&quot;pLDDT&quot;,&quot;base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}],&quot;_lastCaretLocation&quot;:{&quot;lineIndex&quot;:2,&quot;runIndex&quot;:0,&quot;charIndex&quot;:3}},&quot;format&quot;:&quot;BETTER_TEXT&quot;,&quot;size&quot;:{&quot;x&quot;:70.62336943604143,&quot;y&quot;:33},&quot;targetSize&quot;:{&quot;x&quot;:70.62336943604143,&quot;y&quot;:12.90175354768527}},&quot;parent&quot;:{&quot;type&quot;:&quot;CHILD&quot;,&quot;parentId&quot;:&quot;a2a49a28-2bd4-455f-96a6-f3d9b5be919a&quot;,&quot;order&quot;:&quot;999999999999999&quot;},&quot;opacity&quot;:0.28},&quot;26cf9c10-925c-470b-bb3a-dfc015d633e2&quot;:{&quot;id&quot;:&quot;26cf9c10-925c-470b-bb3a-dfc015d633e2&quot;,&quot;type&quot;:&quot;FIGURE_OBJECT&quot;,&quot;relativeTransform&quot;:{&quot;translate&quot;:{&quot;x&quot;:254.91011192842944,&quot;y&quot;:182.6728835404047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5]}],&quot;text&quot;:&quot;Top-scoring pHLA&quot;}],&quot;_lastCaretLocation&quot;:{&quot;lineIndex&quot;:0,&quot;runIndex&quot;:-1,&quot;charIndex&quot;:-1,&quot;endOfLine&quot;:true}},&quot;format&quot;:&quot;BETTER_TEXT&quot;,&quot;size&quot;:{&quot;x&quot;:85.5163255634375,&quot;y&quot;:15.621410315426854},&quot;targetSize&quot;:{&quot;x&quot;:85.5163255634375,&quot;y&quot;:15.621410315426854}},&quot;parent&quot;:{&quot;type&quot;:&quot;CHILD&quot;,&quot;parentId&quot;:&quot;a2a49a28-2bd4-455f-96a6-f3d9b5be919a&quot;,&quot;order&quot;:&quot;999999999999998&quot;},&quot;opacity&quot;:0.28},&quot;c23119ae-43b6-4425-bb7f-fc027ea2fece&quot;:{&quot;id&quot;:&quot;c23119ae-43b6-4425-bb7f-fc027ea2fece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a2a49a28-2bd4-455f-96a6-f3d9b5be919a&quot;,&quot;order&quot;:&quot;999999999999997&quot;},&quot;opacity&quot;:0.28},&quot;28e9d6ce-7421-475d-902d-bbf27f81e397&quot;:{&quot;type&quot;:&quot;FIGURE_OBJECT&quot;,&quot;id&quot;:&quot;28e9d6ce-7421-475d-902d-bbf27f81e397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c23119ae-43b6-4425-bb7f-fc027ea2fece&quot;,&quot;coordinates&quot;:{&quot;x&quot;:0,&quot;y&quot;:1}}}},&quot;db921988-d559-405e-aff6-d7d7b43df21a&quot;:{&quot;type&quot;:&quot;FIGURE_OBJECT&quot;,&quot;id&quot;:&quot;db921988-d559-405e-aff6-d7d7b43df21a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&quot;},&quot;connectorInfo&quot;:{&quot;connectedObjectAtLineEnd&quot;:{&quot;objectId&quot;:&quot;c23119ae-43b6-4425-bb7f-fc027ea2fece&quot;,&quot;coordinates&quot;:{&quot;x&quot;:0,&quot;y&quot;:0}},&quot;type&quot;:&quot;LINE&quot;,&quot;offset&quot;:{&quot;x&quot;:0,&quot;y&quot;:0},&quot;bending&quot;:0.1,&quot;customized&quot;:false}},&quot;c3fdd29f-aad5-40c6-9788-97a132f4cea8&quot;:{&quot;id&quot;:&quot;c3fdd29f-aad5-40c6-9788-97a132f4cea8&quot;,&quot;type&quot;:&quot;FIGURE_OBJECT&quot;,&quot;relativeTransform&quot;:{&quot;translate&quot;:{&quot;x&quot;:46.18492663269919,&quot;y&quot;:236.16902207950324},&quot;rotate&quot;:-2.449293598294707e-16,&quot;skewX&quot;:9.284996427990465e-31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]}],&quot;text&quot;:&quot;AF3&quot;}],&quot;_lastCaretLocation&quot;:{&quot;lineIndex&quot;:0,&quot;runIndex&quot;:-1,&quot;charIndex&quot;:-1,&quot;endOfLine&quot;:true}},&quot;format&quot;:&quot;BETTER_TEXT&quot;,&quot;size&quot;:{&quot;x&quot;:30.446109923090123,&quot;y&quot;:12.90175354768527},&quot;targetSize&quot;:{&quot;x&quot;:30.446109923090123,&quot;y&quot;:12.90175354768527}},&quot;parent&quot;:{&quot;type&quot;:&quot;CHILD&quot;,&quot;parentId&quot;:&quot;a2a49a28-2bd4-455f-96a6-f3d9b5be919a&quot;,&quot;order&quot;:&quot;99999999999998&quot;},&quot;opacity&quot;:0.28},&quot;1d4fbcba-0da7-475d-83a9-e02a0d384c84&quot;:{&quot;type&quot;:&quot;FIGURE_OBJECT&quot;,&quot;id&quot;:&quot;1d4fbcba-0da7-475d-83a9-e02a0d384c84&quot;,&quot;parent&quot;:{&quot;type&quot;:&quot;CHILD&quot;,&quot;parentId&quot;:&quot;a2a49a28-2bd4-455f-96a6-f3d9b5be919a&quot;,&quot;order&quot;:&quot;99999999999997&quot;},&quot;relativeTransform&quot;:{&quot;translate&quot;:{&quot;x&quot;:28.420696223332826,&quot;y&quot;:156.62166970378425},&quot;rotate&quot;:0,&quot;skewX&quot;:0,&quot;scale&quot;:{&quot;x&quot;:1,&quot;y&quot;:1}},&quot;opacity&quot;:0.28},&quot;c68bc328-49df-4f71-95ec-8e7f31040439&quot;:{&quot;type&quot;:&quot;FIGURE_OBJECT&quot;,&quot;id&quot;:&quot;c68bc328-49df-4f71-95ec-8e7f31040439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1d4fbcba-0da7-475d-83a9-e02a0d384c84&quot;,&quot;order&quot;:&quot;7&quot;},&quot;connectorInfo&quot;:{&quot;type&quot;:&quot;CUBIC&quot;,&quot;offset&quot;:{&quot;x&quot;:0,&quot;y&quot;:0},&quot;bending&quot;:0.1,&quot;customized&quot;:true}},&quot;683d9b5c-ca30-4449-8f1c-872546c98f79&quot;:{&quot;type&quot;:&quot;FIGURE_OBJECT&quot;,&quot;id&quot;:&quot;683d9b5c-ca30-4449-8f1c-872546c98f79&quot;,&quot;parent&quot;:{&quot;type&quot;:&quot;CHILD&quot;,&quot;parentId&quot;:&quot;1d4fbcba-0da7-475d-83a9-e02a0d384c84&quot;,&quot;order&quot;:&quot;1&quot;},&quot;relativeTransform&quot;:{&quot;translate&quot;:{&quot;x&quot;:82.82888947334816,&quot;y&quot;:134.96523233868172},&quot;rotate&quot;:0}},&quot;1c53bfeb-eccf-4c5a-a2d1-79053d279d8a&quot;:{&quot;type&quot;:&quot;FIGURE_OBJECT&quot;,&quot;id&quot;:&quot;1c53bfeb-eccf-4c5a-a2d1-79053d279d8a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83d9b5c-ca30-4449-8f1c-872546c98f79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18cecd5f-f97d-49bf-99ff-b88b2a2217a5&quot;:{&quot;type&quot;:&quot;FIGURE_OBJECT&quot;,&quot;id&quot;:&quot;18cecd5f-f97d-49bf-99ff-b88b2a2217a5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683d9b5c-ca30-4449-8f1c-872546c98f79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96b3b48e-86be-42fe-9f5b-3f3be6e627a3&quot;:{&quot;type&quot;:&quot;FIGURE_OBJECT&quot;,&quot;id&quot;:&quot;96b3b48e-86be-42fe-9f5b-3f3be6e627a3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683d9b5c-ca30-4449-8f1c-872546c98f79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c618298-ce79-451e-9eb0-b826454f622b&quot;:{&quot;type&quot;:&quot;FIGURE_OBJECT&quot;,&quot;id&quot;:&quot;3c618298-ce79-451e-9eb0-b826454f622b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683d9b5c-ca30-4449-8f1c-872546c98f79&quot;,&quot;order&quot;:&quot;1&quot;}},&quot;a1dfa4ba-a3b0-48ce-b621-5a82437bd106&quot;:{&quot;type&quot;:&quot;FIGURE_OBJECT&quot;,&quot;id&quot;:&quot;a1dfa4ba-a3b0-48ce-b621-5a82437bd106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83d9b5c-ca30-4449-8f1c-872546c98f79&quot;,&quot;order&quot;:&quot;3&quot;}},&quot;10a32904-d0cf-490c-99cb-0df221211348&quot;:{&quot;id&quot;:&quot;10a32904-d0cf-490c-99cb-0df221211348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83d9b5c-ca30-4449-8f1c-872546c98f79&quot;,&quot;order&quot;:&quot;6&quot;},&quot;styles&quot;:{&quot;editable&quot;:[{&quot;styleName&quot;:&quot;MONOCHROME_COLOR&quot;,&quot;index&quot;:0,&quot;color&quot;:&quot;#FF8E8F&quot;}]},&quot;isLocked&quot;:false},&quot;444d21d8-56d0-4456-9192-9e3039b5591c&quot;:{&quot;id&quot;:&quot;444d21d8-56d0-4456-9192-9e3039b5591c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83d9b5c-ca30-4449-8f1c-872546c98f79&quot;,&quot;order&quot;:&quot;7&quot;},&quot;styles&quot;:{&quot;editable&quot;:[{&quot;styleName&quot;:&quot;MONOCHROME_COLOR&quot;,&quot;index&quot;:0,&quot;color&quot;:&quot;#0F99DC&quot;}]},&quot;isLocked&quot;:false},&quot;4534b5c1-3e61-48e0-a131-a96e431ebbca&quot;:{&quot;id&quot;:&quot;4534b5c1-3e61-48e0-a131-a96e431ebbca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d4fbcba-0da7-475d-83a9-e02a0d384c84&quot;,&quot;order&quot;:&quot;5&quot;},&quot;isLocked&quot;:false},&quot;2e4c2bcd-dc19-4a75-9fa7-1431c0597112&quot;:{&quot;id&quot;:&quot;2e4c2bcd-dc19-4a75-9fa7-1431c0597112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d4fbcba-0da7-475d-83a9-e02a0d384c84&quot;,&quot;order&quot;:&quot;2&quot;},&quot;isLocked&quot;:false},&quot;ae02f445-8627-4f67-8d0f-9a3883beed50&quot;:{&quot;type&quot;:&quot;FIGURE_OBJECT&quot;,&quot;id&quot;:&quot;ae02f445-8627-4f67-8d0f-9a3883beed50&quot;,&quot;parent&quot;:{&quot;type&quot;:&quot;CHILD&quot;,&quot;parentId&quot;:&quot;a2a49a28-2bd4-455f-96a6-f3d9b5be919a&quot;,&quot;order&quot;:&quot;99999999999995&quot;},&quot;relativeTransform&quot;:{&quot;translate&quot;:{&quot;x&quot;:26.559274982466334,&quot;y&quot;:95.05935852773737},&quot;rotate&quot;:0,&quot;skewX&quot;:0,&quot;scale&quot;:{&quot;x&quot;:1,&quot;y&quot;:1}},&quot;opacity&quot;:0.28},&quot;f665821e-735c-48fa-8af9-af97aa543f55&quot;:{&quot;type&quot;:&quot;FIGURE_OBJECT&quot;,&quot;id&quot;:&quot;f665821e-735c-48fa-8af9-af97aa543f55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ae02f445-8627-4f67-8d0f-9a3883beed50&quot;,&quot;order&quot;:&quot;7&quot;},&quot;connectorInfo&quot;:{&quot;type&quot;:&quot;CUBIC&quot;,&quot;offset&quot;:{&quot;x&quot;:0,&quot;y&quot;:0},&quot;bending&quot;:0.1,&quot;customized&quot;:true}},&quot;501fc00c-7149-4ee2-9114-1447260a2aed&quot;:{&quot;type&quot;:&quot;FIGURE_OBJECT&quot;,&quot;id&quot;:&quot;501fc00c-7149-4ee2-9114-1447260a2aed&quot;,&quot;parent&quot;:{&quot;type&quot;:&quot;CHILD&quot;,&quot;parentId&quot;:&quot;ae02f445-8627-4f67-8d0f-9a3883beed50&quot;,&quot;order&quot;:&quot;1&quot;},&quot;relativeTransform&quot;:{&quot;translate&quot;:{&quot;x&quot;:82.82888947334816,&quot;y&quot;:134.96523233868172},&quot;rotate&quot;:0}},&quot;04be3086-2af2-4ba4-9152-af404b1beecf&quot;:{&quot;type&quot;:&quot;FIGURE_OBJECT&quot;,&quot;id&quot;:&quot;04be3086-2af2-4ba4-9152-af404b1beecf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501fc00c-7149-4ee2-9114-1447260a2aed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604da216-c1ba-4694-9ff3-5808c6d92e3f&quot;:{&quot;type&quot;:&quot;FIGURE_OBJECT&quot;,&quot;id&quot;:&quot;604da216-c1ba-4694-9ff3-5808c6d92e3f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501fc00c-7149-4ee2-9114-1447260a2aed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3650bbbe-b2ef-434e-9088-846821e327d1&quot;:{&quot;type&quot;:&quot;FIGURE_OBJECT&quot;,&quot;id&quot;:&quot;3650bbbe-b2ef-434e-9088-846821e327d1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501fc00c-7149-4ee2-9114-1447260a2aed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70ae10e3-102b-4af9-a8a5-17488ac80511&quot;:{&quot;type&quot;:&quot;FIGURE_OBJECT&quot;,&quot;id&quot;:&quot;70ae10e3-102b-4af9-a8a5-17488ac80511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501fc00c-7149-4ee2-9114-1447260a2aed&quot;,&quot;order&quot;:&quot;1&quot;}},&quot;e72ad4f5-1185-4e01-8b60-9244b4b49ced&quot;:{&quot;type&quot;:&quot;FIGURE_OBJECT&quot;,&quot;id&quot;:&quot;e72ad4f5-1185-4e01-8b60-9244b4b49ced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501fc00c-7149-4ee2-9114-1447260a2aed&quot;,&quot;order&quot;:&quot;3&quot;}},&quot;118525b0-7112-4618-936a-3b48ffc73098&quot;:{&quot;id&quot;:&quot;118525b0-7112-4618-936a-3b48ffc73098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501fc00c-7149-4ee2-9114-1447260a2aed&quot;,&quot;order&quot;:&quot;6&quot;},&quot;styles&quot;:{&quot;editable&quot;:[{&quot;styleName&quot;:&quot;MONOCHROME_COLOR&quot;,&quot;index&quot;:0,&quot;color&quot;:&quot;#FF8E8F&quot;}]},&quot;isLocked&quot;:false},&quot;eac42b83-5dad-4499-8ac1-f109df627596&quot;:{&quot;id&quot;:&quot;eac42b83-5dad-4499-8ac1-f109df627596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501fc00c-7149-4ee2-9114-1447260a2aed&quot;,&quot;order&quot;:&quot;7&quot;},&quot;styles&quot;:{&quot;editable&quot;:[{&quot;styleName&quot;:&quot;MONOCHROME_COLOR&quot;,&quot;index&quot;:0,&quot;color&quot;:&quot;#0F99DC&quot;}]},&quot;isLocked&quot;:false},&quot;a013087e-2ad8-4fe0-a41c-7fa66141226d&quot;:{&quot;id&quot;:&quot;a013087e-2ad8-4fe0-a41c-7fa66141226d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02f445-8627-4f67-8d0f-9a3883beed50&quot;,&quot;order&quot;:&quot;5&quot;},&quot;isLocked&quot;:false},&quot;a67f50be-2dfd-487f-8e45-00903f7a947f&quot;:{&quot;id&quot;:&quot;a67f50be-2dfd-487f-8e45-00903f7a947f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02f445-8627-4f67-8d0f-9a3883beed50&quot;,&quot;order&quot;:&quot;2&quot;},&quot;isLocked&quot;:false},&quot;c0933fdc-9913-4142-a9d2-e991250a10b8&quot;:{&quot;type&quot;:&quot;FIGURE_OBJECT&quot;,&quot;id&quot;:&quot;c0933fdc-9913-4142-a9d2-e991250a10b8&quot;,&quot;parent&quot;:{&quot;type&quot;:&quot;CHILD&quot;,&quot;parentId&quot;:&quot;a2a49a28-2bd4-455f-96a6-f3d9b5be919a&quot;,&quot;order&quot;:&quot;9999999999999&quot;},&quot;relativeTransform&quot;:{&quot;translate&quot;:{&quot;x&quot;:26.559062742643732,&quot;y&quot;:35.37817285956762},&quot;rotate&quot;:0,&quot;skewX&quot;:0,&quot;scale&quot;:{&quot;x&quot;:1,&quot;y&quot;:1}},&quot;opacity&quot;:0.28},&quot;89324456-12ba-4c3c-a535-9aaf35b19a17&quot;:{&quot;type&quot;:&quot;FIGURE_OBJECT&quot;,&quot;id&quot;:&quot;89324456-12ba-4c3c-a535-9aaf35b19a17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c0933fdc-9913-4142-a9d2-e991250a10b8&quot;,&quot;order&quot;:&quot;7&quot;},&quot;connectorInfo&quot;:{&quot;type&quot;:&quot;CUBIC&quot;,&quot;offset&quot;:{&quot;x&quot;:0,&quot;y&quot;:0},&quot;bending&quot;:0.1,&quot;customized&quot;:true}},&quot;8bb8a652-dfd5-48d6-848d-d099b0c69d35&quot;:{&quot;type&quot;:&quot;FIGURE_OBJECT&quot;,&quot;id&quot;:&quot;8bb8a652-dfd5-48d6-848d-d099b0c69d35&quot;,&quot;parent&quot;:{&quot;type&quot;:&quot;CHILD&quot;,&quot;parentId&quot;:&quot;c0933fdc-9913-4142-a9d2-e991250a10b8&quot;,&quot;order&quot;:&quot;1&quot;},&quot;relativeTransform&quot;:{&quot;translate&quot;:{&quot;x&quot;:82.82888947334816,&quot;y&quot;:134.96523233868172},&quot;rotate&quot;:0}},&quot;d1779d9b-ae0c-481f-93d1-fea096ee0fe6&quot;:{&quot;type&quot;:&quot;FIGURE_OBJECT&quot;,&quot;id&quot;:&quot;d1779d9b-ae0c-481f-93d1-fea096ee0fe6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bb8a652-dfd5-48d6-848d-d099b0c69d35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0a93cf47-94f7-4962-bf0f-c8e47f5af803&quot;:{&quot;type&quot;:&quot;FIGURE_OBJECT&quot;,&quot;id&quot;:&quot;0a93cf47-94f7-4962-bf0f-c8e47f5af803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8bb8a652-dfd5-48d6-848d-d099b0c69d35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aba23efb-337f-4136-97bc-3c6e6b42162c&quot;:{&quot;type&quot;:&quot;FIGURE_OBJECT&quot;,&quot;id&quot;:&quot;aba23efb-337f-4136-97bc-3c6e6b42162c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8bb8a652-dfd5-48d6-848d-d099b0c69d35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4fb3c76e-66b8-4ef3-8a20-9f2219bb9d3f&quot;:{&quot;type&quot;:&quot;FIGURE_OBJECT&quot;,&quot;id&quot;:&quot;4fb3c76e-66b8-4ef3-8a20-9f2219bb9d3f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8bb8a652-dfd5-48d6-848d-d099b0c69d35&quot;,&quot;order&quot;:&quot;1&quot;}},&quot;b5a5ff3f-8b9c-4175-96a8-c0e6178ab56d&quot;:{&quot;type&quot;:&quot;FIGURE_OBJECT&quot;,&quot;id&quot;:&quot;b5a5ff3f-8b9c-4175-96a8-c0e6178ab56d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bb8a652-dfd5-48d6-848d-d099b0c69d35&quot;,&quot;order&quot;:&quot;3&quot;}},&quot;54cdca50-bb12-4d98-acaa-77b4b2f5aa8d&quot;:{&quot;id&quot;:&quot;54cdca50-bb12-4d98-acaa-77b4b2f5aa8d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bb8a652-dfd5-48d6-848d-d099b0c69d35&quot;,&quot;order&quot;:&quot;6&quot;},&quot;styles&quot;:{&quot;editable&quot;:[{&quot;styleName&quot;:&quot;MONOCHROME_COLOR&quot;,&quot;index&quot;:0,&quot;color&quot;:&quot;#FF8E8F&quot;}]},&quot;isLocked&quot;:false},&quot;23da44e0-f1a1-4d9e-9e08-cfe0882f4024&quot;:{&quot;id&quot;:&quot;23da44e0-f1a1-4d9e-9e08-cfe0882f4024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bb8a652-dfd5-48d6-848d-d099b0c69d35&quot;,&quot;order&quot;:&quot;7&quot;},&quot;styles&quot;:{&quot;editable&quot;:[{&quot;styleName&quot;:&quot;MONOCHROME_COLOR&quot;,&quot;index&quot;:0,&quot;color&quot;:&quot;#0F99DC&quot;}]},&quot;isLocked&quot;:false},&quot;98d6a3f9-3d3b-416e-b3e8-c2e192ef1d70&quot;:{&quot;id&quot;:&quot;98d6a3f9-3d3b-416e-b3e8-c2e192ef1d70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0933fdc-9913-4142-a9d2-e991250a10b8&quot;,&quot;order&quot;:&quot;5&quot;},&quot;isLocked&quot;:false},&quot;7fd93402-226e-435f-ae57-2e80d5d1713a&quot;:{&quot;id&quot;:&quot;7fd93402-226e-435f-ae57-2e80d5d1713a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0933fdc-9913-4142-a9d2-e991250a10b8&quot;,&quot;order&quot;:&quot;2&quot;},&quot;isLocked&quot;:false},&quot;30c36e33-fa03-4aba-acec-6fc3b1aa9538&quot;:{&quot;id&quot;:&quot;30c36e33-fa03-4aba-acec-6fc3b1aa9538&quot;,&quot;type&quot;:&quot;FIGURE_OBJECT&quot;,&quot;relativeTransform&quot;:{&quot;translate&quot;:{&quot;x&quot;:-16.837319145315174,&quot;y&quot;:167.2584366017678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32]}],&quot;text&quot;:&quot;Candidate Peptides from Phase III&quot;}],&quot;_lastCaretLocation&quot;:{&quot;lineIndex&quot;:0,&quot;runIndex&quot;:-1,&quot;charIndex&quot;:-1,&quot;endOfLine&quot;:true}},&quot;format&quot;:&quot;BETTER_TEXT&quot;,&quot;size&quot;:{&quot;x&quot;:85.5163255634375,&quot;y&quot;:22.379089265119138},&quot;targetSize&quot;:{&quot;x&quot;:85.5163255634375,&quot;y&quot;:22.379089265119138}},&quot;parent&quot;:{&quot;type&quot;:&quot;CHILD&quot;,&quot;parentId&quot;:&quot;a2a49a28-2bd4-455f-96a6-f3d9b5be919a&quot;,&quot;order&quot;:&quot;9999999999997&quot;},&quot;opacity&quot;:0.28},&quot;70cf57ae-4c3f-4996-8893-8d7146f49fa2&quot;:{&quot;id&quot;:&quot;70cf57ae-4c3f-4996-8893-8d7146f49fa2&quot;,&quot;type&quot;:&quot;FIGURE_OBJECT&quot;,&quot;relativeTransform&quot;:{&quot;translate&quot;:{&quot;x&quot;:-18.261049999295437,&quot;y&quot;:296.76217973366323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0]}],&quot;text&quot;:&quot;HLA-A*02:01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a2a49a28-2bd4-455f-96a6-f3d9b5be919a&quot;,&quot;order&quot;:&quot;9999999999995&quot;},&quot;opacity&quot;:0.28},&quot;8d4a6843-c0e2-457f-9430-9aa4e955e9df&quot;:{&quot;type&quot;:&quot;FIGURE_OBJECT&quot;,&quot;id&quot;:&quot;8d4a6843-c0e2-457f-9430-9aa4e955e9df&quot;,&quot;relativeTransform&quot;:{&quot;translate&quot;:{&quot;x&quot;:4.866038401088101,&quot;y&quot;:200.8093392738215},&quot;rotate&quot;:2.4657944107428795,&quot;skewX&quot;:0,&quot;scale&quot;:{&quot;x&quot;:1,&quot;y&quot;:1}},&quot;opacity&quot;:0.28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a2a49a28-2bd4-455f-96a6-f3d9b5be919a&quot;,&quot;order&quot;:&quot;999999999999&quot;}},&quot;596816cd-70f2-45d4-b40f-ce17ff0d346c&quot;:{&quot;type&quot;:&quot;FIGURE_OBJECT&quot;,&quot;id&quot;:&quot;596816cd-70f2-45d4-b40f-ce17ff0d346c&quot;,&quot;relativeTransform&quot;:{&quot;translate&quot;:{&quot;x&quot;:-40.16846732518931,&quot;y&quot;:202.20048008950235},&quot;rotate&quot;:0,&quot;skewX&quot;:0,&quot;scale&quot;:{&quot;x&quot;:1,&quot;y&quot;:1}},&quot;opacity&quot;:0.28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a2a49a28-2bd4-455f-96a6-f3d9b5be919a&quot;,&quot;order&quot;:&quot;9999999999988&quot;}},&quot;00673194-d4d8-48d6-85ab-267f93ba8f74&quot;:{&quot;type&quot;:&quot;FIGURE_OBJECT&quot;,&quot;id&quot;:&quot;00673194-d4d8-48d6-85ab-267f93ba8f74&quot;,&quot;relativeTransform&quot;:{&quot;translate&quot;:{&quot;x&quot;:-15.175993706673184,&quot;y&quot;:192.0219208225249},&quot;rotate&quot;:-0.4413105726068125,&quot;skewX&quot;:0,&quot;scale&quot;:{&quot;x&quot;:1,&quot;y&quot;:1}},&quot;opacity&quot;:0.28,&quot;path&quot;:{&quot;type&quot;:&quot;POLY_LINE&quot;,&quot;points&quot;:[{&quot;x&quot;:10.258905163828206,&quot;y&quot;:3.102795738977075},{&quot;x&quot;:5.284890538941804,&quot;y&quot;:-3.1008837282934567},{&quot;x&quot;:-0.3108759140554002,&quot;y&quot;:2.494882724703746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a2a49a28-2bd4-455f-96a6-f3d9b5be919a&quot;,&quot;order&quot;:&quot;9999999999987&quot;}},&quot;e917f556-f63b-4dc6-a390-1614e9ba63e9&quot;:{&quot;type&quot;:&quot;FIGURE_OBJECT&quot;,&quot;id&quot;:&quot;e917f556-f63b-4dc6-a390-1614e9ba63e9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0.28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a2a49a28-2bd4-455f-96a6-f3d9b5be919a&quot;,&quot;order&quot;:&quot;9999999999986&quot;}},&quot;3d6ad299-c1fb-4f86-806a-ff470c56e94e&quot;:{&quot;type&quot;:&quot;FIGURE_OBJECT&quot;,&quot;id&quot;:&quot;3d6ad299-c1fb-4f86-806a-ff470c56e94e&quot;,&quot;parent&quot;:{&quot;type&quot;:&quot;CHILD&quot;,&quot;parentId&quot;:&quot;a2a49a28-2bd4-455f-96a6-f3d9b5be919a&quot;,&quot;order&quot;:&quot;99999999998&quot;},&quot;relativeTransform&quot;:{&quot;translate&quot;:{&quot;x&quot;:27.327192973110066,&quot;y&quot;:-26.0373139648472},&quot;rotate&quot;:0,&quot;skewX&quot;:0,&quot;scale&quot;:{&quot;x&quot;:1,&quot;y&quot;:1}},&quot;opacity&quot;:0.16},&quot;c5743865-6f18-4117-af1b-6fe12a2ce7d4&quot;:{&quot;type&quot;:&quot;FIGURE_OBJECT&quot;,&quot;id&quot;:&quot;c5743865-6f18-4117-af1b-6fe12a2ce7d4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7&quot;}},&quot;d7615d6b-18db-4ba5-895c-d4018605dcab&quot;:{&quot;type&quot;:&quot;FIGURE_OBJECT&quot;,&quot;id&quot;:&quot;d7615d6b-18db-4ba5-895c-d4018605dcab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5&quot;}},&quot;c0ef8b9e-6b98-48a6-8b3a-da67aef56908&quot;:{&quot;type&quot;:&quot;FIGURE_OBJECT&quot;,&quot;id&quot;:&quot;c0ef8b9e-6b98-48a6-8b3a-da67aef56908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2&quot;}},&quot;61652559-ca95-4168-bef9-62e47d4d9e52&quot;:{&quot;type&quot;:&quot;FIGURE_OBJECT&quot;,&quot;id&quot;:&quot;61652559-ca95-4168-bef9-62e47d4d9e52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&quot;}},&quot;cc85429a-6e59-4d45-adee-b8661508df21&quot;:{&quot;type&quot;:&quot;FIGURE_OBJECT&quot;,&quot;id&quot;:&quot;cc85429a-6e59-4d45-adee-b8661508df21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7&quot;}},&quot;e89eaa72-011c-4235-9643-1fc4849382f0&quot;:{&quot;type&quot;:&quot;FIGURE_OBJECT&quot;,&quot;id&quot;:&quot;e89eaa72-011c-4235-9643-1fc4849382f0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5&quot;}},&quot;82c2e3c3-c153-4360-85a1-7028359ec8f2&quot;:{&quot;type&quot;:&quot;FIGURE_OBJECT&quot;,&quot;id&quot;:&quot;82c2e3c3-c153-4360-85a1-7028359ec8f2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2&quot;}},&quot;5f0819cf-5e93-4faf-9938-d11430eeff92&quot;:{&quot;type&quot;:&quot;FIGURE_OBJECT&quot;,&quot;id&quot;:&quot;5f0819cf-5e93-4faf-9938-d11430eeff92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&quot;}},&quot;b58c08f8-0e80-43ba-a072-0804c89e9fd7&quot;:{&quot;type&quot;:&quot;FIGURE_OBJECT&quot;,&quot;id&quot;:&quot;b58c08f8-0e80-43ba-a072-0804c89e9fd7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78&quot;}},&quot;888cd484-d381-48a9-81c5-786122938f40&quot;:{&quot;type&quot;:&quot;FIGURE_OBJECT&quot;,&quot;id&quot;:&quot;888cd484-d381-48a9-81c5-786122938f40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3d6ad299-c1fb-4f86-806a-ff470c56e94e&quot;,&quot;order&quot;:&quot;77&quot;}},&quot;e5402359-ba5e-4720-adf0-47a5f1f83f8c&quot;:{&quot;type&quot;:&quot;FIGURE_OBJECT&quot;,&quot;id&quot;:&quot;e5402359-ba5e-4720-adf0-47a5f1f83f8c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6&quot;}},&quot;478c0891-10bf-41a8-aeb2-7da891fad617&quot;:{&quot;type&quot;:&quot;FIGURE_OBJECT&quot;,&quot;id&quot;:&quot;478c0891-10bf-41a8-aeb2-7da891fad617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5&quot;}},&quot;8e0caa46-861e-40b5-ba19-05426b9f161d&quot;:{&quot;type&quot;:&quot;FIGURE_OBJECT&quot;,&quot;id&quot;:&quot;8e0caa46-861e-40b5-ba19-05426b9f161d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3&quot;}},&quot;5aa3e966-e348-44c3-b9bb-ef57baa3e972&quot;:{&quot;type&quot;:&quot;FIGURE_OBJECT&quot;,&quot;id&quot;:&quot;5aa3e966-e348-44c3-b9bb-ef57baa3e972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2&quot;}},&quot;1685b11d-a3f4-41aa-8a74-13390c2e2029&quot;:{&quot;type&quot;:&quot;FIGURE_OBJECT&quot;,&quot;id&quot;:&quot;1685b11d-a3f4-41aa-8a74-13390c2e2029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1&quot;}},&quot;90adf229-3893-4dd8-947d-44848159b3e6&quot;:{&quot;type&quot;:&quot;FIGURE_OBJECT&quot;,&quot;id&quot;:&quot;90adf229-3893-4dd8-947d-44848159b3e6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&quot;}},&quot;a6c47440-faab-4ece-8447-3086e4bd6a6a&quot;:{&quot;type&quot;:&quot;FIGURE_OBJECT&quot;,&quot;id&quot;:&quot;a6c47440-faab-4ece-8447-3086e4bd6a6a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8&quot;}},&quot;9d646184-27bc-4cf7-9215-42df5b3e7b53&quot;:{&quot;type&quot;:&quot;FIGURE_OBJECT&quot;,&quot;id&quot;:&quot;9d646184-27bc-4cf7-9215-42df5b3e7b53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7&quot;}},&quot;e37cf084-4c29-453d-9208-4f4f03360887&quot;:{&quot;type&quot;:&quot;FIGURE_OBJECT&quot;,&quot;id&quot;:&quot;e37cf084-4c29-453d-9208-4f4f03360887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6&quot;}},&quot;e598a295-0224-4596-9531-1443e17e3443&quot;:{&quot;type&quot;:&quot;FIGURE_OBJECT&quot;,&quot;id&quot;:&quot;e598a295-0224-4596-9531-1443e17e3443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5&quot;}},&quot;978d2937-2287-415b-bce0-15eee00f7073&quot;:{&quot;type&quot;:&quot;FIGURE_OBJECT&quot;,&quot;id&quot;:&quot;978d2937-2287-415b-bce0-15eee00f7073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3&quot;}},&quot;0ed684e3-75d8-45b3-9285-ad4b6d28b4ce&quot;:{&quot;type&quot;:&quot;FIGURE_OBJECT&quot;,&quot;id&quot;:&quot;0ed684e3-75d8-45b3-9285-ad4b6d28b4ce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2&quot;}},&quot;dd085ad9-f655-4e71-89b8-0bc64a9abb19&quot;:{&quot;type&quot;:&quot;FIGURE_OBJECT&quot;,&quot;id&quot;:&quot;dd085ad9-f655-4e71-89b8-0bc64a9abb19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1&quot;}},&quot;708fccf5-21c2-458d-ba70-d972413971cf&quot;:{&quot;type&quot;:&quot;FIGURE_OBJECT&quot;,&quot;id&quot;:&quot;708fccf5-21c2-458d-ba70-d972413971cf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&quot;}},&quot;5545d14c-67b4-4427-8d40-829faab53cb5&quot;:{&quot;type&quot;:&quot;FIGURE_OBJECT&quot;,&quot;id&quot;:&quot;5545d14c-67b4-4427-8d40-829faab53cb5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8&quot;}},&quot;5a1c5301-d7de-4b4a-9481-3ba1cd7d6c11&quot;:{&quot;type&quot;:&quot;FIGURE_OBJECT&quot;,&quot;id&quot;:&quot;5a1c5301-d7de-4b4a-9481-3ba1cd7d6c11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7&quot;}},&quot;703a1e3f-99d7-4fa7-a918-a3108274171e&quot;:{&quot;type&quot;:&quot;FIGURE_OBJECT&quot;,&quot;id&quot;:&quot;703a1e3f-99d7-4fa7-a918-a3108274171e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6&quot;}},&quot;463a364c-9788-414a-b2a1-c5555092aefb&quot;:{&quot;type&quot;:&quot;FIGURE_OBJECT&quot;,&quot;id&quot;:&quot;463a364c-9788-414a-b2a1-c5555092aefb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5&quot;}},&quot;b29e75f4-b12b-4acc-b908-3e4ba6b8c3c5&quot;:{&quot;type&quot;:&quot;FIGURE_OBJECT&quot;,&quot;id&quot;:&quot;b29e75f4-b12b-4acc-b908-3e4ba6b8c3c5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3&quot;}},&quot;afba9c44-e2d4-4f2d-93a1-37ac9b7b364a&quot;:{&quot;type&quot;:&quot;FIGURE_OBJECT&quot;,&quot;id&quot;:&quot;afba9c44-e2d4-4f2d-93a1-37ac9b7b364a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2&quot;}},&quot;bfb646fd-6b33-4d82-9b0c-8a197bca9c6a&quot;:{&quot;type&quot;:&quot;FIGURE_OBJECT&quot;,&quot;id&quot;:&quot;bfb646fd-6b33-4d82-9b0c-8a197bca9c6a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1&quot;}},&quot;c11f1d0b-f7d8-4e62-9f45-e9edbffe1512&quot;:{&quot;type&quot;:&quot;FIGURE_OBJECT&quot;,&quot;id&quot;:&quot;c11f1d0b-f7d8-4e62-9f45-e9edbffe1512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05&quot;}},&quot;64a909e9-20c8-40cb-ae40-1625bc84bf1d&quot;:{&quot;type&quot;:&quot;FIGURE_OBJECT&quot;,&quot;id&quot;:&quot;64a909e9-20c8-40cb-ae40-1625bc84bf1d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&quot;}},&quot;e20d1642-2973-45f6-b6e2-a99dd14d8be6&quot;:{&quot;type&quot;:&quot;FIGURE_OBJECT&quot;,&quot;id&quot;:&quot;e20d1642-2973-45f6-b6e2-a99dd14d8be6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7&quot;}},&quot;7d5873bf-768a-42ab-8c91-c28588c91bab&quot;:{&quot;type&quot;:&quot;FIGURE_OBJECT&quot;,&quot;id&quot;:&quot;7d5873bf-768a-42ab-8c91-c28588c91bab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5&quot;}},&quot;547cf8ef-9011-4497-ab96-c16e3be7ccda&quot;:{&quot;type&quot;:&quot;FIGURE_OBJECT&quot;,&quot;id&quot;:&quot;547cf8ef-9011-4497-ab96-c16e3be7ccda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2&quot;}},&quot;970318d6-5954-4c3f-a70a-da9d442cc8a3&quot;:{&quot;type&quot;:&quot;FIGURE_OBJECT&quot;,&quot;id&quot;:&quot;970318d6-5954-4c3f-a70a-da9d442cc8a3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&quot;}},&quot;e9ed9936-1a76-494f-add8-65ed007d4645&quot;:{&quot;type&quot;:&quot;FIGURE_OBJECT&quot;,&quot;id&quot;:&quot;e9ed9936-1a76-494f-add8-65ed007d4645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7&quot;}},&quot;7f03106b-edf0-4c9b-88ed-86cf61c943ad&quot;:{&quot;type&quot;:&quot;FIGURE_OBJECT&quot;,&quot;id&quot;:&quot;7f03106b-edf0-4c9b-88ed-86cf61c943ad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5&quot;}},&quot;ab3f81ca-b411-4c08-959b-c4ef01f0706b&quot;:{&quot;type&quot;:&quot;FIGURE_OBJECT&quot;,&quot;id&quot;:&quot;ab3f81ca-b411-4c08-959b-c4ef01f0706b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2&quot;}},&quot;84c93b45-2aff-40e0-8818-410fa6443963&quot;:{&quot;type&quot;:&quot;FIGURE_OBJECT&quot;,&quot;id&quot;:&quot;84c93b45-2aff-40e0-8818-410fa6443963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&quot;}},&quot;fa41b80a-f82c-48c9-8798-2657a5d496ad&quot;:{&quot;type&quot;:&quot;FIGURE_OBJECT&quot;,&quot;id&quot;:&quot;fa41b80a-f82c-48c9-8798-2657a5d496ad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8&quot;}},&quot;707d474f-9b6c-4c8b-a9ce-420669c8e166&quot;:{&quot;type&quot;:&quot;FIGURE_OBJECT&quot;,&quot;id&quot;:&quot;707d474f-9b6c-4c8b-a9ce-420669c8e166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7&quot;}},&quot;531bde08-daf3-4fc1-af0f-da644371f78c&quot;:{&quot;type&quot;:&quot;FIGURE_OBJECT&quot;,&quot;id&quot;:&quot;531bde08-daf3-4fc1-af0f-da644371f78c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6&quot;}},&quot;df05f834-2b75-4c28-a95b-31961a5ee9c3&quot;:{&quot;type&quot;:&quot;FIGURE_OBJECT&quot;,&quot;id&quot;:&quot;df05f834-2b75-4c28-a95b-31961a5ee9c3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5&quot;}},&quot;532791de-b7d0-4e2e-920f-c24d037a9bf6&quot;:{&quot;type&quot;:&quot;FIGURE_OBJECT&quot;,&quot;id&quot;:&quot;532791de-b7d0-4e2e-920f-c24d037a9bf6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3&quot;}},&quot;99edd957-de77-4c37-983a-00aed4df68ff&quot;:{&quot;id&quot;:&quot;99edd957-de77-4c37-983a-00aed4df68ff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d6ad299-c1fb-4f86-806a-ff470c56e94e&quot;,&quot;order&quot;:&quot;02&quot;}},&quot;1f6787f7-ae39-4f04-b089-972bd3cf49ad&quot;:{&quot;id&quot;:&quot;1f6787f7-ae39-4f04-b089-972bd3cf49ad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d6ad299-c1fb-4f86-806a-ff470c56e94e&quot;,&quot;order&quot;:&quot;005&quot;}},&quot;4b8b427e-99ce-4f86-a847-580503767d82&quot;:{&quot;type&quot;:&quot;FIGURE_OBJECT&quot;,&quot;id&quot;:&quot;4b8b427e-99ce-4f86-a847-580503767d82&quot;,&quot;parent&quot;:{&quot;type&quot;:&quot;CHILD&quot;,&quot;parentId&quot;:&quot;3d6ad299-c1fb-4f86-806a-ff470c56e94e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8cb44796-e37d-4493-bb52-c426c64b59f5&quot;:{&quot;type&quot;:&quot;FIGURE_OBJECT&quot;,&quot;id&quot;:&quot;8cb44796-e37d-4493-bb52-c426c64b59f5&quot;,&quot;parent&quot;:{&quot;type&quot;:&quot;CROP&quot;,&quot;parentId&quot;:&quot;4b8b427e-99ce-4f86-a847-580503767d82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f93bccf9-58f7-47fe-b9e4-94c407e84b27&quot;:{&quot;relativeTransform&quot;:{&quot;translate&quot;:{&quot;x&quot;:88.93304468831501,&quot;y&quot;:-30.053453610426228},&quot;rotate&quot;:-2.4492935982947064e-16},&quot;type&quot;:&quot;FIGURE_OBJECT&quot;,&quot;id&quot;:&quot;f93bccf9-58f7-47fe-b9e4-94c407e84b27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ca01b7bf-70a7-48a8-832b-c3e4c242f000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4b8b427e-99ce-4f86-a847-580503767d82&quot;,&quot;order&quot;:&quot;5&quot;}},&quot;ca01b7bf-70a7-48a8-832b-c3e4c242f000&quot;:{&quot;type&quot;:&quot;FIGURE_OBJECT&quot;,&quot;id&quot;:&quot;ca01b7bf-70a7-48a8-832b-c3e4c242f000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c0102153-8c63-405a-8fa9-964101a6ae34&quot;:{&quot;type&quot;:&quot;FIGURE_OBJECT&quot;,&quot;id&quot;:&quot;c0102153-8c63-405a-8fa9-964101a6ae34&quot;,&quot;parent&quot;:{&quot;type&quot;:&quot;CHILD&quot;,&quot;parentId&quot;:&quot;ca01b7bf-70a7-48a8-832b-c3e4c242f000&quot;,&quot;order&quot;:&quot;5&quot;},&quot;relativeTransform&quot;:{&quot;translate&quot;:{&quot;x&quot;:0,&quot;y&quot;:0},&quot;rotate&quot;:0,&quot;skewX&quot;:0,&quot;scale&quot;:{&quot;x&quot;:1,&quot;y&quot;:1}}},&quot;5385fae9-e21d-4220-a79a-c5cb71dbc422&quot;:{&quot;type&quot;:&quot;FIGURE_OBJECT&quot;,&quot;id&quot;:&quot;5385fae9-e21d-4220-a79a-c5cb71dbc422&quot;,&quot;parent&quot;:{&quot;type&quot;:&quot;CHILD&quot;,&quot;parentId&quot;:&quot;c0102153-8c63-405a-8fa9-964101a6ae34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228527cf-6280-4fb1-935d-070648498cbc&quot;:{&quot;type&quot;:&quot;FIGURE_OBJECT&quot;,&quot;id&quot;:&quot;228527cf-6280-4fb1-935d-070648498cbc&quot;,&quot;parent&quot;:{&quot;type&quot;:&quot;CHILD&quot;,&quot;parentId&quot;:&quot;c0102153-8c63-405a-8fa9-964101a6ae34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38b95575-6504-4998-9306-88c20b550adf&quot;:{&quot;type&quot;:&quot;FIGURE_OBJECT&quot;,&quot;id&quot;:&quot;38b95575-6504-4998-9306-88c20b550adf&quot;,&quot;parent&quot;:{&quot;type&quot;:&quot;CHILD&quot;,&quot;parentId&quot;:&quot;c0102153-8c63-405a-8fa9-964101a6ae34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f7645363-ee24-40ac-becc-94c298f5e354&quot;:{&quot;relativeTransform&quot;:{&quot;translate&quot;:{&quot;x&quot;:463.7042165864883,&quot;y&quot;:-30.19675800023839},&quot;rotate&quot;:0},&quot;type&quot;:&quot;FIGURE_OBJECT&quot;,&quot;id&quot;:&quot;f7645363-ee24-40ac-becc-94c298f5e354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65112a2a-f94b-44c4-935e-8330b1c6fd1c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4b8b427e-99ce-4f86-a847-580503767d82&quot;,&quot;order&quot;:&quot;2&quot;}},&quot;65112a2a-f94b-44c4-935e-8330b1c6fd1c&quot;:{&quot;type&quot;:&quot;FIGURE_OBJECT&quot;,&quot;id&quot;:&quot;65112a2a-f94b-44c4-935e-8330b1c6fd1c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da1fe845-85b1-41a5-98c2-e6fb0a5c4610&quot;:{&quot;type&quot;:&quot;FIGURE_OBJECT&quot;,&quot;id&quot;:&quot;da1fe845-85b1-41a5-98c2-e6fb0a5c4610&quot;,&quot;parent&quot;:{&quot;type&quot;:&quot;CHILD&quot;,&quot;parentId&quot;:&quot;65112a2a-f94b-44c4-935e-8330b1c6fd1c&quot;,&quot;order&quot;:&quot;5&quot;},&quot;relativeTransform&quot;:{&quot;translate&quot;:{&quot;x&quot;:0,&quot;y&quot;:0},&quot;rotate&quot;:0,&quot;skewX&quot;:0,&quot;scale&quot;:{&quot;x&quot;:1,&quot;y&quot;:1}}},&quot;5b2c22b1-8281-4ebd-9d06-d52905b3b9ff&quot;:{&quot;type&quot;:&quot;FIGURE_OBJECT&quot;,&quot;id&quot;:&quot;5b2c22b1-8281-4ebd-9d06-d52905b3b9ff&quot;,&quot;parent&quot;:{&quot;type&quot;:&quot;CHILD&quot;,&quot;parentId&quot;:&quot;da1fe845-85b1-41a5-98c2-e6fb0a5c4610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a0b34e85-aff9-4479-bffa-3ed08c797fab&quot;:{&quot;type&quot;:&quot;FIGURE_OBJECT&quot;,&quot;id&quot;:&quot;a0b34e85-aff9-4479-bffa-3ed08c797fab&quot;,&quot;parent&quot;:{&quot;type&quot;:&quot;CHILD&quot;,&quot;parentId&quot;:&quot;da1fe845-85b1-41a5-98c2-e6fb0a5c4610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a49ab7e5-a91d-4019-9885-ac4ad4241fa8&quot;:{&quot;type&quot;:&quot;FIGURE_OBJECT&quot;,&quot;id&quot;:&quot;a49ab7e5-a91d-4019-9885-ac4ad4241fa8&quot;,&quot;parent&quot;:{&quot;type&quot;:&quot;CHILD&quot;,&quot;parentId&quot;:&quot;da1fe845-85b1-41a5-98c2-e6fb0a5c4610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627c6cfe-461a-49e3-901b-ad542091646f&quot;:{&quot;type&quot;:&quot;FIGURE_OBJECT&quot;,&quot;id&quot;:&quot;627c6cfe-461a-49e3-901b-ad542091646f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d6ad299-c1fb-4f86-806a-ff470c56e94e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947f4fbd-eefa-44f7-adc5-bb214ffd13a7&quot;:{&quot;type&quot;:&quot;FIGURE_OBJECT&quot;,&quot;id&quot;:&quot;947f4fbd-eefa-44f7-adc5-bb214ffd13a7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d6ad299-c1fb-4f86-806a-ff470c56e94e&quot;,&quot;order&quot;:&quot;21&quot;},&quot;connectorInfo&quot;:{&quot;type&quot;:&quot;LINE&quot;,&quot;offset&quot;:{&quot;x&quot;:0,&quot;y&quot;:0},&quot;bending&quot;:0.1,&quot;customized&quot;:true,&quot;connectedObjectAtLineStart&quot;:{&quot;objectId&quot;:&quot;e25d15e5-eda7-497a-87b2-1735671b1bd8&quot;,&quot;coordinates&quot;:{&quot;x&quot;:0.03541995954524391,&quot;y&quot;:0.5110264097168954}}}},&quot;e25d15e5-eda7-497a-87b2-1735671b1bd8&quot;:{&quot;type&quot;:&quot;FIGURE_OBJECT&quot;,&quot;id&quot;:&quot;e25d15e5-eda7-497a-87b2-1735671b1bd8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d6ad299-c1fb-4f86-806a-ff470c56e94e&quot;,&quot;order&quot;:&quot;205&quot;}},&quot;0986315f-4f00-46e7-8990-590fcc0a8040&quot;:{&quot;type&quot;:&quot;FIGURE_OBJECT&quot;,&quot;id&quot;:&quot;0986315f-4f00-46e7-8990-590fcc0a8040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2&quot;}},&quot;d870b118-45aa-482a-855d-54798008f328&quot;:{&quot;type&quot;:&quot;FIGURE_OBJECT&quot;,&quot;id&quot;:&quot;d870b118-45aa-482a-855d-54798008f328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7&quot;}},&quot;311f217d-c3f5-4a05-9d2e-ffbd68644fb6&quot;:{&quot;type&quot;:&quot;FIGURE_OBJECT&quot;,&quot;id&quot;:&quot;311f217d-c3f5-4a05-9d2e-ffbd68644fb6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5&quot;}},&quot;b51e535c-18b9-462c-85c1-73d6d5253596&quot;:{&quot;type&quot;:&quot;FIGURE_OBJECT&quot;,&quot;id&quot;:&quot;b51e535c-18b9-462c-85c1-73d6d5253596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2&quot;}},&quot;bbd46838-6f39-48be-a0ba-9d7974b47cc4&quot;:{&quot;type&quot;:&quot;FIGURE_OBJECT&quot;,&quot;id&quot;:&quot;bbd46838-6f39-48be-a0ba-9d7974b47cc4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1&quot;}},&quot;6715dcaa-8ce8-4525-ad6b-02a279f22e8c&quot;:{&quot;type&quot;:&quot;FIGURE_OBJECT&quot;,&quot;id&quot;:&quot;6715dcaa-8ce8-4525-ad6b-02a279f22e8c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8&quot;}},&quot;a6b8e41c-c628-48e4-b13e-58190b8b2f9a&quot;:{&quot;type&quot;:&quot;FIGURE_OBJECT&quot;,&quot;id&quot;:&quot;a6b8e41c-c628-48e4-b13e-58190b8b2f9a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6715dcaa-8ce8-4525-ad6b-02a279f22e8c&quot;,&quot;order&quot;:&quot;7&quot;}},&quot;eddcd069-da60-4b7f-a6f0-298f291250ce&quot;:{&quot;type&quot;:&quot;FIGURE_OBJECT&quot;,&quot;id&quot;:&quot;eddcd069-da60-4b7f-a6f0-298f291250ce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715dcaa-8ce8-4525-ad6b-02a279f22e8c&quot;,&quot;order&quot;:&quot;5&quot;}},&quot;5ec8d0c4-b4b3-46ed-a4f9-48ea25a18f26&quot;:{&quot;type&quot;:&quot;FIGURE_OBJECT&quot;,&quot;id&quot;:&quot;5ec8d0c4-b4b3-46ed-a4f9-48ea25a18f26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6715dcaa-8ce8-4525-ad6b-02a279f22e8c&quot;,&quot;order&quot;:&quot;2&quot;}},&quot;96835589-41f1-452d-ba22-a21a53a05375&quot;:{&quot;type&quot;:&quot;FIGURE_OBJECT&quot;,&quot;id&quot;:&quot;96835589-41f1-452d-ba22-a21a53a05375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7&quot;}},&quot;f6954e82-be51-498a-9df5-db900a21af85&quot;:{&quot;type&quot;:&quot;FIGURE_OBJECT&quot;,&quot;id&quot;:&quot;f6954e82-be51-498a-9df5-db900a21af85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3d6ad299-c1fb-4f86-806a-ff470c56e94e&quot;,&quot;order&quot;:&quot;16&quot;}},&quot;18e87105-6090-45f6-8baa-499be250642b&quot;:{&quot;type&quot;:&quot;FIGURE_OBJECT&quot;,&quot;id&quot;:&quot;18e87105-6090-45f6-8baa-499be250642b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3d6ad299-c1fb-4f86-806a-ff470c56e94e&quot;,&quot;order&quot;:&quot;15&quot;}},&quot;bb17b627-0927-41b0-9511-af97621f052e&quot;:{&quot;type&quot;:&quot;FIGURE_OBJECT&quot;,&quot;id&quot;:&quot;bb17b627-0927-41b0-9511-af97621f052e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3&quot;}},&quot;fbde590b-8323-4cf1-b81e-0a7061e0f89c&quot;:{&quot;type&quot;:&quot;FIGURE_OBJECT&quot;,&quot;id&quot;:&quot;fbde590b-8323-4cf1-b81e-0a7061e0f89c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7&quot;}},&quot;ebd181c0-e47a-45b6-ae2e-0888de03b9a4&quot;:{&quot;type&quot;:&quot;FIGURE_OBJECT&quot;,&quot;id&quot;:&quot;ebd181c0-e47a-45b6-ae2e-0888de03b9a4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5&quot;}},&quot;4b2c8c58-2095-4631-bcef-7f13ec28e6cc&quot;:{&quot;type&quot;:&quot;FIGURE_OBJECT&quot;,&quot;id&quot;:&quot;4b2c8c58-2095-4631-bcef-7f13ec28e6cc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2&quot;}},&quot;cbbef281-4343-4132-b085-5f100a292b77&quot;:{&quot;type&quot;:&quot;FIGURE_OBJECT&quot;,&quot;id&quot;:&quot;cbbef281-4343-4132-b085-5f100a292b77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1&quot;}},&quot;b010c2f8-362f-4b1c-bc84-3af51908ef62&quot;:{&quot;type&quot;:&quot;FIGURE_OBJECT&quot;,&quot;id&quot;:&quot;b010c2f8-362f-4b1c-bc84-3af51908ef62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12&quot;}},&quot;c831ceb6-1a19-4efd-9f62-7ace7d590fa7&quot;:{&quot;type&quot;:&quot;FIGURE_OBJECT&quot;,&quot;id&quot;:&quot;c831ceb6-1a19-4efd-9f62-7ace7d590fa7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11&quot;}},&quot;3432a97a-9d13-4187-9370-d3593418bcc0&quot;:{&quot;type&quot;:&quot;FIGURE_OBJECT&quot;,&quot;id&quot;:&quot;3432a97a-9d13-4187-9370-d3593418bcc0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&quot;}},&quot;954317b5-bd96-4ae7-afee-e505d5f191ea&quot;:{&quot;type&quot;:&quot;FIGURE_OBJECT&quot;,&quot;id&quot;:&quot;954317b5-bd96-4ae7-afee-e505d5f191ea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7&quot;}},&quot;c76dd42e-bb7d-4031-995c-4a8f9dd759f2&quot;:{&quot;type&quot;:&quot;FIGURE_OBJECT&quot;,&quot;id&quot;:&quot;c76dd42e-bb7d-4031-995c-4a8f9dd759f2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5&quot;}},&quot;b8cb7d6e-0fee-42bd-a75f-16e568a2ca01&quot;:{&quot;type&quot;:&quot;FIGURE_OBJECT&quot;,&quot;id&quot;:&quot;b8cb7d6e-0fee-42bd-a75f-16e568a2ca01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2&quot;}},&quot;6774dd3e-d8f9-490a-bebb-a9e7ddde2873&quot;:{&quot;type&quot;:&quot;FIGURE_OBJECT&quot;,&quot;id&quot;:&quot;6774dd3e-d8f9-490a-bebb-a9e7ddde2873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1&quot;}},&quot;3d8d31f0-d513-4590-b5d6-cdeb891e6c6c&quot;:{&quot;type&quot;:&quot;FIGURE_OBJECT&quot;,&quot;id&quot;:&quot;3d8d31f0-d513-4590-b5d6-cdeb891e6c6c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d6ad299-c1fb-4f86-806a-ff470c56e94e&quot;,&quot;order&quot;:&quot;08&quot;}},&quot;ef8492a0-52aa-43f9-921f-235784769dd3&quot;:{&quot;type&quot;:&quot;FIGURE_OBJECT&quot;,&quot;id&quot;:&quot;ef8492a0-52aa-43f9-921f-235784769dd3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3d6ad299-c1fb-4f86-806a-ff470c56e94e&quot;,&quot;order&quot;:&quot;07&quot;}},&quot;3fb4fa78-6a1d-4d81-9c8e-2e105db9c4a8&quot;:{&quot;type&quot;:&quot;FIGURE_OBJECT&quot;,&quot;id&quot;:&quot;3fb4fa78-6a1d-4d81-9c8e-2e105db9c4a8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06&quot;}},&quot;a49fd71c-9dfb-42f6-a001-1f4cd1d67550&quot;:{&quot;type&quot;:&quot;FIGURE_OBJECT&quot;,&quot;id&quot;:&quot;a49fd71c-9dfb-42f6-a001-1f4cd1d67550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03&quot;}},&quot;1e1b04e6-d179-4535-98b7-80ab8db8d844&quot;:{&quot;type&quot;:&quot;FIGURE_OBJECT&quot;,&quot;id&quot;:&quot;1e1b04e6-d179-4535-98b7-80ab8db8d844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3d6ad299-c1fb-4f86-806a-ff470c56e94e&quot;,&quot;order&quot;:&quot;01&quot;}},&quot;562518c4-a9dc-4f77-b9ba-57cf1b7d5667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562518c4-a9dc-4f77-b9ba-57cf1b7d5667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a2a49a28-2bd4-455f-96a6-f3d9b5be919a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c7da63e8-0bd2-49f0-b546-649511cd1c95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c7da63e8-0bd2-49f0-b546-649511cd1c95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a2a49a28-2bd4-455f-96a6-f3d9b5be919a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592cd800-bbb9-4ef8-a486-ef478a9cc527&quot;:{&quot;id&quot;:&quot;592cd800-bbb9-4ef8-a486-ef478a9cc527&quot;,&quot;type&quot;:&quot;FIGURE_OBJECT&quot;,&quot;relativeTransform&quot;:{&quot;translate&quot;:{&quot;x&quot;:-115.66815915085101,&quot;y&quot;:-105.37232816189199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a2a49a28-2bd4-455f-96a6-f3d9b5be919a&quot;,&quot;order&quot;:&quot;9999995&quot;},&quot;opacity&quot;:0.16},&quot;e3035fcb-feff-4fd4-8d4b-856c5779cbe4&quot;:{&quot;id&quot;:&quot;e3035fcb-feff-4fd4-8d4b-856c5779cbe4&quot;,&quot;type&quot;:&quot;FIGURE_OBJECT&quot;,&quot;relativeTransform&quot;:{&quot;translate&quot;:{&quot;x&quot;:-111.45430344388777,&quot;y&quot;:-55.69627451208649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Y&quot;}],&quot;_lastCaretLocation&quot;:{&quot;lineIndex&quot;:0,&quot;runIndex&quot;:-1,&quot;charIndex&quot;:-1,&quot;endOfLine&quot;:true}},&quot;format&quot;:&quot;BETTER_TEXT&quot;,&quot;size&quot;:{&quot;x&quot;:58.53114318847656,&quot;y&quot;:11},&quot;targetSize&quot;:{&quot;x&quot;:58.260354516934626,&quot;y&quot;:11}},&quot;parent&quot;:{&quot;type&quot;:&quot;CHILD&quot;,&quot;parentId&quot;:&quot;a2a49a28-2bd4-455f-96a6-f3d9b5be919a&quot;,&quot;order&quot;:&quot;999999&quot;},&quot;opacity&quot;:0.16},&quot;ee268132-3b42-42d4-b853-bcdc696ca6a4&quot;:{&quot;id&quot;:&quot;ee268132-3b42-42d4-b853-bcdc696ca6a4&quot;,&quot;type&quot;:&quot;FIGURE_OBJECT&quot;,&quot;relativeTransform&quot;:{&quot;translate&quot;:{&quot;x&quot;:-111.58939361196707,&quot;y&quot;:-159.04979135958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C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a2a49a28-2bd4-455f-96a6-f3d9b5be919a&quot;,&quot;order&quot;:&quot;9999985&quot;},&quot;opacity&quot;:0.16},&quot;24447496-7458-47a7-9af7-6dfe387f13bd&quot;:{&quot;id&quot;:&quot;24447496-7458-47a7-9af7-6dfe387f13bd&quot;,&quot;type&quot;:&quot;FIGURE_OBJECT&quot;,&quot;relativeTransform&quot;:{&quot;translate&quot;:{&quot;x&quot;:-111.58919083350588,&quot;y&quot;:-200.31972573688896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A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a2a49a28-2bd4-455f-96a6-f3d9b5be919a&quot;,&quot;order&quot;:&quot;9999982&quot;},&quot;opacity&quot;:0.16},&quot;f8fc4db6-234d-4bcd-a647-d9200f429eb0&quot;:{&quot;id&quot;:&quot;f8fc4db6-234d-4bcd-a647-d9200f429eb0&quot;,&quot;type&quot;:&quot;FIGURE_OBJECT&quot;,&quot;relativeTransform&quot;:{&quot;translate&quot;:{&quot;x&quot;:-178.82596609774828,&quot;y&quot;:-201.2148449213957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a2a49a28-2bd4-455f-96a6-f3d9b5be919a&quot;,&quot;order&quot;:&quot;999998&quot;},&quot;opacity&quot;:0.16},&quot;e117dc9b-6e63-44db-8bdd-88c08ded39e4&quot;:{&quot;id&quot;:&quot;e117dc9b-6e63-44db-8bdd-88c08ded39e4&quot;,&quot;type&quot;:&quot;FIGURE_OBJECT&quot;,&quot;relativeTransform&quot;:{&quot;translate&quot;:{&quot;x&quot;:-249.03622278999205,&quot;y&quot;:-105.37218701516171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a2a49a28-2bd4-455f-96a6-f3d9b5be919a&quot;,&quot;order&quot;:&quot;999997&quot;},&quot;opacity&quot;:0.16},&quot;068889bb-99a3-4d64-a3ef-22d75d612107&quot;:{&quot;id&quot;:&quot;068889bb-99a3-4d64-a3ef-22d75d612107&quot;,&quot;type&quot;:&quot;FIGURE_OBJECT&quot;,&quot;relativeTransform&quot;:{&quot;translate&quot;:{&quot;x&quot;:-244.8223670830288,&quot;y&quot;:-55.6961333653562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YXXXXXXXX&quot;}],&quot;_lastCaretLocation&quot;:{&quot;lineIndex&quot;:0,&quot;runIndex&quot;:0,&quot;charIndex&quot;:1}},&quot;format&quot;:&quot;BETTER_TEXT&quot;,&quot;size&quot;:{&quot;x&quot;:58.53114318847656,&quot;y&quot;:11},&quot;targetSize&quot;:{&quot;x&quot;:58.260354516934626,&quot;y&quot;:11}},&quot;parent&quot;:{&quot;type&quot;:&quot;CHILD&quot;,&quot;parentId&quot;:&quot;a2a49a28-2bd4-455f-96a6-f3d9b5be919a&quot;,&quot;order&quot;:&quot;999995&quot;},&quot;opacity&quot;:0.16},&quot;39ed11e2-7f2d-49e2-bd8d-2996178696a1&quot;:{&quot;id&quot;:&quot;39ed11e2-7f2d-49e2-bd8d-2996178696a1&quot;,&quot;type&quot;:&quot;FIGURE_OBJECT&quot;,&quot;relativeTransform&quot;:{&quot;translate&quot;:{&quot;x&quot;:-244.9574572511081,&quot;y&quot;:-159.04965021285224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CXXXXXXXX&quot;}],&quot;_lastCaretLocation&quot;:{&quot;lineIndex&quot;:0,&quot;runIndex&quot;:0,&quot;charIndex&quot;:1}},&quot;format&quot;:&quot;BETTER_TEXT&quot;,&quot;size&quot;:{&quot;x&quot;:58.260354516934626,&quot;y&quot;:11},&quot;targetSize&quot;:{&quot;x&quot;:58.260354516934626,&quot;y&quot;:11}},&quot;parent&quot;:{&quot;type&quot;:&quot;CHILD&quot;,&quot;parentId&quot;:&quot;a2a49a28-2bd4-455f-96a6-f3d9b5be919a&quot;,&quot;order&quot;:&quot;99999&quot;},&quot;opacity&quot;:0.16},&quot;2ef8abfc-4bce-4af4-bee7-05bd41ad380a&quot;:{&quot;id&quot;:&quot;2ef8abfc-4bce-4af4-bee7-05bd41ad380a&quot;,&quot;type&quot;:&quot;FIGURE_OBJECT&quot;,&quot;relativeTransform&quot;:{&quot;translate&quot;:{&quot;x&quot;:-244.95725447264692,&quot;y&quot;:-200.31958459015868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AXXXXXXXX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a2a49a28-2bd4-455f-96a6-f3d9b5be919a&quot;,&quot;order&quot;:&quot;99997&quot;},&quot;opacity&quot;:0.16},&quot;06852300-9846-4bae-859c-cd1062921105&quot;:{&quot;type&quot;:&quot;FIGURE_OBJECT&quot;,&quot;id&quot;:&quot;06852300-9846-4bae-859c-cd1062921105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a2a49a28-2bd4-455f-96a6-f3d9b5be919a&quot;,&quot;order&quot;:&quot;99995&quot;},&quot;connectorInfo&quot;:{&quot;type&quot;:&quot;LINE&quot;,&quot;offset&quot;:{&quot;x&quot;:0,&quot;y&quot;:0},&quot;bending&quot;:0.1,&quot;customized&quot;:false}},&quot;2fc4dd02-dcf9-4544-b0aa-f85563d952ff&quot;:{&quot;type&quot;:&quot;FIGURE_OBJECT&quot;,&quot;id&quot;:&quot;2fc4dd02-dcf9-4544-b0aa-f85563d952ff&quot;,&quot;parent&quot;:{&quot;type&quot;:&quot;CHILD&quot;,&quot;parentId&quot;:&quot;a2a49a28-2bd4-455f-96a6-f3d9b5be919a&quot;,&quot;order&quot;:&quot;9967&quot;},&quot;relativeTransform&quot;:{&quot;translate&quot;:{&quot;x&quot;:98.80993547241178,&quot;y&quot;:-24.298610447199252},&quot;rotate&quot;:0,&quot;skewX&quot;:0,&quot;scale&quot;:{&quot;x&quot;:1,&quot;y&quot;:1}},&quot;opacity&quot;:0.16},&quot;ff29d5c6-d803-41b7-8e7c-b3470fdd05ce&quot;:{&quot;type&quot;:&quot;FIGURE_OBJECT&quot;,&quot;id&quot;:&quot;ff29d5c6-d803-41b7-8e7c-b3470fdd05ce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f64733bc-86a9-472c-b408-7b0906643f04&quot;:{&quot;type&quot;:&quot;FIGURE_OBJECT&quot;,&quot;id&quot;:&quot;f64733bc-86a9-472c-b408-7b0906643f04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e1a7d46b-c239-4d14-99e8-d5e393a16f39&quot;:{&quot;type&quot;:&quot;FIGURE_OBJECT&quot;,&quot;id&quot;:&quot;e1a7d46b-c239-4d14-99e8-d5e393a16f39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432573e5-dee0-44b4-a500-d57b11684ffa&quot;:{&quot;type&quot;:&quot;FIGURE_OBJECT&quot;,&quot;id&quot;:&quot;432573e5-dee0-44b4-a500-d57b11684ffa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9413c8aa-f16b-4719-b296-8879a17518cc&quot;:{&quot;type&quot;:&quot;FIGURE_OBJECT&quot;,&quot;id&quot;:&quot;9413c8aa-f16b-4719-b296-8879a17518cc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d2b99543-357e-4536-b4b8-c1e03058270e&quot;:{&quot;type&quot;:&quot;FIGURE_OBJECT&quot;,&quot;id&quot;:&quot;d2b99543-357e-4536-b4b8-c1e03058270e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2fbd7ae7-ab43-48b9-8a84-f043a0db0573&quot;:{&quot;type&quot;:&quot;FIGURE_OBJECT&quot;,&quot;id&quot;:&quot;2fbd7ae7-ab43-48b9-8a84-f043a0db0573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f7fab6eb-0d76-4ead-abee-a30e4f246d27&quot;:{&quot;type&quot;:&quot;FIGURE_OBJECT&quot;,&quot;id&quot;:&quot;f7fab6eb-0d76-4ead-abee-a30e4f246d27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e07f40ca-cf8f-4462-b57a-80b69a6e81be&quot;:{&quot;type&quot;:&quot;FIGURE_OBJECT&quot;,&quot;id&quot;:&quot;e07f40ca-cf8f-4462-b57a-80b69a6e81be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5176c9b3-106d-4024-b404-48462df06c75&quot;:{&quot;type&quot;:&quot;FIGURE_OBJECT&quot;,&quot;id&quot;:&quot;5176c9b3-106d-4024-b404-48462df06c75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be3b7229-c7e4-41f5-93ad-01f44f0a64e1&quot;:{&quot;type&quot;:&quot;FIGURE_OBJECT&quot;,&quot;id&quot;:&quot;be3b7229-c7e4-41f5-93ad-01f44f0a64e1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63b91ecc-2675-4d33-8a03-f71eb1021fe4&quot;:{&quot;type&quot;:&quot;FIGURE_OBJECT&quot;,&quot;id&quot;:&quot;63b91ecc-2675-4d33-8a03-f71eb1021fe4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0778757c-9e3a-4880-ac9a-3b0b85a905f6&quot;:{&quot;type&quot;:&quot;FIGURE_OBJECT&quot;,&quot;id&quot;:&quot;0778757c-9e3a-4880-ac9a-3b0b85a905f6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ccdc298f-392e-4407-8a47-6348b6083dc5&quot;:{&quot;type&quot;:&quot;FIGURE_OBJECT&quot;,&quot;id&quot;:&quot;ccdc298f-392e-4407-8a47-6348b6083dc5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90538aa1-1a5e-4a20-ac48-d2eda2facdd3&quot;:{&quot;type&quot;:&quot;FIGURE_OBJECT&quot;,&quot;id&quot;:&quot;90538aa1-1a5e-4a20-ac48-d2eda2facdd3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3894d682-d7b1-463a-9fab-93247c3bd3a1&quot;:{&quot;type&quot;:&quot;FIGURE_OBJECT&quot;,&quot;id&quot;:&quot;3894d682-d7b1-463a-9fab-93247c3bd3a1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32220248-c994-4cd0-9fd8-55974ae68fb0&quot;:{&quot;type&quot;:&quot;FIGURE_OBJECT&quot;,&quot;id&quot;:&quot;32220248-c994-4cd0-9fd8-55974ae68fb0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2fc4dd02-dcf9-4544-b0aa-f85563d952ff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c80c23a4-fe57-4b38-a9d5-0af0c4d5ec25&quot;:{&quot;type&quot;:&quot;FIGURE_OBJECT&quot;,&quot;id&quot;:&quot;c80c23a4-fe57-4b38-a9d5-0af0c4d5ec25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5d607684-6074-4e32-8e88-3a36129a6f89&quot;:{&quot;type&quot;:&quot;FIGURE_OBJECT&quot;,&quot;id&quot;:&quot;5d607684-6074-4e32-8e88-3a36129a6f89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a5b46d27-1c95-4d57-b452-08739e142579&quot;:{&quot;type&quot;:&quot;FIGURE_OBJECT&quot;,&quot;id&quot;:&quot;a5b46d27-1c95-4d57-b452-08739e142579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f2213945-6b80-48d5-97d4-5b2f40b348b1&quot;:{&quot;type&quot;:&quot;FIGURE_OBJECT&quot;,&quot;id&quot;:&quot;f2213945-6b80-48d5-97d4-5b2f40b348b1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41395c8-2d84-4b24-a7d2-3d12a2590c59&quot;:{&quot;type&quot;:&quot;FIGURE_OBJECT&quot;,&quot;id&quot;:&quot;c41395c8-2d84-4b24-a7d2-3d12a2590c59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a2edba1-69ef-46aa-9f76-342c1d5d613b&quot;:{&quot;type&quot;:&quot;FIGURE_OBJECT&quot;,&quot;id&quot;:&quot;2a2edba1-69ef-46aa-9f76-342c1d5d613b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f962f88-8f76-479a-be7f-1de22311a709&quot;:{&quot;id&quot;:&quot;2f962f88-8f76-479a-be7f-1de22311a709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2fc4dd02-dcf9-4544-b0aa-f85563d952ff&quot;,&quot;order&quot;:&quot;95&quot;}},&quot;19c72d14-86b3-494a-b48e-9e6c7df83f4b&quot;:{&quot;id&quot;:&quot;19c72d14-86b3-494a-b48e-9e6c7df83f4b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2fc4dd02-dcf9-4544-b0aa-f85563d952ff&quot;,&quot;order&quot;:&quot;9&quot;}},&quot;1386433c-73d4-4e20-9304-cb3082fbf5ea&quot;:{&quot;id&quot;:&quot;1386433c-73d4-4e20-9304-cb3082fbf5ea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2fc4dd02-dcf9-4544-b0aa-f85563d952ff&quot;,&quot;order&quot;:&quot;85&quot;}},&quot;2ddc28cd-bf0d-4181-9cd4-dba65c505600&quot;:{&quot;id&quot;:&quot;2ddc28cd-bf0d-4181-9cd4-dba65c505600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2fc4dd02-dcf9-4544-b0aa-f85563d952ff&quot;,&quot;order&quot;:&quot;82&quot;}},&quot;7ef27587-62a2-4005-9246-c7028eda0210&quot;:{&quot;id&quot;:&quot;7ef27587-62a2-4005-9246-c7028eda0210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2fc4dd02-dcf9-4544-b0aa-f85563d952ff&quot;,&quot;order&quot;:&quot;8&quot;}},&quot;bf8b3bd0-5fc8-4c50-a2dc-bd34364b2e4c&quot;:{&quot;id&quot;:&quot;bf8b3bd0-5fc8-4c50-a2dc-bd34364b2e4c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2fc4dd02-dcf9-4544-b0aa-f85563d952ff&quot;,&quot;order&quot;:&quot;77&quot;}},&quot;372351ab-0301-4fe2-9985-ab22c5074fb1&quot;:{&quot;id&quot;:&quot;372351ab-0301-4fe2-9985-ab22c5074fb1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2fc4dd02-dcf9-4544-b0aa-f85563d952ff&quot;,&quot;order&quot;:&quot;76&quot;}},&quot;3e816c36-516d-4f9f-9da4-32c31a28480b&quot;:{&quot;id&quot;:&quot;3e816c36-516d-4f9f-9da4-32c31a28480b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2fc4dd02-dcf9-4544-b0aa-f85563d952ff&quot;,&quot;order&quot;:&quot;75&quot;}},&quot;166f677f-8dce-43fc-9c56-5243bafdb1fc&quot;:{&quot;id&quot;:&quot;166f677f-8dce-43fc-9c56-5243bafdb1fc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2fc4dd02-dcf9-4544-b0aa-f85563d952ff&quot;,&quot;order&quot;:&quot;72&quot;}},&quot;9fa1dc7b-ea78-495d-b402-9e72cce07a3a&quot;:{&quot;id&quot;:&quot;9fa1dc7b-ea78-495d-b402-9e72cce07a3a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2fc4dd02-dcf9-4544-b0aa-f85563d952ff&quot;,&quot;order&quot;:&quot;71&quot;}},&quot;ae60c6f6-a8f9-438b-b856-d400456e2454&quot;:{&quot;id&quot;:&quot;ae60c6f6-a8f9-438b-b856-d400456e2454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2fc4dd02-dcf9-4544-b0aa-f85563d952ff&quot;,&quot;order&quot;:&quot;7&quot;}},&quot;375dce3e-e45f-472d-a859-4c1bee0aad0d&quot;:{&quot;id&quot;:&quot;375dce3e-e45f-472d-a859-4c1bee0aad0d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2fc4dd02-dcf9-4544-b0aa-f85563d952ff&quot;,&quot;order&quot;:&quot;67&quot;}},&quot;0c965eac-efcb-4af5-bd1e-c602c552186b&quot;:{&quot;id&quot;:&quot;0c965eac-efcb-4af5-bd1e-c602c552186b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2fc4dd02-dcf9-4544-b0aa-f85563d952ff&quot;,&quot;order&quot;:&quot;66&quot;}},&quot;ec01cfd1-7ba1-4553-baf4-a3fd87537ea2&quot;:{&quot;id&quot;:&quot;ec01cfd1-7ba1-4553-baf4-a3fd87537ea2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2fc4dd02-dcf9-4544-b0aa-f85563d952ff&quot;,&quot;order&quot;:&quot;65&quot;}},&quot;8142c0d8-3673-40be-9036-08c8d4acfe01&quot;:{&quot;id&quot;:&quot;8142c0d8-3673-40be-9036-08c8d4acfe01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2fc4dd02-dcf9-4544-b0aa-f85563d952ff&quot;,&quot;order&quot;:&quot;62&quot;}},&quot;1b9714bb-db2f-4087-9df1-2d0e3cfa2682&quot;:{&quot;id&quot;:&quot;1b9714bb-db2f-4087-9df1-2d0e3cfa2682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2fc4dd02-dcf9-4544-b0aa-f85563d952ff&quot;,&quot;order&quot;:&quot;61&quot;}},&quot;ea2ffccd-eb30-4732-a47a-467ec24a8222&quot;:{&quot;id&quot;:&quot;ea2ffccd-eb30-4732-a47a-467ec24a8222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2fc4dd02-dcf9-4544-b0aa-f85563d952ff&quot;,&quot;order&quot;:&quot;6&quot;}},&quot;03a34b5f-ec8c-4141-b365-89a89f5fb74c&quot;:{&quot;id&quot;:&quot;03a34b5f-ec8c-4141-b365-89a89f5fb74c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2fc4dd02-dcf9-4544-b0aa-f85563d952ff&quot;,&quot;order&quot;:&quot;57&quot;}},&quot;b6e0f240-f991-4e01-b1ea-c2cce9558a86&quot;:{&quot;id&quot;:&quot;b6e0f240-f991-4e01-b1ea-c2cce9558a86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2fc4dd02-dcf9-4544-b0aa-f85563d952ff&quot;,&quot;order&quot;:&quot;56&quot;}},&quot;c171b6ff-4c32-446f-a178-2cc50d917d6c&quot;:{&quot;id&quot;:&quot;c171b6ff-4c32-446f-a178-2cc50d917d6c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2fc4dd02-dcf9-4544-b0aa-f85563d952ff&quot;,&quot;order&quot;:&quot;55&quot;}},&quot;98cf64a4-945f-4ebc-9ae3-a2f138687801&quot;:{&quot;id&quot;:&quot;98cf64a4-945f-4ebc-9ae3-a2f138687801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2fc4dd02-dcf9-4544-b0aa-f85563d952ff&quot;,&quot;order&quot;:&quot;52&quot;}},&quot;c497753b-c403-4d41-840a-e3a2ec586eb2&quot;:{&quot;id&quot;:&quot;c497753b-c403-4d41-840a-e3a2ec586eb2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2fc4dd02-dcf9-4544-b0aa-f85563d952ff&quot;,&quot;order&quot;:&quot;51&quot;}},&quot;f3a7f63d-acce-4b8d-8b01-00fbccc67189&quot;:{&quot;id&quot;:&quot;f3a7f63d-acce-4b8d-8b01-00fbccc67189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2fc4dd02-dcf9-4544-b0aa-f85563d952ff&quot;,&quot;order&quot;:&quot;5&quot;}},&quot;038afb1c-7e49-4e15-b43c-defc97232647&quot;:{&quot;type&quot;:&quot;FIGURE_OBJECT&quot;,&quot;id&quot;:&quot;038afb1c-7e49-4e15-b43c-defc97232647&quot;,&quot;relativeTransform&quot;:{&quot;translate&quot;:{&quot;x&quot;:-528.838992741979,&quot;y&quot;:-94.2274757892396},&quot;rotate&quot;:-1.570796326794897,&quot;skewX&quot;:0,&quot;scale&quot;:{&quot;x&quot;:1,&quot;y&quot;:1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a2a49a28-2bd4-455f-96a6-f3d9b5be919a&quot;,&quot;order&quot;:&quot;9999&quot;},&quot;connectorInfo&quot;:{&quot;type&quot;:&quot;LINE&quot;,&quot;offset&quot;:{&quot;x&quot;:0,&quot;y&quot;:0},&quot;bending&quot;:0.1,&quot;customized&quot;:false}},&quot;e4adede5-761d-4edb-a2b3-d2ddc4e34805&quot;:{&quot;type&quot;:&quot;FIGURE_OBJECT&quot;,&quot;id&quot;:&quot;e4adede5-761d-4edb-a2b3-d2ddc4e34805&quot;,&quot;parent&quot;:{&quot;type&quot;:&quot;CHILD&quot;,&quot;parentId&quot;:&quot;a2a49a28-2bd4-455f-96a6-f3d9b5be919a&quot;,&quot;order&quot;:&quot;9998&quot;},&quot;relativeTransform&quot;:{&quot;translate&quot;:{&quot;x&quot;:-447.26445110259164,&quot;y&quot;:-363.1311734908486},&quot;rotate&quot;:-1.5707963267948966,&quot;skewX&quot;:0,&quot;scale&quot;:{&quot;x&quot;:1,&quot;y&quot;:1}},&quot;opacity&quot;:0.16},&quot;018fe74d-f6a6-4337-bcf2-f2a7f95643e7&quot;:{&quot;type&quot;:&quot;FIGURE_OBJECT&quot;,&quot;id&quot;:&quot;018fe74d-f6a6-4337-bcf2-f2a7f95643e7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e4adede5-761d-4edb-a2b3-d2ddc4e34805&quot;,&quot;order&quot;:&quot;8&quot;},&quot;layout&quot;:{&quot;sizeRatio&quot;:{&quot;x&quot;:0.7071067811865476,&quot;y&quot;:0.7071067811865476},&quot;keepAspectRatio&quot;:true}},&quot;a18e8eb5-cff0-4780-8707-669fd0c0206a&quot;:{&quot;id&quot;:&quot;a18e8eb5-cff0-4780-8707-669fd0c0206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018fe74d-f6a6-4337-bcf2-f2a7f95643e7&quot;,&quot;order&quot;:&quot;5&quot;}},&quot;b8aa5737-ac56-4063-ab2d-4bc4d63185c7&quot;:{&quot;type&quot;:&quot;FIGURE_OBJECT&quot;,&quot;id&quot;:&quot;b8aa5737-ac56-4063-ab2d-4bc4d63185c7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e4adede5-761d-4edb-a2b3-d2ddc4e34805&quot;,&quot;order&quot;:&quot;7&quot;},&quot;layout&quot;:{&quot;sizeRatio&quot;:{&quot;x&quot;:0.7071067811865476,&quot;y&quot;:0.7071067811865476},&quot;keepAspectRatio&quot;:true}},&quot;4f148b9a-0529-4146-b203-635f09b3df1c&quot;:{&quot;id&quot;:&quot;4f148b9a-0529-4146-b203-635f09b3df1c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b8aa5737-ac56-4063-ab2d-4bc4d63185c7&quot;,&quot;order&quot;:&quot;5&quot;}},&quot;e715d02a-8fc6-400f-9f14-928a48d9115d&quot;:{&quot;type&quot;:&quot;FIGURE_OBJECT&quot;,&quot;id&quot;:&quot;e715d02a-8fc6-400f-9f14-928a48d9115d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e4adede5-761d-4edb-a2b3-d2ddc4e34805&quot;,&quot;order&quot;:&quot;6&quot;},&quot;layout&quot;:{&quot;sizeRatio&quot;:{&quot;x&quot;:0.7071067811865476,&quot;y&quot;:0.7071067811865476},&quot;keepAspectRatio&quot;:true}},&quot;7a586e6f-0957-4b66-bbfd-1767fa01e18a&quot;:{&quot;id&quot;:&quot;7a586e6f-0957-4b66-bbfd-1767fa01e18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e715d02a-8fc6-400f-9f14-928a48d9115d&quot;,&quot;order&quot;:&quot;5&quot;}},&quot;f21ed3b3-6a6f-4ce4-ad4b-4fb2c0184a43&quot;:{&quot;type&quot;:&quot;FIGURE_OBJECT&quot;,&quot;id&quot;:&quot;f21ed3b3-6a6f-4ce4-ad4b-4fb2c0184a43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55&quot;},&quot;layout&quot;:{&quot;sizeRatio&quot;:{&quot;x&quot;:0.7071067811865476,&quot;y&quot;:0.7071067811865476},&quot;keepAspectRatio&quot;:true}},&quot;af5616f4-f3c7-4784-a42c-a686bdf77c34&quot;:{&quot;id&quot;:&quot;af5616f4-f3c7-4784-a42c-a686bdf77c34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21ed3b3-6a6f-4ce4-ad4b-4fb2c0184a43&quot;,&quot;order&quot;:&quot;5&quot;}},&quot;f4f507b4-e315-4ff7-ad9d-3dd32627494a&quot;:{&quot;type&quot;:&quot;FIGURE_OBJECT&quot;,&quot;id&quot;:&quot;f4f507b4-e315-4ff7-ad9d-3dd32627494a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5&quot;},&quot;layout&quot;:{&quot;sizeRatio&quot;:{&quot;x&quot;:0.7071067811865476,&quot;y&quot;:0.7071067811865476},&quot;keepAspectRatio&quot;:true}},&quot;557bf14c-e5b5-4d70-b98e-c554eac1ee41&quot;:{&quot;id&quot;:&quot;557bf14c-e5b5-4d70-b98e-c554eac1ee41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4f507b4-e315-4ff7-ad9d-3dd32627494a&quot;,&quot;order&quot;:&quot;5&quot;}},&quot;51853100-4ae8-4368-9293-cc75fc7b9412&quot;:{&quot;type&quot;:&quot;FIGURE_OBJECT&quot;,&quot;id&quot;:&quot;51853100-4ae8-4368-9293-cc75fc7b9412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3&quot;},&quot;layout&quot;:{&quot;sizeRatio&quot;:{&quot;x&quot;:0.7071067811865476,&quot;y&quot;:0.7071067811865476},&quot;keepAspectRatio&quot;:true}},&quot;7ad50474-710b-423c-9214-461e31f5d6a7&quot;:{&quot;id&quot;:&quot;7ad50474-710b-423c-9214-461e31f5d6a7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51853100-4ae8-4368-9293-cc75fc7b9412&quot;,&quot;order&quot;:&quot;5&quot;}},&quot;dd8be44b-f893-470b-8d4f-71262acebfd6&quot;:{&quot;type&quot;:&quot;FIGURE_OBJECT&quot;,&quot;id&quot;:&quot;dd8be44b-f893-470b-8d4f-71262acebfd6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e4adede5-761d-4edb-a2b3-d2ddc4e34805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40da69fa-4a7b-4a13-a0d7-22f7f482ff12&quot;:{&quot;type&quot;:&quot;FIGURE_OBJECT&quot;,&quot;id&quot;:&quot;40da69fa-4a7b-4a13-a0d7-22f7f482ff12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e4adede5-761d-4edb-a2b3-d2ddc4e34805&quot;,&quot;order&quot;:&quot;25&quot;},&quot;layout&quot;:{&quot;sizeRatio&quot;:{&quot;x&quot;:0.7071067811865476,&quot;y&quot;:0.7071067811865476},&quot;keepAspectRatio&quot;:true}},&quot;add851f3-8566-44d5-829b-9bf33cc2dadf&quot;:{&quot;id&quot;:&quot;add851f3-8566-44d5-829b-9bf33cc2dadf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40da69fa-4a7b-4a13-a0d7-22f7f482ff12&quot;,&quot;order&quot;:&quot;5&quot;}},&quot;afd29bec-2b91-4f35-b63f-bc4686918b8b&quot;:{&quot;type&quot;:&quot;FIGURE_OBJECT&quot;,&quot;id&quot;:&quot;afd29bec-2b91-4f35-b63f-bc4686918b8b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2&quot;},&quot;layout&quot;:{&quot;sizeRatio&quot;:{&quot;x&quot;:0.7071067811865476,&quot;y&quot;:0.7071067811865476},&quot;keepAspectRatio&quot;:true}},&quot;23870815-fc74-43e1-a7bb-67111674fce7&quot;:{&quot;id&quot;:&quot;23870815-fc74-43e1-a7bb-67111674fce7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afd29bec-2b91-4f35-b63f-bc4686918b8b&quot;,&quot;order&quot;:&quot;5&quot;}},&quot;9aa43c43-63eb-4917-9e28-01a0a2a44783&quot;:{&quot;type&quot;:&quot;FIGURE_OBJECT&quot;,&quot;id&quot;:&quot;9aa43c43-63eb-4917-9e28-01a0a2a44783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e4adede5-761d-4edb-a2b3-d2ddc4e34805&quot;,&quot;order&quot;:&quot;1&quot;},&quot;layout&quot;:{&quot;sizeRatio&quot;:{&quot;x&quot;:0.7071067811865476,&quot;y&quot;:0.7071067811865476},&quot;keepAspectRatio&quot;:true}},&quot;0120264e-9b2e-45d3-8975-b69a66876b12&quot;:{&quot;id&quot;:&quot;0120264e-9b2e-45d3-8975-b69a66876b12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9aa43c43-63eb-4917-9e28-01a0a2a44783&quot;,&quot;order&quot;:&quot;5&quot;}},&quot;cf950eb5-2208-488b-828f-02620a848754&quot;:{&quot;type&quot;:&quot;FIGURE_OBJECT&quot;,&quot;id&quot;:&quot;cf950eb5-2208-488b-828f-02620a848754&quot;,&quot;parent&quot;:{&quot;type&quot;:&quot;CHILD&quot;,&quot;parentId&quot;:&quot;a2a49a28-2bd4-455f-96a6-f3d9b5be919a&quot;,&quot;order&quot;:&quot;58&quot;},&quot;relativeTransform&quot;:{&quot;translate&quot;:{&quot;x&quot;:-131.94595436463368,&quot;y&quot;:-17.988942114567976},&quot;rotate&quot;:0},&quot;opacity&quot;:0.28},&quot;986626b1-4a0b-4f4b-b262-3e45b3d2a81a&quot;:{&quot;type&quot;:&quot;FIGURE_OBJECT&quot;,&quot;id&quot;:&quot;986626b1-4a0b-4f4b-b262-3e45b3d2a81a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f950eb5-2208-488b-828f-02620a848754&quot;,&quot;order&quot;:&quot;5&quot;},&quot;connectorInfo&quot;:{&quot;type&quot;:&quot;ELBOW&quot;,&quot;offset&quot;:{&quot;x&quot;:0,&quot;y&quot;:0},&quot;bending&quot;:0.1,&quot;customized&quot;:true}},&quot;6aab6610-e9c9-4856-aafc-aaed8e5a451a&quot;:{&quot;type&quot;:&quot;FIGURE_OBJECT&quot;,&quot;id&quot;:&quot;6aab6610-e9c9-4856-aafc-aaed8e5a451a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f950eb5-2208-488b-828f-02620a848754&quot;,&quot;order&quot;:&quot;2&quot;},&quot;connectorInfo&quot;:{&quot;type&quot;:&quot;ELBOW&quot;,&quot;offset&quot;:{&quot;x&quot;:0,&quot;y&quot;:0},&quot;bending&quot;:0.1,&quot;customized&quot;:true}},&quot;4f970c44-5979-4d24-9281-f46bf5dcb2be&quot;:{&quot;type&quot;:&quot;FIGURE_OBJECT&quot;,&quot;id&quot;:&quot;4f970c44-5979-4d24-9281-f46bf5dcb2be&quot;,&quot;relativeTransform&quot;:{&quot;translate&quot;:{&quot;x&quot;:242.42989617203114,&quot;y&quot;:-299.28184858174234},&quot;rotate&quot;:0,&quot;skewX&quot;:0,&quot;scale&quot;:{&quot;x&quot;:1,&quot;y&quot;:1}},&quot;opacity&quot;:1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a2a49a28-2bd4-455f-96a6-f3d9b5be919a&quot;,&quot;order&quot;:&quot;26&quot;},&quot;layout&quot;:{&quot;sizeRatio&quot;:{&quot;x&quot;:0.88,&quot;y&quot;:0.88},&quot;keepAspectRatio&quot;:false}},&quot;f9dd32db-8c0e-48f0-a877-7fdc6cf92885&quot;:{&quot;id&quot;:&quot;f9dd32db-8c0e-48f0-a877-7fdc6cf9288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4f970c44-5979-4d24-9281-f46bf5dcb2be&quot;,&quot;order&quot;:&quot;5&quot;}},&quot;4a97290d-b27e-4844-a384-b78d0fb81a16&quot;:{&quot;type&quot;:&quot;FIGURE_OBJECT&quot;,&quot;id&quot;:&quot;4a97290d-b27e-4844-a384-b78d0fb81a16&quot;,&quot;relativeTransform&quot;:{&quot;translate&quot;:{&quot;x&quot;:-333.07561871344126,&quot;y&quot;:-299.28184858174234},&quot;rotate&quot;:0,&quot;skewX&quot;:0,&quot;scale&quot;:{&quot;x&quot;:1,&quot;y&quot;:1}},&quot;opacity&quot;:0.16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92&quot;},&quot;layout&quot;:{&quot;sizeRatio&quot;:{&quot;x&quot;:0.88,&quot;y&quot;:0.88},&quot;keepAspectRatio&quot;:false}},&quot;64dcf482-8fdc-49c7-9461-cff6f6080987&quot;:{&quot;id&quot;:&quot;64dcf482-8fdc-49c7-9461-cff6f608098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4a97290d-b27e-4844-a384-b78d0fb81a16&quot;,&quot;order&quot;:&quot;5&quot;}},&quot;963309b8-7da8-405b-8d48-3bafd097e0bc&quot;:{&quot;id&quot;:&quot;963309b8-7da8-405b-8d48-3bafd097e0bc&quot;,&quot;type&quot;:&quot;FIGURE_OBJECT&quot;,&quot;relativeTransform&quot;:{&quot;translate&quot;:{&quot;x&quot;:-380.0015090934778,&quot;y&quot;:-236.17663863592978},&quot;rotate&quot;:-2.4492935982947064e-16,&quot;skewX&quot;:1.1030646434160693e-30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12,&quot;color&quot;:&quot;black&quot;},&quot;range&quot;:[0,82]}],&quot;text&quot;:&quot;For all 9 positions, libraries for all 20 amino acids are generated systematically:&quot;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0]}],&quot;text&quot;:&quot;1 amino acid is fix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2]}],&quot;text&quot;:&quot;the rest are randomiz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67}},&quot;format&quot;:&quot;BETTER_TEXT&quot;,&quot;size&quot;:{&quot;x&quot;:478.5658259274376,&quot;y&quot;:55},&quot;targetSize&quot;:{&quot;x&quot;:478.5658259274376,&quot;y&quot;:55}},&quot;parent&quot;:{&quot;type&quot;:&quot;CHILD&quot;,&quot;parentId&quot;:&quot;a2a49a28-2bd4-455f-96a6-f3d9b5be919a&quot;,&quot;order&quot;:&quot;655&quot;},&quot;opacity&quot;:0.16},&quot;b0733c27-11a0-4fef-837d-2e5a0e79a389&quot;:{&quot;type&quot;:&quot;FIGURE_OBJECT&quot;,&quot;id&quot;:&quot;b0733c27-11a0-4fef-837d-2e5a0e79a389&quot;,&quot;relativeTransform&quot;:{&quot;translate&quot;:{&quot;x&quot;:-139.47065214037434,&quot;y&quot;:-17.85217579426234},&quot;rotate&quot;:0,&quot;skewX&quot;:0,&quot;scale&quot;:{&quot;x&quot;:1,&quot;y&quot;:1}},&quot;opacity&quot;:0.28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a2a49a28-2bd4-455f-96a6-f3d9b5be919a&quot;,&quot;order&quot;:&quot;32&quot;},&quot;connectorInfo&quot;:{&quot;type&quot;:&quot;LINE&quot;,&quot;offset&quot;:{&quot;x&quot;:0,&quot;y&quot;:0},&quot;bending&quot;:0.1,&quot;customized&quot;:false}},&quot;467d33d7-04df-4251-ac52-bf7904a83024&quot;:{&quot;type&quot;:&quot;FIGURE_OBJECT&quot;,&quot;id&quot;:&quot;467d33d7-04df-4251-ac52-bf7904a83024&quot;,&quot;relativeTransform&quot;:{&quot;translate&quot;:{&quot;x&quot;:244.33257464592236,&quot;y&quot;:124.10860778027933},&quot;rotate&quot;:0,&quot;skewX&quot;:0,&quot;scale&quot;:{&quot;x&quot;:1,&quot;y&quot;:1}},&quot;opacity&quot;:0.28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35&quot;},&quot;layout&quot;:{&quot;sizeRatio&quot;:{&quot;x&quot;:0.88,&quot;y&quot;:0.88},&quot;keepAspectRatio&quot;:false}},&quot;0ab3e1e9-9501-4ce2-b121-1c72d6dc8ac8&quot;:{&quot;id&quot;:&quot;0ab3e1e9-9501-4ce2-b121-1c72d6dc8ac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467d33d7-04df-4251-ac52-bf7904a83024&quot;,&quot;order&quot;:&quot;5&quot;}},&quot;cd5c12dd-1e66-4c1d-a350-7812f3a9e260&quot;:{&quot;type&quot;:&quot;FIGURE_OBJECT&quot;,&quot;id&quot;:&quot;cd5c12dd-1e66-4c1d-a350-7812f3a9e260&quot;,&quot;relativeTransform&quot;:{&quot;translate&quot;:{&quot;x&quot;:185.63198204309947,&quot;y&quot;:180.34834730606593},&quot;rotate&quot;:0,&quot;skewX&quot;:0,&quot;scale&quot;:{&quot;x&quot;:1,&quot;y&quot;:1}},&quot;opacity&quot;:0.28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33&quot;},&quot;layout&quot;:{&quot;sizeRatio&quot;:{&quot;x&quot;:0.88,&quot;y&quot;:0.88},&quot;keepAspectRatio&quot;:false}},&quot;a3d9dbac-b9c1-4308-87e3-a8adae237525&quot;:{&quot;id&quot;:&quot;a3d9dbac-b9c1-4308-87e3-a8adae23752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cd5c12dd-1e66-4c1d-a350-7812f3a9e260&quot;,&quot;order&quot;:&quot;5&quot;}},&quot;220d3986-0cc6-4d61-84b3-d15fc26032ed&quot;:{&quot;type&quot;:&quot;FIGURE_OBJECT&quot;,&quot;id&quot;:&quot;220d3986-0cc6-4d61-84b3-d15fc26032ed&quot;,&quot;relativeTransform&quot;:{&quot;translate&quot;:{&quot;x&quot;:-325.62235813286367,&quot;y&quot;:12.999435422600698},&quot;rotate&quot;:0,&quot;skewX&quot;:0,&quot;scale&quot;:{&quot;x&quot;:1,&quot;y&quot;:1}},&quot;opacity&quot;:0.16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625&quot;},&quot;layout&quot;:{&quot;sizeRatio&quot;:{&quot;x&quot;:0.88,&quot;y&quot;:0.88},&quot;keepAspectRatio&quot;:false}},&quot;5099dfac-59cd-4494-9d7a-234544e2e64f&quot;:{&quot;id&quot;:&quot;5099dfac-59cd-4494-9d7a-234544e2e64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220d3986-0cc6-4d61-84b3-d15fc26032ed&quot;,&quot;order&quot;:&quot;5&quot;}},&quot;075603a9-6fad-443c-a7e1-9023bd33e843&quot;:{&quot;id&quot;:&quot;075603a9-6fad-443c-a7e1-9023bd33e843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a2a49a28-2bd4-455f-96a6-f3d9b5be919a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10aa63f-eaf4-43c9-a05e-b970162730a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10aa63f-eaf4-43c9-a05e-b970162730a0&quot;:{&quot;type&quot;:&quot;FIGURE_OBJECT&quot;,&quot;id&quot;:&quot;510aa63f-eaf4-43c9-a05e-b970162730a0&quot;,&quot;path&quot;:{&quot;type&quot;:&quot;RECT&quot;,&quot;size&quot;:{&quot;x&quot;:566.4757982814266,&quot;y&quot;:151.3629897377785},&quot;cornerRounding&quot;:{&quot;type&quot;:&quot;ARC_LENGTH&quot;,&quot;global&quot;:0}},&quot;pathStyles&quot;:[{&quot;type&quot;:&quot;FILL&quot;,&quot;fillStyle&quot;:&quot;rgba(255,255,255,1)&quot;},{&quot;type&quot;:&quot;STROKE&quot;,&quot;strokeStyle&quot;:&quot;#DA291C&quot;,&quot;lineWidth&quot;:2,&quot;lineJoin&quot;:&quot;round&quot;}],&quot;parent&quot;:{&quot;type&quot;:&quot;CHILD&quot;,&quot;parentId&quot;:&quot;a2a49a28-2bd4-455f-96a6-f3d9b5be919a&quot;,&quot;order&quot;:&quot;2&quot;},&quot;relativeTransform&quot;:{&quot;translate&quot;:{&quot;x&quot;:220.29002024241464,&quot;y&quot;:-133.06773068537862},&quot;rotate&quot;:0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f970c44-5979-4d24-9281-f46bf5dcb2b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f970c44-5979-4d24-9281-f46bf5dcb2be&quot;:{&quot;type&quot;:&quot;FIGURE_OBJECT&quot;,&quot;id&quot;:&quot;4f970c44-5979-4d24-9281-f46bf5dcb2be&quot;,&quot;relativeTransform&quot;:{&quot;translate&quot;:{&quot;x&quot;:242.42989617203114,&quot;y&quot;:-299.28184858174234},&quot;rotate&quot;:0,&quot;skewX&quot;:0,&quot;scale&quot;:{&quot;x&quot;:1,&quot;y&quot;:1}},&quot;opacity&quot;:1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a2a49a28-2bd4-455f-96a6-f3d9b5be919a&quot;,&quot;order&quot;:&quot;26&quot;},&quot;layout&quot;:{&quot;sizeRatio&quot;:{&quot;x&quot;:0.88,&quot;y&quot;:0.88},&quot;keepAspectRatio&quot;:false}},&quot;f9dd32db-8c0e-48f0-a877-7fdc6cf92885&quot;:{&quot;id&quot;:&quot;f9dd32db-8c0e-48f0-a877-7fdc6cf9288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4f970c44-5979-4d24-9281-f46bf5dcb2be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b0733c27-11a0-4fef-837d-2e5a0e79a38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0733c27-11a0-4fef-837d-2e5a0e79a389&quot;:{&quot;type&quot;:&quot;FIGURE_OBJECT&quot;,&quot;id&quot;:&quot;b0733c27-11a0-4fef-837d-2e5a0e79a389&quot;,&quot;relativeTransform&quot;:{&quot;translate&quot;:{&quot;x&quot;:-139.47065214037434,&quot;y&quot;:-17.85217579426234},&quot;rotate&quot;:0,&quot;skewX&quot;:0,&quot;scale&quot;:{&quot;x&quot;:1,&quot;y&quot;:1}},&quot;opacity&quot;:0.28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a2a49a28-2bd4-455f-96a6-f3d9b5be919a&quot;,&quot;order&quot;:&quot;32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cd5c12dd-1e66-4c1d-a350-7812f3a9e26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d5c12dd-1e66-4c1d-a350-7812f3a9e260&quot;:{&quot;type&quot;:&quot;FIGURE_OBJECT&quot;,&quot;id&quot;:&quot;cd5c12dd-1e66-4c1d-a350-7812f3a9e260&quot;,&quot;relativeTransform&quot;:{&quot;translate&quot;:{&quot;x&quot;:185.63198204309947,&quot;y&quot;:180.34834730606593},&quot;rotate&quot;:0,&quot;skewX&quot;:0,&quot;scale&quot;:{&quot;x&quot;:1,&quot;y&quot;:1}},&quot;opacity&quot;:0.28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33&quot;},&quot;layout&quot;:{&quot;sizeRatio&quot;:{&quot;x&quot;:0.88,&quot;y&quot;:0.88},&quot;keepAspectRatio&quot;:false}},&quot;a3d9dbac-b9c1-4308-87e3-a8adae237525&quot;:{&quot;id&quot;:&quot;a3d9dbac-b9c1-4308-87e3-a8adae237525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cd5c12dd-1e66-4c1d-a350-7812f3a9e260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67d33d7-04df-4251-ac52-bf7904a8302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67d33d7-04df-4251-ac52-bf7904a83024&quot;:{&quot;type&quot;:&quot;FIGURE_OBJECT&quot;,&quot;id&quot;:&quot;467d33d7-04df-4251-ac52-bf7904a83024&quot;,&quot;relativeTransform&quot;:{&quot;translate&quot;:{&quot;x&quot;:244.33257464592236,&quot;y&quot;:124.10860778027933},&quot;rotate&quot;:0,&quot;skewX&quot;:0,&quot;scale&quot;:{&quot;x&quot;:1,&quot;y&quot;:1}},&quot;opacity&quot;:0.28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35&quot;},&quot;layout&quot;:{&quot;sizeRatio&quot;:{&quot;x&quot;:0.88,&quot;y&quot;:0.88},&quot;keepAspectRatio&quot;:false}},&quot;0ab3e1e9-9501-4ce2-b121-1c72d6dc8ac8&quot;:{&quot;id&quot;:&quot;0ab3e1e9-9501-4ce2-b121-1c72d6dc8ac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467d33d7-04df-4251-ac52-bf7904a83024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715af5c-3473-429b-ac7a-0f0a22e1717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715af5c-3473-429b-ac7a-0f0a22e17177&quot;:{&quot;type&quot;:&quot;FIGURE_OBJECT&quot;,&quot;id&quot;:&quot;5715af5c-3473-429b-ac7a-0f0a22e17177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a2a49a28-2bd4-455f-96a6-f3d9b5be919a&quot;,&quot;order&quot;:&quot;4&quot;},&quot;relativeTransform&quot;:{&quot;translate&quot;:{&quot;x&quot;:192.07722117334276,&quot;y&quot;:22.396947906672196},&quot;rotate&quot;:0},&quot;opacity&quot;:0.28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11bd236a-fd85-492d-aadd-e7f80f3b82f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1bd236a-fd85-492d-aadd-e7f80f3b82f8&quot;:{&quot;type&quot;:&quot;FIGURE_OBJECT&quot;,&quot;id&quot;:&quot;11bd236a-fd85-492d-aadd-e7f80f3b82f8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a2a49a28-2bd4-455f-96a6-f3d9b5be919a&quot;,&quot;order&quot;:&quot;4&quot;},&quot;relativeTransform&quot;:{&quot;translate&quot;:{&quot;x&quot;:193.6543547075996,&quot;y&quot;:-126.07754914956907},&quot;rotate&quot;:0,&quot;skewX&quot;:0,&quot;scale&quot;:{&quot;x&quot;:1,&quot;y&quot;:1}},&quot;opacity&quot;:0.28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cf950eb5-2208-488b-828f-02620a84875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f950eb5-2208-488b-828f-02620a848754&quot;:{&quot;type&quot;:&quot;FIGURE_OBJECT&quot;,&quot;id&quot;:&quot;cf950eb5-2208-488b-828f-02620a848754&quot;,&quot;parent&quot;:{&quot;type&quot;:&quot;CHILD&quot;,&quot;parentId&quot;:&quot;a2a49a28-2bd4-455f-96a6-f3d9b5be919a&quot;,&quot;order&quot;:&quot;58&quot;},&quot;relativeTransform&quot;:{&quot;translate&quot;:{&quot;x&quot;:-131.94595436463368,&quot;y&quot;:-17.988942114567976},&quot;rotate&quot;:0},&quot;opacity&quot;:0.28},&quot;6aab6610-e9c9-4856-aafc-aaed8e5a451a&quot;:{&quot;type&quot;:&quot;FIGURE_OBJECT&quot;,&quot;id&quot;:&quot;6aab6610-e9c9-4856-aafc-aaed8e5a451a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f950eb5-2208-488b-828f-02620a848754&quot;,&quot;order&quot;:&quot;2&quot;},&quot;connectorInfo&quot;:{&quot;type&quot;:&quot;ELBOW&quot;,&quot;offset&quot;:{&quot;x&quot;:0,&quot;y&quot;:0},&quot;bending&quot;:0.1,&quot;customized&quot;:true}},&quot;986626b1-4a0b-4f4b-b262-3e45b3d2a81a&quot;:{&quot;type&quot;:&quot;FIGURE_OBJECT&quot;,&quot;id&quot;:&quot;986626b1-4a0b-4f4b-b262-3e45b3d2a81a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f950eb5-2208-488b-828f-02620a848754&quot;,&quot;order&quot;:&quot;5&quot;},&quot;connectorInfo&quot;:{&quot;type&quot;:&quot;ELBOW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220d3986-0cc6-4d61-84b3-d15fc26032e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20d3986-0cc6-4d61-84b3-d15fc26032ed&quot;:{&quot;type&quot;:&quot;FIGURE_OBJECT&quot;,&quot;id&quot;:&quot;220d3986-0cc6-4d61-84b3-d15fc26032ed&quot;,&quot;relativeTransform&quot;:{&quot;translate&quot;:{&quot;x&quot;:-325.62235813286367,&quot;y&quot;:12.999435422600698},&quot;rotate&quot;:0,&quot;skewX&quot;:0,&quot;scale&quot;:{&quot;x&quot;:1,&quot;y&quot;:1}},&quot;opacity&quot;:0.16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625&quot;},&quot;layout&quot;:{&quot;sizeRatio&quot;:{&quot;x&quot;:0.88,&quot;y&quot;:0.88},&quot;keepAspectRatio&quot;:false}},&quot;5099dfac-59cd-4494-9d7a-234544e2e64f&quot;:{&quot;id&quot;:&quot;5099dfac-59cd-4494-9d7a-234544e2e64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220d3986-0cc6-4d61-84b3-d15fc26032ed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a97290d-b27e-4844-a384-b78d0fb81a1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a97290d-b27e-4844-a384-b78d0fb81a16&quot;:{&quot;type&quot;:&quot;FIGURE_OBJECT&quot;,&quot;id&quot;:&quot;4a97290d-b27e-4844-a384-b78d0fb81a16&quot;,&quot;relativeTransform&quot;:{&quot;translate&quot;:{&quot;x&quot;:-333.07561871344126,&quot;y&quot;:-299.28184858174234},&quot;rotate&quot;:0,&quot;skewX&quot;:0,&quot;scale&quot;:{&quot;x&quot;:1,&quot;y&quot;:1}},&quot;opacity&quot;:0.16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a2a49a28-2bd4-455f-96a6-f3d9b5be919a&quot;,&quot;order&quot;:&quot;92&quot;},&quot;layout&quot;:{&quot;sizeRatio&quot;:{&quot;x&quot;:0.88,&quot;y&quot;:0.88},&quot;keepAspectRatio&quot;:false}},&quot;64dcf482-8fdc-49c7-9461-cff6f6080987&quot;:{&quot;id&quot;:&quot;64dcf482-8fdc-49c7-9461-cff6f608098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4a97290d-b27e-4844-a384-b78d0fb81a16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2fc4dd02-dcf9-4544-b0aa-f85563d952f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fc4dd02-dcf9-4544-b0aa-f85563d952ff&quot;:{&quot;type&quot;:&quot;FIGURE_OBJECT&quot;,&quot;id&quot;:&quot;2fc4dd02-dcf9-4544-b0aa-f85563d952ff&quot;,&quot;parent&quot;:{&quot;type&quot;:&quot;CHILD&quot;,&quot;parentId&quot;:&quot;a2a49a28-2bd4-455f-96a6-f3d9b5be919a&quot;,&quot;order&quot;:&quot;9967&quot;},&quot;relativeTransform&quot;:{&quot;translate&quot;:{&quot;x&quot;:98.80993547241178,&quot;y&quot;:-24.298610447199252},&quot;rotate&quot;:0,&quot;skewX&quot;:0,&quot;scale&quot;:{&quot;x&quot;:1,&quot;y&quot;:1}},&quot;opacity&quot;:0.16},&quot;f3a7f63d-acce-4b8d-8b01-00fbccc67189&quot;:{&quot;id&quot;:&quot;f3a7f63d-acce-4b8d-8b01-00fbccc67189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2fc4dd02-dcf9-4544-b0aa-f85563d952ff&quot;,&quot;order&quot;:&quot;5&quot;}},&quot;c497753b-c403-4d41-840a-e3a2ec586eb2&quot;:{&quot;id&quot;:&quot;c497753b-c403-4d41-840a-e3a2ec586eb2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2fc4dd02-dcf9-4544-b0aa-f85563d952ff&quot;,&quot;order&quot;:&quot;51&quot;}},&quot;98cf64a4-945f-4ebc-9ae3-a2f138687801&quot;:{&quot;id&quot;:&quot;98cf64a4-945f-4ebc-9ae3-a2f138687801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2fc4dd02-dcf9-4544-b0aa-f85563d952ff&quot;,&quot;order&quot;:&quot;52&quot;}},&quot;c171b6ff-4c32-446f-a178-2cc50d917d6c&quot;:{&quot;id&quot;:&quot;c171b6ff-4c32-446f-a178-2cc50d917d6c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2fc4dd02-dcf9-4544-b0aa-f85563d952ff&quot;,&quot;order&quot;:&quot;55&quot;}},&quot;b6e0f240-f991-4e01-b1ea-c2cce9558a86&quot;:{&quot;id&quot;:&quot;b6e0f240-f991-4e01-b1ea-c2cce9558a86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2fc4dd02-dcf9-4544-b0aa-f85563d952ff&quot;,&quot;order&quot;:&quot;56&quot;}},&quot;03a34b5f-ec8c-4141-b365-89a89f5fb74c&quot;:{&quot;id&quot;:&quot;03a34b5f-ec8c-4141-b365-89a89f5fb74c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2fc4dd02-dcf9-4544-b0aa-f85563d952ff&quot;,&quot;order&quot;:&quot;57&quot;}},&quot;ea2ffccd-eb30-4732-a47a-467ec24a8222&quot;:{&quot;id&quot;:&quot;ea2ffccd-eb30-4732-a47a-467ec24a8222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2fc4dd02-dcf9-4544-b0aa-f85563d952ff&quot;,&quot;order&quot;:&quot;6&quot;}},&quot;1b9714bb-db2f-4087-9df1-2d0e3cfa2682&quot;:{&quot;id&quot;:&quot;1b9714bb-db2f-4087-9df1-2d0e3cfa2682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2fc4dd02-dcf9-4544-b0aa-f85563d952ff&quot;,&quot;order&quot;:&quot;61&quot;}},&quot;8142c0d8-3673-40be-9036-08c8d4acfe01&quot;:{&quot;id&quot;:&quot;8142c0d8-3673-40be-9036-08c8d4acfe01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2fc4dd02-dcf9-4544-b0aa-f85563d952ff&quot;,&quot;order&quot;:&quot;62&quot;}},&quot;ec01cfd1-7ba1-4553-baf4-a3fd87537ea2&quot;:{&quot;id&quot;:&quot;ec01cfd1-7ba1-4553-baf4-a3fd87537ea2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2fc4dd02-dcf9-4544-b0aa-f85563d952ff&quot;,&quot;order&quot;:&quot;65&quot;}},&quot;0c965eac-efcb-4af5-bd1e-c602c552186b&quot;:{&quot;id&quot;:&quot;0c965eac-efcb-4af5-bd1e-c602c552186b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2fc4dd02-dcf9-4544-b0aa-f85563d952ff&quot;,&quot;order&quot;:&quot;66&quot;}},&quot;375dce3e-e45f-472d-a859-4c1bee0aad0d&quot;:{&quot;id&quot;:&quot;375dce3e-e45f-472d-a859-4c1bee0aad0d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2fc4dd02-dcf9-4544-b0aa-f85563d952ff&quot;,&quot;order&quot;:&quot;67&quot;}},&quot;ae60c6f6-a8f9-438b-b856-d400456e2454&quot;:{&quot;id&quot;:&quot;ae60c6f6-a8f9-438b-b856-d400456e2454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2fc4dd02-dcf9-4544-b0aa-f85563d952ff&quot;,&quot;order&quot;:&quot;7&quot;}},&quot;9fa1dc7b-ea78-495d-b402-9e72cce07a3a&quot;:{&quot;id&quot;:&quot;9fa1dc7b-ea78-495d-b402-9e72cce07a3a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2fc4dd02-dcf9-4544-b0aa-f85563d952ff&quot;,&quot;order&quot;:&quot;71&quot;}},&quot;166f677f-8dce-43fc-9c56-5243bafdb1fc&quot;:{&quot;id&quot;:&quot;166f677f-8dce-43fc-9c56-5243bafdb1fc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2fc4dd02-dcf9-4544-b0aa-f85563d952ff&quot;,&quot;order&quot;:&quot;72&quot;}},&quot;3e816c36-516d-4f9f-9da4-32c31a28480b&quot;:{&quot;id&quot;:&quot;3e816c36-516d-4f9f-9da4-32c31a28480b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2fc4dd02-dcf9-4544-b0aa-f85563d952ff&quot;,&quot;order&quot;:&quot;75&quot;}},&quot;372351ab-0301-4fe2-9985-ab22c5074fb1&quot;:{&quot;id&quot;:&quot;372351ab-0301-4fe2-9985-ab22c5074fb1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2fc4dd02-dcf9-4544-b0aa-f85563d952ff&quot;,&quot;order&quot;:&quot;76&quot;}},&quot;bf8b3bd0-5fc8-4c50-a2dc-bd34364b2e4c&quot;:{&quot;id&quot;:&quot;bf8b3bd0-5fc8-4c50-a2dc-bd34364b2e4c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2fc4dd02-dcf9-4544-b0aa-f85563d952ff&quot;,&quot;order&quot;:&quot;77&quot;}},&quot;7ef27587-62a2-4005-9246-c7028eda0210&quot;:{&quot;id&quot;:&quot;7ef27587-62a2-4005-9246-c7028eda0210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2fc4dd02-dcf9-4544-b0aa-f85563d952ff&quot;,&quot;order&quot;:&quot;8&quot;}},&quot;2ddc28cd-bf0d-4181-9cd4-dba65c505600&quot;:{&quot;id&quot;:&quot;2ddc28cd-bf0d-4181-9cd4-dba65c505600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2fc4dd02-dcf9-4544-b0aa-f85563d952ff&quot;,&quot;order&quot;:&quot;82&quot;}},&quot;1386433c-73d4-4e20-9304-cb3082fbf5ea&quot;:{&quot;id&quot;:&quot;1386433c-73d4-4e20-9304-cb3082fbf5ea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2fc4dd02-dcf9-4544-b0aa-f85563d952ff&quot;,&quot;order&quot;:&quot;85&quot;}},&quot;19c72d14-86b3-494a-b48e-9e6c7df83f4b&quot;:{&quot;id&quot;:&quot;19c72d14-86b3-494a-b48e-9e6c7df83f4b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2fc4dd02-dcf9-4544-b0aa-f85563d952ff&quot;,&quot;order&quot;:&quot;9&quot;}},&quot;2f962f88-8f76-479a-be7f-1de22311a709&quot;:{&quot;id&quot;:&quot;2f962f88-8f76-479a-be7f-1de22311a709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2fc4dd02-dcf9-4544-b0aa-f85563d952ff&quot;,&quot;order&quot;:&quot;95&quot;}},&quot;2a2edba1-69ef-46aa-9f76-342c1d5d613b&quot;:{&quot;type&quot;:&quot;FIGURE_OBJECT&quot;,&quot;id&quot;:&quot;2a2edba1-69ef-46aa-9f76-342c1d5d613b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41395c8-2d84-4b24-a7d2-3d12a2590c59&quot;:{&quot;type&quot;:&quot;FIGURE_OBJECT&quot;,&quot;id&quot;:&quot;c41395c8-2d84-4b24-a7d2-3d12a2590c59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f2213945-6b80-48d5-97d4-5b2f40b348b1&quot;:{&quot;type&quot;:&quot;FIGURE_OBJECT&quot;,&quot;id&quot;:&quot;f2213945-6b80-48d5-97d4-5b2f40b348b1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a5b46d27-1c95-4d57-b452-08739e142579&quot;:{&quot;type&quot;:&quot;FIGURE_OBJECT&quot;,&quot;id&quot;:&quot;a5b46d27-1c95-4d57-b452-08739e142579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5d607684-6074-4e32-8e88-3a36129a6f89&quot;:{&quot;type&quot;:&quot;FIGURE_OBJECT&quot;,&quot;id&quot;:&quot;5d607684-6074-4e32-8e88-3a36129a6f89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80c23a4-fe57-4b38-a9d5-0af0c4d5ec25&quot;:{&quot;type&quot;:&quot;FIGURE_OBJECT&quot;,&quot;id&quot;:&quot;c80c23a4-fe57-4b38-a9d5-0af0c4d5ec25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32220248-c994-4cd0-9fd8-55974ae68fb0&quot;:{&quot;type&quot;:&quot;FIGURE_OBJECT&quot;,&quot;id&quot;:&quot;32220248-c994-4cd0-9fd8-55974ae68fb0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2fc4dd02-dcf9-4544-b0aa-f85563d952ff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3894d682-d7b1-463a-9fab-93247c3bd3a1&quot;:{&quot;type&quot;:&quot;FIGURE_OBJECT&quot;,&quot;id&quot;:&quot;3894d682-d7b1-463a-9fab-93247c3bd3a1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90538aa1-1a5e-4a20-ac48-d2eda2facdd3&quot;:{&quot;type&quot;:&quot;FIGURE_OBJECT&quot;,&quot;id&quot;:&quot;90538aa1-1a5e-4a20-ac48-d2eda2facdd3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ccdc298f-392e-4407-8a47-6348b6083dc5&quot;:{&quot;type&quot;:&quot;FIGURE_OBJECT&quot;,&quot;id&quot;:&quot;ccdc298f-392e-4407-8a47-6348b6083dc5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0778757c-9e3a-4880-ac9a-3b0b85a905f6&quot;:{&quot;type&quot;:&quot;FIGURE_OBJECT&quot;,&quot;id&quot;:&quot;0778757c-9e3a-4880-ac9a-3b0b85a905f6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63b91ecc-2675-4d33-8a03-f71eb1021fe4&quot;:{&quot;type&quot;:&quot;FIGURE_OBJECT&quot;,&quot;id&quot;:&quot;63b91ecc-2675-4d33-8a03-f71eb1021fe4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be3b7229-c7e4-41f5-93ad-01f44f0a64e1&quot;:{&quot;type&quot;:&quot;FIGURE_OBJECT&quot;,&quot;id&quot;:&quot;be3b7229-c7e4-41f5-93ad-01f44f0a64e1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5176c9b3-106d-4024-b404-48462df06c75&quot;:{&quot;type&quot;:&quot;FIGURE_OBJECT&quot;,&quot;id&quot;:&quot;5176c9b3-106d-4024-b404-48462df06c75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e07f40ca-cf8f-4462-b57a-80b69a6e81be&quot;:{&quot;type&quot;:&quot;FIGURE_OBJECT&quot;,&quot;id&quot;:&quot;e07f40ca-cf8f-4462-b57a-80b69a6e81be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f7fab6eb-0d76-4ead-abee-a30e4f246d27&quot;:{&quot;type&quot;:&quot;FIGURE_OBJECT&quot;,&quot;id&quot;:&quot;f7fab6eb-0d76-4ead-abee-a30e4f246d27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fbd7ae7-ab43-48b9-8a84-f043a0db0573&quot;:{&quot;type&quot;:&quot;FIGURE_OBJECT&quot;,&quot;id&quot;:&quot;2fbd7ae7-ab43-48b9-8a84-f043a0db0573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d2b99543-357e-4536-b4b8-c1e03058270e&quot;:{&quot;type&quot;:&quot;FIGURE_OBJECT&quot;,&quot;id&quot;:&quot;d2b99543-357e-4536-b4b8-c1e03058270e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9413c8aa-f16b-4719-b296-8879a17518cc&quot;:{&quot;type&quot;:&quot;FIGURE_OBJECT&quot;,&quot;id&quot;:&quot;9413c8aa-f16b-4719-b296-8879a17518cc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432573e5-dee0-44b4-a500-d57b11684ffa&quot;:{&quot;type&quot;:&quot;FIGURE_OBJECT&quot;,&quot;id&quot;:&quot;432573e5-dee0-44b4-a500-d57b11684ffa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e1a7d46b-c239-4d14-99e8-d5e393a16f39&quot;:{&quot;type&quot;:&quot;FIGURE_OBJECT&quot;,&quot;id&quot;:&quot;e1a7d46b-c239-4d14-99e8-d5e393a16f39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f64733bc-86a9-472c-b408-7b0906643f04&quot;:{&quot;type&quot;:&quot;FIGURE_OBJECT&quot;,&quot;id&quot;:&quot;f64733bc-86a9-472c-b408-7b0906643f04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ff29d5c6-d803-41b7-8e7c-b3470fdd05ce&quot;:{&quot;type&quot;:&quot;FIGURE_OBJECT&quot;,&quot;id&quot;:&quot;ff29d5c6-d803-41b7-8e7c-b3470fdd05ce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2fc4dd02-dcf9-4544-b0aa-f85563d952ff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e4adede5-761d-4edb-a2b3-d2ddc4e3480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4adede5-761d-4edb-a2b3-d2ddc4e34805&quot;:{&quot;type&quot;:&quot;FIGURE_OBJECT&quot;,&quot;id&quot;:&quot;e4adede5-761d-4edb-a2b3-d2ddc4e34805&quot;,&quot;parent&quot;:{&quot;type&quot;:&quot;CHILD&quot;,&quot;parentId&quot;:&quot;a2a49a28-2bd4-455f-96a6-f3d9b5be919a&quot;,&quot;order&quot;:&quot;9998&quot;},&quot;relativeTransform&quot;:{&quot;translate&quot;:{&quot;x&quot;:-447.26445110259164,&quot;y&quot;:-363.1311734908486},&quot;rotate&quot;:-1.5707963267948966,&quot;skewX&quot;:0,&quot;scale&quot;:{&quot;x&quot;:1,&quot;y&quot;:1}},&quot;opacity&quot;:0.16},&quot;9aa43c43-63eb-4917-9e28-01a0a2a44783&quot;:{&quot;type&quot;:&quot;FIGURE_OBJECT&quot;,&quot;id&quot;:&quot;9aa43c43-63eb-4917-9e28-01a0a2a44783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e4adede5-761d-4edb-a2b3-d2ddc4e34805&quot;,&quot;order&quot;:&quot;1&quot;},&quot;layout&quot;:{&quot;sizeRatio&quot;:{&quot;x&quot;:0.7071067811865476,&quot;y&quot;:0.7071067811865476},&quot;keepAspectRatio&quot;:true}},&quot;0120264e-9b2e-45d3-8975-b69a66876b12&quot;:{&quot;id&quot;:&quot;0120264e-9b2e-45d3-8975-b69a66876b12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9aa43c43-63eb-4917-9e28-01a0a2a44783&quot;,&quot;order&quot;:&quot;5&quot;}},&quot;afd29bec-2b91-4f35-b63f-bc4686918b8b&quot;:{&quot;type&quot;:&quot;FIGURE_OBJECT&quot;,&quot;id&quot;:&quot;afd29bec-2b91-4f35-b63f-bc4686918b8b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2&quot;},&quot;layout&quot;:{&quot;sizeRatio&quot;:{&quot;x&quot;:0.7071067811865476,&quot;y&quot;:0.7071067811865476},&quot;keepAspectRatio&quot;:true}},&quot;23870815-fc74-43e1-a7bb-67111674fce7&quot;:{&quot;id&quot;:&quot;23870815-fc74-43e1-a7bb-67111674fce7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afd29bec-2b91-4f35-b63f-bc4686918b8b&quot;,&quot;order&quot;:&quot;5&quot;}},&quot;40da69fa-4a7b-4a13-a0d7-22f7f482ff12&quot;:{&quot;type&quot;:&quot;FIGURE_OBJECT&quot;,&quot;id&quot;:&quot;40da69fa-4a7b-4a13-a0d7-22f7f482ff12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e4adede5-761d-4edb-a2b3-d2ddc4e34805&quot;,&quot;order&quot;:&quot;25&quot;},&quot;layout&quot;:{&quot;sizeRatio&quot;:{&quot;x&quot;:0.7071067811865476,&quot;y&quot;:0.7071067811865476},&quot;keepAspectRatio&quot;:true}},&quot;add851f3-8566-44d5-829b-9bf33cc2dadf&quot;:{&quot;id&quot;:&quot;add851f3-8566-44d5-829b-9bf33cc2dadf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40da69fa-4a7b-4a13-a0d7-22f7f482ff12&quot;,&quot;order&quot;:&quot;5&quot;}},&quot;dd8be44b-f893-470b-8d4f-71262acebfd6&quot;:{&quot;type&quot;:&quot;FIGURE_OBJECT&quot;,&quot;id&quot;:&quot;dd8be44b-f893-470b-8d4f-71262acebfd6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e4adede5-761d-4edb-a2b3-d2ddc4e34805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51853100-4ae8-4368-9293-cc75fc7b9412&quot;:{&quot;type&quot;:&quot;FIGURE_OBJECT&quot;,&quot;id&quot;:&quot;51853100-4ae8-4368-9293-cc75fc7b9412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3&quot;},&quot;layout&quot;:{&quot;sizeRatio&quot;:{&quot;x&quot;:0.7071067811865476,&quot;y&quot;:0.7071067811865476},&quot;keepAspectRatio&quot;:true}},&quot;7ad50474-710b-423c-9214-461e31f5d6a7&quot;:{&quot;id&quot;:&quot;7ad50474-710b-423c-9214-461e31f5d6a7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51853100-4ae8-4368-9293-cc75fc7b9412&quot;,&quot;order&quot;:&quot;5&quot;}},&quot;f4f507b4-e315-4ff7-ad9d-3dd32627494a&quot;:{&quot;type&quot;:&quot;FIGURE_OBJECT&quot;,&quot;id&quot;:&quot;f4f507b4-e315-4ff7-ad9d-3dd32627494a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5&quot;},&quot;layout&quot;:{&quot;sizeRatio&quot;:{&quot;x&quot;:0.7071067811865476,&quot;y&quot;:0.7071067811865476},&quot;keepAspectRatio&quot;:true}},&quot;557bf14c-e5b5-4d70-b98e-c554eac1ee41&quot;:{&quot;id&quot;:&quot;557bf14c-e5b5-4d70-b98e-c554eac1ee41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4f507b4-e315-4ff7-ad9d-3dd32627494a&quot;,&quot;order&quot;:&quot;5&quot;}},&quot;f21ed3b3-6a6f-4ce4-ad4b-4fb2c0184a43&quot;:{&quot;type&quot;:&quot;FIGURE_OBJECT&quot;,&quot;id&quot;:&quot;f21ed3b3-6a6f-4ce4-ad4b-4fb2c0184a43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e4adede5-761d-4edb-a2b3-d2ddc4e34805&quot;,&quot;order&quot;:&quot;55&quot;},&quot;layout&quot;:{&quot;sizeRatio&quot;:{&quot;x&quot;:0.7071067811865476,&quot;y&quot;:0.7071067811865476},&quot;keepAspectRatio&quot;:true}},&quot;af5616f4-f3c7-4784-a42c-a686bdf77c34&quot;:{&quot;id&quot;:&quot;af5616f4-f3c7-4784-a42c-a686bdf77c34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21ed3b3-6a6f-4ce4-ad4b-4fb2c0184a43&quot;,&quot;order&quot;:&quot;5&quot;}},&quot;e715d02a-8fc6-400f-9f14-928a48d9115d&quot;:{&quot;type&quot;:&quot;FIGURE_OBJECT&quot;,&quot;id&quot;:&quot;e715d02a-8fc6-400f-9f14-928a48d9115d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e4adede5-761d-4edb-a2b3-d2ddc4e34805&quot;,&quot;order&quot;:&quot;6&quot;},&quot;layout&quot;:{&quot;sizeRatio&quot;:{&quot;x&quot;:0.7071067811865476,&quot;y&quot;:0.7071067811865476},&quot;keepAspectRatio&quot;:true}},&quot;7a586e6f-0957-4b66-bbfd-1767fa01e18a&quot;:{&quot;id&quot;:&quot;7a586e6f-0957-4b66-bbfd-1767fa01e18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e715d02a-8fc6-400f-9f14-928a48d9115d&quot;,&quot;order&quot;:&quot;5&quot;}},&quot;b8aa5737-ac56-4063-ab2d-4bc4d63185c7&quot;:{&quot;type&quot;:&quot;FIGURE_OBJECT&quot;,&quot;id&quot;:&quot;b8aa5737-ac56-4063-ab2d-4bc4d63185c7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e4adede5-761d-4edb-a2b3-d2ddc4e34805&quot;,&quot;order&quot;:&quot;7&quot;},&quot;layout&quot;:{&quot;sizeRatio&quot;:{&quot;x&quot;:0.7071067811865476,&quot;y&quot;:0.7071067811865476},&quot;keepAspectRatio&quot;:true}},&quot;4f148b9a-0529-4146-b203-635f09b3df1c&quot;:{&quot;id&quot;:&quot;4f148b9a-0529-4146-b203-635f09b3df1c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b8aa5737-ac56-4063-ab2d-4bc4d63185c7&quot;,&quot;order&quot;:&quot;5&quot;}},&quot;018fe74d-f6a6-4337-bcf2-f2a7f95643e7&quot;:{&quot;type&quot;:&quot;FIGURE_OBJECT&quot;,&quot;id&quot;:&quot;018fe74d-f6a6-4337-bcf2-f2a7f95643e7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e4adede5-761d-4edb-a2b3-d2ddc4e34805&quot;,&quot;order&quot;:&quot;8&quot;},&quot;layout&quot;:{&quot;sizeRatio&quot;:{&quot;x&quot;:0.7071067811865476,&quot;y&quot;:0.7071067811865476},&quot;keepAspectRatio&quot;:true}},&quot;a18e8eb5-cff0-4780-8707-669fd0c0206a&quot;:{&quot;id&quot;:&quot;a18e8eb5-cff0-4780-8707-669fd0c0206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018fe74d-f6a6-4337-bcf2-f2a7f95643e7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038afb1c-7e49-4e15-b43c-defc9723264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38afb1c-7e49-4e15-b43c-defc97232647&quot;:{&quot;type&quot;:&quot;FIGURE_OBJECT&quot;,&quot;id&quot;:&quot;038afb1c-7e49-4e15-b43c-defc97232647&quot;,&quot;relativeTransform&quot;:{&quot;translate&quot;:{&quot;x&quot;:-528.838992741979,&quot;y&quot;:-94.2274757892396},&quot;rotate&quot;:-1.570796326794897,&quot;skewX&quot;:0,&quot;scale&quot;:{&quot;x&quot;:1,&quot;y&quot;:1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a2a49a28-2bd4-455f-96a6-f3d9b5be919a&quot;,&quot;order&quot;:&quot;9999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06852300-9846-4bae-859c-cd106292110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6852300-9846-4bae-859c-cd1062921105&quot;:{&quot;type&quot;:&quot;FIGURE_OBJECT&quot;,&quot;id&quot;:&quot;06852300-9846-4bae-859c-cd1062921105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a2a49a28-2bd4-455f-96a6-f3d9b5be919a&quot;,&quot;order&quot;:&quot;99995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c7da63e8-0bd2-49f0-b546-649511cd1c9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7da63e8-0bd2-49f0-b546-649511cd1c95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c7da63e8-0bd2-49f0-b546-649511cd1c95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a2a49a28-2bd4-455f-96a6-f3d9b5be919a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62518c4-a9dc-4f77-b9ba-57cf1b7d566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62518c4-a9dc-4f77-b9ba-57cf1b7d5667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562518c4-a9dc-4f77-b9ba-57cf1b7d5667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a2a49a28-2bd4-455f-96a6-f3d9b5be919a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3d6ad299-c1fb-4f86-806a-ff470c56e94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d6ad299-c1fb-4f86-806a-ff470c56e94e&quot;:{&quot;type&quot;:&quot;FIGURE_OBJECT&quot;,&quot;id&quot;:&quot;3d6ad299-c1fb-4f86-806a-ff470c56e94e&quot;,&quot;parent&quot;:{&quot;type&quot;:&quot;CHILD&quot;,&quot;parentId&quot;:&quot;a2a49a28-2bd4-455f-96a6-f3d9b5be919a&quot;,&quot;order&quot;:&quot;99999999998&quot;},&quot;relativeTransform&quot;:{&quot;translate&quot;:{&quot;x&quot;:27.327192973110066,&quot;y&quot;:-26.0373139648472},&quot;rotate&quot;:0,&quot;skewX&quot;:0,&quot;scale&quot;:{&quot;x&quot;:1,&quot;y&quot;:1}},&quot;opacity&quot;:0.16},&quot;1e1b04e6-d179-4535-98b7-80ab8db8d844&quot;:{&quot;type&quot;:&quot;FIGURE_OBJECT&quot;,&quot;id&quot;:&quot;1e1b04e6-d179-4535-98b7-80ab8db8d844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3d6ad299-c1fb-4f86-806a-ff470c56e94e&quot;,&quot;order&quot;:&quot;01&quot;}},&quot;a49fd71c-9dfb-42f6-a001-1f4cd1d67550&quot;:{&quot;type&quot;:&quot;FIGURE_OBJECT&quot;,&quot;id&quot;:&quot;a49fd71c-9dfb-42f6-a001-1f4cd1d67550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03&quot;}},&quot;3fb4fa78-6a1d-4d81-9c8e-2e105db9c4a8&quot;:{&quot;type&quot;:&quot;FIGURE_OBJECT&quot;,&quot;id&quot;:&quot;3fb4fa78-6a1d-4d81-9c8e-2e105db9c4a8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06&quot;}},&quot;ef8492a0-52aa-43f9-921f-235784769dd3&quot;:{&quot;type&quot;:&quot;FIGURE_OBJECT&quot;,&quot;id&quot;:&quot;ef8492a0-52aa-43f9-921f-235784769dd3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3d6ad299-c1fb-4f86-806a-ff470c56e94e&quot;,&quot;order&quot;:&quot;07&quot;}},&quot;3d8d31f0-d513-4590-b5d6-cdeb891e6c6c&quot;:{&quot;type&quot;:&quot;FIGURE_OBJECT&quot;,&quot;id&quot;:&quot;3d8d31f0-d513-4590-b5d6-cdeb891e6c6c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d6ad299-c1fb-4f86-806a-ff470c56e94e&quot;,&quot;order&quot;:&quot;08&quot;}},&quot;3432a97a-9d13-4187-9370-d3593418bcc0&quot;:{&quot;type&quot;:&quot;FIGURE_OBJECT&quot;,&quot;id&quot;:&quot;3432a97a-9d13-4187-9370-d3593418bcc0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&quot;}},&quot;6774dd3e-d8f9-490a-bebb-a9e7ddde2873&quot;:{&quot;type&quot;:&quot;FIGURE_OBJECT&quot;,&quot;id&quot;:&quot;6774dd3e-d8f9-490a-bebb-a9e7ddde2873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1&quot;}},&quot;b8cb7d6e-0fee-42bd-a75f-16e568a2ca01&quot;:{&quot;type&quot;:&quot;FIGURE_OBJECT&quot;,&quot;id&quot;:&quot;b8cb7d6e-0fee-42bd-a75f-16e568a2ca01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2&quot;}},&quot;c76dd42e-bb7d-4031-995c-4a8f9dd759f2&quot;:{&quot;type&quot;:&quot;FIGURE_OBJECT&quot;,&quot;id&quot;:&quot;c76dd42e-bb7d-4031-995c-4a8f9dd759f2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5&quot;}},&quot;954317b5-bd96-4ae7-afee-e505d5f191ea&quot;:{&quot;type&quot;:&quot;FIGURE_OBJECT&quot;,&quot;id&quot;:&quot;954317b5-bd96-4ae7-afee-e505d5f191ea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432a97a-9d13-4187-9370-d3593418bcc0&quot;,&quot;order&quot;:&quot;7&quot;}},&quot;c831ceb6-1a19-4efd-9f62-7ace7d590fa7&quot;:{&quot;type&quot;:&quot;FIGURE_OBJECT&quot;,&quot;id&quot;:&quot;c831ceb6-1a19-4efd-9f62-7ace7d590fa7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11&quot;}},&quot;b010c2f8-362f-4b1c-bc84-3af51908ef62&quot;:{&quot;type&quot;:&quot;FIGURE_OBJECT&quot;,&quot;id&quot;:&quot;b010c2f8-362f-4b1c-bc84-3af51908ef62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12&quot;}},&quot;bb17b627-0927-41b0-9511-af97621f052e&quot;:{&quot;type&quot;:&quot;FIGURE_OBJECT&quot;,&quot;id&quot;:&quot;bb17b627-0927-41b0-9511-af97621f052e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3&quot;}},&quot;cbbef281-4343-4132-b085-5f100a292b77&quot;:{&quot;type&quot;:&quot;FIGURE_OBJECT&quot;,&quot;id&quot;:&quot;cbbef281-4343-4132-b085-5f100a292b77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1&quot;}},&quot;4b2c8c58-2095-4631-bcef-7f13ec28e6cc&quot;:{&quot;type&quot;:&quot;FIGURE_OBJECT&quot;,&quot;id&quot;:&quot;4b2c8c58-2095-4631-bcef-7f13ec28e6cc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2&quot;}},&quot;ebd181c0-e47a-45b6-ae2e-0888de03b9a4&quot;:{&quot;type&quot;:&quot;FIGURE_OBJECT&quot;,&quot;id&quot;:&quot;ebd181c0-e47a-45b6-ae2e-0888de03b9a4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5&quot;}},&quot;fbde590b-8323-4cf1-b81e-0a7061e0f89c&quot;:{&quot;type&quot;:&quot;FIGURE_OBJECT&quot;,&quot;id&quot;:&quot;fbde590b-8323-4cf1-b81e-0a7061e0f89c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bb17b627-0927-41b0-9511-af97621f052e&quot;,&quot;order&quot;:&quot;7&quot;}},&quot;18e87105-6090-45f6-8baa-499be250642b&quot;:{&quot;type&quot;:&quot;FIGURE_OBJECT&quot;,&quot;id&quot;:&quot;18e87105-6090-45f6-8baa-499be250642b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3d6ad299-c1fb-4f86-806a-ff470c56e94e&quot;,&quot;order&quot;:&quot;15&quot;}},&quot;f6954e82-be51-498a-9df5-db900a21af85&quot;:{&quot;type&quot;:&quot;FIGURE_OBJECT&quot;,&quot;id&quot;:&quot;f6954e82-be51-498a-9df5-db900a21af85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3d6ad299-c1fb-4f86-806a-ff470c56e94e&quot;,&quot;order&quot;:&quot;16&quot;}},&quot;96835589-41f1-452d-ba22-a21a53a05375&quot;:{&quot;type&quot;:&quot;FIGURE_OBJECT&quot;,&quot;id&quot;:&quot;96835589-41f1-452d-ba22-a21a53a05375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7&quot;}},&quot;6715dcaa-8ce8-4525-ad6b-02a279f22e8c&quot;:{&quot;type&quot;:&quot;FIGURE_OBJECT&quot;,&quot;id&quot;:&quot;6715dcaa-8ce8-4525-ad6b-02a279f22e8c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18&quot;}},&quot;5ec8d0c4-b4b3-46ed-a4f9-48ea25a18f26&quot;:{&quot;type&quot;:&quot;FIGURE_OBJECT&quot;,&quot;id&quot;:&quot;5ec8d0c4-b4b3-46ed-a4f9-48ea25a18f26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6715dcaa-8ce8-4525-ad6b-02a279f22e8c&quot;,&quot;order&quot;:&quot;2&quot;}},&quot;eddcd069-da60-4b7f-a6f0-298f291250ce&quot;:{&quot;type&quot;:&quot;FIGURE_OBJECT&quot;,&quot;id&quot;:&quot;eddcd069-da60-4b7f-a6f0-298f291250ce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715dcaa-8ce8-4525-ad6b-02a279f22e8c&quot;,&quot;order&quot;:&quot;5&quot;}},&quot;a6b8e41c-c628-48e4-b13e-58190b8b2f9a&quot;:{&quot;type&quot;:&quot;FIGURE_OBJECT&quot;,&quot;id&quot;:&quot;a6b8e41c-c628-48e4-b13e-58190b8b2f9a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6715dcaa-8ce8-4525-ad6b-02a279f22e8c&quot;,&quot;order&quot;:&quot;7&quot;}},&quot;0986315f-4f00-46e7-8990-590fcc0a8040&quot;:{&quot;type&quot;:&quot;FIGURE_OBJECT&quot;,&quot;id&quot;:&quot;0986315f-4f00-46e7-8990-590fcc0a8040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6ad299-c1fb-4f86-806a-ff470c56e94e&quot;,&quot;order&quot;:&quot;2&quot;}},&quot;bbd46838-6f39-48be-a0ba-9d7974b47cc4&quot;:{&quot;type&quot;:&quot;FIGURE_OBJECT&quot;,&quot;id&quot;:&quot;bbd46838-6f39-48be-a0ba-9d7974b47cc4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1&quot;}},&quot;b51e535c-18b9-462c-85c1-73d6d5253596&quot;:{&quot;type&quot;:&quot;FIGURE_OBJECT&quot;,&quot;id&quot;:&quot;b51e535c-18b9-462c-85c1-73d6d5253596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2&quot;}},&quot;311f217d-c3f5-4a05-9d2e-ffbd68644fb6&quot;:{&quot;type&quot;:&quot;FIGURE_OBJECT&quot;,&quot;id&quot;:&quot;311f217d-c3f5-4a05-9d2e-ffbd68644fb6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5&quot;}},&quot;d870b118-45aa-482a-855d-54798008f328&quot;:{&quot;type&quot;:&quot;FIGURE_OBJECT&quot;,&quot;id&quot;:&quot;d870b118-45aa-482a-855d-54798008f328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986315f-4f00-46e7-8990-590fcc0a8040&quot;,&quot;order&quot;:&quot;7&quot;}},&quot;e25d15e5-eda7-497a-87b2-1735671b1bd8&quot;:{&quot;type&quot;:&quot;FIGURE_OBJECT&quot;,&quot;id&quot;:&quot;e25d15e5-eda7-497a-87b2-1735671b1bd8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d6ad299-c1fb-4f86-806a-ff470c56e94e&quot;,&quot;order&quot;:&quot;205&quot;}},&quot;947f4fbd-eefa-44f7-adc5-bb214ffd13a7&quot;:{&quot;type&quot;:&quot;FIGURE_OBJECT&quot;,&quot;id&quot;:&quot;947f4fbd-eefa-44f7-adc5-bb214ffd13a7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d6ad299-c1fb-4f86-806a-ff470c56e94e&quot;,&quot;order&quot;:&quot;21&quot;},&quot;connectorInfo&quot;:{&quot;type&quot;:&quot;LINE&quot;,&quot;offset&quot;:{&quot;x&quot;:0,&quot;y&quot;:0},&quot;bending&quot;:0.1,&quot;customized&quot;:true,&quot;connectedObjectAtLineStart&quot;:{&quot;objectId&quot;:&quot;e25d15e5-eda7-497a-87b2-1735671b1bd8&quot;,&quot;coordinates&quot;:{&quot;x&quot;:0.03541995954524391,&quot;y&quot;:0.5110264097168954}}}},&quot;627c6cfe-461a-49e3-901b-ad542091646f&quot;:{&quot;type&quot;:&quot;FIGURE_OBJECT&quot;,&quot;id&quot;:&quot;627c6cfe-461a-49e3-901b-ad542091646f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d6ad299-c1fb-4f86-806a-ff470c56e94e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4b8b427e-99ce-4f86-a847-580503767d82&quot;:{&quot;type&quot;:&quot;FIGURE_OBJECT&quot;,&quot;id&quot;:&quot;4b8b427e-99ce-4f86-a847-580503767d82&quot;,&quot;parent&quot;:{&quot;type&quot;:&quot;CHILD&quot;,&quot;parentId&quot;:&quot;3d6ad299-c1fb-4f86-806a-ff470c56e94e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f7645363-ee24-40ac-becc-94c298f5e354&quot;:{&quot;relativeTransform&quot;:{&quot;translate&quot;:{&quot;x&quot;:463.7042165864883,&quot;y&quot;:-30.19675800023839},&quot;rotate&quot;:0},&quot;type&quot;:&quot;FIGURE_OBJECT&quot;,&quot;id&quot;:&quot;f7645363-ee24-40ac-becc-94c298f5e354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65112a2a-f94b-44c4-935e-8330b1c6fd1c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4b8b427e-99ce-4f86-a847-580503767d82&quot;,&quot;order&quot;:&quot;2&quot;}},&quot;65112a2a-f94b-44c4-935e-8330b1c6fd1c&quot;:{&quot;type&quot;:&quot;FIGURE_OBJECT&quot;,&quot;id&quot;:&quot;65112a2a-f94b-44c4-935e-8330b1c6fd1c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da1fe845-85b1-41a5-98c2-e6fb0a5c4610&quot;:{&quot;type&quot;:&quot;FIGURE_OBJECT&quot;,&quot;id&quot;:&quot;da1fe845-85b1-41a5-98c2-e6fb0a5c4610&quot;,&quot;parent&quot;:{&quot;type&quot;:&quot;CHILD&quot;,&quot;parentId&quot;:&quot;65112a2a-f94b-44c4-935e-8330b1c6fd1c&quot;,&quot;order&quot;:&quot;5&quot;},&quot;relativeTransform&quot;:{&quot;translate&quot;:{&quot;x&quot;:0,&quot;y&quot;:0},&quot;rotate&quot;:0,&quot;skewX&quot;:0,&quot;scale&quot;:{&quot;x&quot;:1,&quot;y&quot;:1}}},&quot;a49ab7e5-a91d-4019-9885-ac4ad4241fa8&quot;:{&quot;type&quot;:&quot;FIGURE_OBJECT&quot;,&quot;id&quot;:&quot;a49ab7e5-a91d-4019-9885-ac4ad4241fa8&quot;,&quot;parent&quot;:{&quot;type&quot;:&quot;CHILD&quot;,&quot;parentId&quot;:&quot;da1fe845-85b1-41a5-98c2-e6fb0a5c4610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a0b34e85-aff9-4479-bffa-3ed08c797fab&quot;:{&quot;type&quot;:&quot;FIGURE_OBJECT&quot;,&quot;id&quot;:&quot;a0b34e85-aff9-4479-bffa-3ed08c797fab&quot;,&quot;parent&quot;:{&quot;type&quot;:&quot;CHILD&quot;,&quot;parentId&quot;:&quot;da1fe845-85b1-41a5-98c2-e6fb0a5c4610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5b2c22b1-8281-4ebd-9d06-d52905b3b9ff&quot;:{&quot;type&quot;:&quot;FIGURE_OBJECT&quot;,&quot;id&quot;:&quot;5b2c22b1-8281-4ebd-9d06-d52905b3b9ff&quot;,&quot;parent&quot;:{&quot;type&quot;:&quot;CHILD&quot;,&quot;parentId&quot;:&quot;da1fe845-85b1-41a5-98c2-e6fb0a5c4610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f93bccf9-58f7-47fe-b9e4-94c407e84b27&quot;:{&quot;relativeTransform&quot;:{&quot;translate&quot;:{&quot;x&quot;:88.93304468831501,&quot;y&quot;:-30.053453610426228},&quot;rotate&quot;:-2.4492935982947064e-16},&quot;type&quot;:&quot;FIGURE_OBJECT&quot;,&quot;id&quot;:&quot;f93bccf9-58f7-47fe-b9e4-94c407e84b27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ca01b7bf-70a7-48a8-832b-c3e4c242f000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4b8b427e-99ce-4f86-a847-580503767d82&quot;,&quot;order&quot;:&quot;5&quot;}},&quot;ca01b7bf-70a7-48a8-832b-c3e4c242f000&quot;:{&quot;type&quot;:&quot;FIGURE_OBJECT&quot;,&quot;id&quot;:&quot;ca01b7bf-70a7-48a8-832b-c3e4c242f000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c0102153-8c63-405a-8fa9-964101a6ae34&quot;:{&quot;type&quot;:&quot;FIGURE_OBJECT&quot;,&quot;id&quot;:&quot;c0102153-8c63-405a-8fa9-964101a6ae34&quot;,&quot;parent&quot;:{&quot;type&quot;:&quot;CHILD&quot;,&quot;parentId&quot;:&quot;ca01b7bf-70a7-48a8-832b-c3e4c242f000&quot;,&quot;order&quot;:&quot;5&quot;},&quot;relativeTransform&quot;:{&quot;translate&quot;:{&quot;x&quot;:0,&quot;y&quot;:0},&quot;rotate&quot;:0,&quot;skewX&quot;:0,&quot;scale&quot;:{&quot;x&quot;:1,&quot;y&quot;:1}}},&quot;38b95575-6504-4998-9306-88c20b550adf&quot;:{&quot;type&quot;:&quot;FIGURE_OBJECT&quot;,&quot;id&quot;:&quot;38b95575-6504-4998-9306-88c20b550adf&quot;,&quot;parent&quot;:{&quot;type&quot;:&quot;CHILD&quot;,&quot;parentId&quot;:&quot;c0102153-8c63-405a-8fa9-964101a6ae34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228527cf-6280-4fb1-935d-070648498cbc&quot;:{&quot;type&quot;:&quot;FIGURE_OBJECT&quot;,&quot;id&quot;:&quot;228527cf-6280-4fb1-935d-070648498cbc&quot;,&quot;parent&quot;:{&quot;type&quot;:&quot;CHILD&quot;,&quot;parentId&quot;:&quot;c0102153-8c63-405a-8fa9-964101a6ae34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5385fae9-e21d-4220-a79a-c5cb71dbc422&quot;:{&quot;type&quot;:&quot;FIGURE_OBJECT&quot;,&quot;id&quot;:&quot;5385fae9-e21d-4220-a79a-c5cb71dbc422&quot;,&quot;parent&quot;:{&quot;type&quot;:&quot;CHILD&quot;,&quot;parentId&quot;:&quot;c0102153-8c63-405a-8fa9-964101a6ae34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8cb44796-e37d-4493-bb52-c426c64b59f5&quot;:{&quot;type&quot;:&quot;FIGURE_OBJECT&quot;,&quot;id&quot;:&quot;8cb44796-e37d-4493-bb52-c426c64b59f5&quot;,&quot;parent&quot;:{&quot;type&quot;:&quot;CROP&quot;,&quot;parentId&quot;:&quot;4b8b427e-99ce-4f86-a847-580503767d82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1f6787f7-ae39-4f04-b089-972bd3cf49ad&quot;:{&quot;id&quot;:&quot;1f6787f7-ae39-4f04-b089-972bd3cf49ad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d6ad299-c1fb-4f86-806a-ff470c56e94e&quot;,&quot;order&quot;:&quot;005&quot;}},&quot;99edd957-de77-4c37-983a-00aed4df68ff&quot;:{&quot;id&quot;:&quot;99edd957-de77-4c37-983a-00aed4df68ff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d6ad299-c1fb-4f86-806a-ff470c56e94e&quot;,&quot;order&quot;:&quot;02&quot;}},&quot;532791de-b7d0-4e2e-920f-c24d037a9bf6&quot;:{&quot;type&quot;:&quot;FIGURE_OBJECT&quot;,&quot;id&quot;:&quot;532791de-b7d0-4e2e-920f-c24d037a9bf6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3&quot;}},&quot;df05f834-2b75-4c28-a95b-31961a5ee9c3&quot;:{&quot;type&quot;:&quot;FIGURE_OBJECT&quot;,&quot;id&quot;:&quot;df05f834-2b75-4c28-a95b-31961a5ee9c3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5&quot;}},&quot;531bde08-daf3-4fc1-af0f-da644371f78c&quot;:{&quot;type&quot;:&quot;FIGURE_OBJECT&quot;,&quot;id&quot;:&quot;531bde08-daf3-4fc1-af0f-da644371f78c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6&quot;}},&quot;707d474f-9b6c-4c8b-a9ce-420669c8e166&quot;:{&quot;type&quot;:&quot;FIGURE_OBJECT&quot;,&quot;id&quot;:&quot;707d474f-9b6c-4c8b-a9ce-420669c8e166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7&quot;}},&quot;fa41b80a-f82c-48c9-8798-2657a5d496ad&quot;:{&quot;type&quot;:&quot;FIGURE_OBJECT&quot;,&quot;id&quot;:&quot;fa41b80a-f82c-48c9-8798-2657a5d496ad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28&quot;}},&quot;84c93b45-2aff-40e0-8818-410fa6443963&quot;:{&quot;type&quot;:&quot;FIGURE_OBJECT&quot;,&quot;id&quot;:&quot;84c93b45-2aff-40e0-8818-410fa6443963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&quot;}},&quot;ab3f81ca-b411-4c08-959b-c4ef01f0706b&quot;:{&quot;type&quot;:&quot;FIGURE_OBJECT&quot;,&quot;id&quot;:&quot;ab3f81ca-b411-4c08-959b-c4ef01f0706b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2&quot;}},&quot;7f03106b-edf0-4c9b-88ed-86cf61c943ad&quot;:{&quot;type&quot;:&quot;FIGURE_OBJECT&quot;,&quot;id&quot;:&quot;7f03106b-edf0-4c9b-88ed-86cf61c943ad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5&quot;}},&quot;e9ed9936-1a76-494f-add8-65ed007d4645&quot;:{&quot;type&quot;:&quot;FIGURE_OBJECT&quot;,&quot;id&quot;:&quot;e9ed9936-1a76-494f-add8-65ed007d4645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37&quot;}},&quot;970318d6-5954-4c3f-a70a-da9d442cc8a3&quot;:{&quot;type&quot;:&quot;FIGURE_OBJECT&quot;,&quot;id&quot;:&quot;970318d6-5954-4c3f-a70a-da9d442cc8a3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&quot;}},&quot;547cf8ef-9011-4497-ab96-c16e3be7ccda&quot;:{&quot;type&quot;:&quot;FIGURE_OBJECT&quot;,&quot;id&quot;:&quot;547cf8ef-9011-4497-ab96-c16e3be7ccda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2&quot;}},&quot;7d5873bf-768a-42ab-8c91-c28588c91bab&quot;:{&quot;type&quot;:&quot;FIGURE_OBJECT&quot;,&quot;id&quot;:&quot;7d5873bf-768a-42ab-8c91-c28588c91bab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5&quot;}},&quot;e20d1642-2973-45f6-b6e2-a99dd14d8be6&quot;:{&quot;type&quot;:&quot;FIGURE_OBJECT&quot;,&quot;id&quot;:&quot;e20d1642-2973-45f6-b6e2-a99dd14d8be6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47&quot;}},&quot;64a909e9-20c8-40cb-ae40-1625bc84bf1d&quot;:{&quot;type&quot;:&quot;FIGURE_OBJECT&quot;,&quot;id&quot;:&quot;64a909e9-20c8-40cb-ae40-1625bc84bf1d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&quot;}},&quot;c11f1d0b-f7d8-4e62-9f45-e9edbffe1512&quot;:{&quot;type&quot;:&quot;FIGURE_OBJECT&quot;,&quot;id&quot;:&quot;c11f1d0b-f7d8-4e62-9f45-e9edbffe1512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05&quot;}},&quot;bfb646fd-6b33-4d82-9b0c-8a197bca9c6a&quot;:{&quot;type&quot;:&quot;FIGURE_OBJECT&quot;,&quot;id&quot;:&quot;bfb646fd-6b33-4d82-9b0c-8a197bca9c6a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1&quot;}},&quot;afba9c44-e2d4-4f2d-93a1-37ac9b7b364a&quot;:{&quot;type&quot;:&quot;FIGURE_OBJECT&quot;,&quot;id&quot;:&quot;afba9c44-e2d4-4f2d-93a1-37ac9b7b364a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2&quot;}},&quot;b29e75f4-b12b-4acc-b908-3e4ba6b8c3c5&quot;:{&quot;type&quot;:&quot;FIGURE_OBJECT&quot;,&quot;id&quot;:&quot;b29e75f4-b12b-4acc-b908-3e4ba6b8c3c5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3&quot;}},&quot;463a364c-9788-414a-b2a1-c5555092aefb&quot;:{&quot;type&quot;:&quot;FIGURE_OBJECT&quot;,&quot;id&quot;:&quot;463a364c-9788-414a-b2a1-c5555092aefb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5&quot;}},&quot;703a1e3f-99d7-4fa7-a918-a3108274171e&quot;:{&quot;type&quot;:&quot;FIGURE_OBJECT&quot;,&quot;id&quot;:&quot;703a1e3f-99d7-4fa7-a918-a3108274171e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6&quot;}},&quot;5a1c5301-d7de-4b4a-9481-3ba1cd7d6c11&quot;:{&quot;type&quot;:&quot;FIGURE_OBJECT&quot;,&quot;id&quot;:&quot;5a1c5301-d7de-4b4a-9481-3ba1cd7d6c11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7&quot;}},&quot;5545d14c-67b4-4427-8d40-829faab53cb5&quot;:{&quot;type&quot;:&quot;FIGURE_OBJECT&quot;,&quot;id&quot;:&quot;5545d14c-67b4-4427-8d40-829faab53cb5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58&quot;}},&quot;708fccf5-21c2-458d-ba70-d972413971cf&quot;:{&quot;type&quot;:&quot;FIGURE_OBJECT&quot;,&quot;id&quot;:&quot;708fccf5-21c2-458d-ba70-d972413971cf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&quot;}},&quot;dd085ad9-f655-4e71-89b8-0bc64a9abb19&quot;:{&quot;type&quot;:&quot;FIGURE_OBJECT&quot;,&quot;id&quot;:&quot;dd085ad9-f655-4e71-89b8-0bc64a9abb19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1&quot;}},&quot;0ed684e3-75d8-45b3-9285-ad4b6d28b4ce&quot;:{&quot;type&quot;:&quot;FIGURE_OBJECT&quot;,&quot;id&quot;:&quot;0ed684e3-75d8-45b3-9285-ad4b6d28b4ce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2&quot;}},&quot;978d2937-2287-415b-bce0-15eee00f7073&quot;:{&quot;type&quot;:&quot;FIGURE_OBJECT&quot;,&quot;id&quot;:&quot;978d2937-2287-415b-bce0-15eee00f7073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3&quot;}},&quot;e598a295-0224-4596-9531-1443e17e3443&quot;:{&quot;type&quot;:&quot;FIGURE_OBJECT&quot;,&quot;id&quot;:&quot;e598a295-0224-4596-9531-1443e17e3443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5&quot;}},&quot;e37cf084-4c29-453d-9208-4f4f03360887&quot;:{&quot;type&quot;:&quot;FIGURE_OBJECT&quot;,&quot;id&quot;:&quot;e37cf084-4c29-453d-9208-4f4f03360887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6&quot;}},&quot;9d646184-27bc-4cf7-9215-42df5b3e7b53&quot;:{&quot;type&quot;:&quot;FIGURE_OBJECT&quot;,&quot;id&quot;:&quot;9d646184-27bc-4cf7-9215-42df5b3e7b53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7&quot;}},&quot;a6c47440-faab-4ece-8447-3086e4bd6a6a&quot;:{&quot;type&quot;:&quot;FIGURE_OBJECT&quot;,&quot;id&quot;:&quot;a6c47440-faab-4ece-8447-3086e4bd6a6a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68&quot;}},&quot;90adf229-3893-4dd8-947d-44848159b3e6&quot;:{&quot;type&quot;:&quot;FIGURE_OBJECT&quot;,&quot;id&quot;:&quot;90adf229-3893-4dd8-947d-44848159b3e6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&quot;}},&quot;1685b11d-a3f4-41aa-8a74-13390c2e2029&quot;:{&quot;type&quot;:&quot;FIGURE_OBJECT&quot;,&quot;id&quot;:&quot;1685b11d-a3f4-41aa-8a74-13390c2e2029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1&quot;}},&quot;5aa3e966-e348-44c3-b9bb-ef57baa3e972&quot;:{&quot;type&quot;:&quot;FIGURE_OBJECT&quot;,&quot;id&quot;:&quot;5aa3e966-e348-44c3-b9bb-ef57baa3e972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2&quot;}},&quot;8e0caa46-861e-40b5-ba19-05426b9f161d&quot;:{&quot;type&quot;:&quot;FIGURE_OBJECT&quot;,&quot;id&quot;:&quot;8e0caa46-861e-40b5-ba19-05426b9f161d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3&quot;}},&quot;478c0891-10bf-41a8-aeb2-7da891fad617&quot;:{&quot;type&quot;:&quot;FIGURE_OBJECT&quot;,&quot;id&quot;:&quot;478c0891-10bf-41a8-aeb2-7da891fad617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5&quot;}},&quot;e5402359-ba5e-4720-adf0-47a5f1f83f8c&quot;:{&quot;type&quot;:&quot;FIGURE_OBJECT&quot;,&quot;id&quot;:&quot;e5402359-ba5e-4720-adf0-47a5f1f83f8c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d6ad299-c1fb-4f86-806a-ff470c56e94e&quot;,&quot;order&quot;:&quot;76&quot;}},&quot;888cd484-d381-48a9-81c5-786122938f40&quot;:{&quot;type&quot;:&quot;FIGURE_OBJECT&quot;,&quot;id&quot;:&quot;888cd484-d381-48a9-81c5-786122938f40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3d6ad299-c1fb-4f86-806a-ff470c56e94e&quot;,&quot;order&quot;:&quot;77&quot;}},&quot;b58c08f8-0e80-43ba-a072-0804c89e9fd7&quot;:{&quot;type&quot;:&quot;FIGURE_OBJECT&quot;,&quot;id&quot;:&quot;b58c08f8-0e80-43ba-a072-0804c89e9fd7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78&quot;}},&quot;5f0819cf-5e93-4faf-9938-d11430eeff92&quot;:{&quot;type&quot;:&quot;FIGURE_OBJECT&quot;,&quot;id&quot;:&quot;5f0819cf-5e93-4faf-9938-d11430eeff92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&quot;}},&quot;82c2e3c3-c153-4360-85a1-7028359ec8f2&quot;:{&quot;type&quot;:&quot;FIGURE_OBJECT&quot;,&quot;id&quot;:&quot;82c2e3c3-c153-4360-85a1-7028359ec8f2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2&quot;}},&quot;e89eaa72-011c-4235-9643-1fc4849382f0&quot;:{&quot;type&quot;:&quot;FIGURE_OBJECT&quot;,&quot;id&quot;:&quot;e89eaa72-011c-4235-9643-1fc4849382f0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5&quot;}},&quot;cc85429a-6e59-4d45-adee-b8661508df21&quot;:{&quot;type&quot;:&quot;FIGURE_OBJECT&quot;,&quot;id&quot;:&quot;cc85429a-6e59-4d45-adee-b8661508df21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87&quot;}},&quot;61652559-ca95-4168-bef9-62e47d4d9e52&quot;:{&quot;type&quot;:&quot;FIGURE_OBJECT&quot;,&quot;id&quot;:&quot;61652559-ca95-4168-bef9-62e47d4d9e52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&quot;}},&quot;c0ef8b9e-6b98-48a6-8b3a-da67aef56908&quot;:{&quot;type&quot;:&quot;FIGURE_OBJECT&quot;,&quot;id&quot;:&quot;c0ef8b9e-6b98-48a6-8b3a-da67aef56908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2&quot;}},&quot;d7615d6b-18db-4ba5-895c-d4018605dcab&quot;:{&quot;type&quot;:&quot;FIGURE_OBJECT&quot;,&quot;id&quot;:&quot;d7615d6b-18db-4ba5-895c-d4018605dcab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5&quot;}},&quot;c5743865-6f18-4117-af1b-6fe12a2ce7d4&quot;:{&quot;type&quot;:&quot;FIGURE_OBJECT&quot;,&quot;id&quot;:&quot;c5743865-6f18-4117-af1b-6fe12a2ce7d4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d6ad299-c1fb-4f86-806a-ff470c56e94e&quot;,&quot;order&quot;:&quot;97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e917f556-f63b-4dc6-a390-1614e9ba63e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917f556-f63b-4dc6-a390-1614e9ba63e9&quot;:{&quot;type&quot;:&quot;FIGURE_OBJECT&quot;,&quot;id&quot;:&quot;e917f556-f63b-4dc6-a390-1614e9ba63e9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0.28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a2a49a28-2bd4-455f-96a6-f3d9b5be919a&quot;,&quot;order&quot;:&quot;9999999999986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00673194-d4d8-48d6-85ab-267f93ba8f7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0673194-d4d8-48d6-85ab-267f93ba8f74&quot;:{&quot;type&quot;:&quot;FIGURE_OBJECT&quot;,&quot;id&quot;:&quot;00673194-d4d8-48d6-85ab-267f93ba8f74&quot;,&quot;relativeTransform&quot;:{&quot;translate&quot;:{&quot;x&quot;:-15.175993706673184,&quot;y&quot;:192.0219208225249},&quot;rotate&quot;:-0.4413105726068125,&quot;skewX&quot;:0,&quot;scale&quot;:{&quot;x&quot;:1,&quot;y&quot;:1}},&quot;opacity&quot;:0.28,&quot;path&quot;:{&quot;type&quot;:&quot;POLY_LINE&quot;,&quot;points&quot;:[{&quot;x&quot;:10.258905163828206,&quot;y&quot;:3.102795738977075},{&quot;x&quot;:5.284890538941804,&quot;y&quot;:-3.1008837282934567},{&quot;x&quot;:-0.3108759140554002,&quot;y&quot;:2.494882724703746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a2a49a28-2bd4-455f-96a6-f3d9b5be919a&quot;,&quot;order&quot;:&quot;9999999999987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96816cd-70f2-45d4-b40f-ce17ff0d346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96816cd-70f2-45d4-b40f-ce17ff0d346c&quot;:{&quot;type&quot;:&quot;FIGURE_OBJECT&quot;,&quot;id&quot;:&quot;596816cd-70f2-45d4-b40f-ce17ff0d346c&quot;,&quot;relativeTransform&quot;:{&quot;translate&quot;:{&quot;x&quot;:-40.16846732518931,&quot;y&quot;:202.20048008950235},&quot;rotate&quot;:0,&quot;skewX&quot;:0,&quot;scale&quot;:{&quot;x&quot;:1,&quot;y&quot;:1}},&quot;opacity&quot;:0.28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a2a49a28-2bd4-455f-96a6-f3d9b5be919a&quot;,&quot;order&quot;:&quot;9999999999988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d4a6843-c0e2-457f-9430-9aa4e955e9d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d4a6843-c0e2-457f-9430-9aa4e955e9df&quot;:{&quot;type&quot;:&quot;FIGURE_OBJECT&quot;,&quot;id&quot;:&quot;8d4a6843-c0e2-457f-9430-9aa4e955e9df&quot;,&quot;relativeTransform&quot;:{&quot;translate&quot;:{&quot;x&quot;:4.866038401088101,&quot;y&quot;:200.8093392738215},&quot;rotate&quot;:2.4657944107428795,&quot;skewX&quot;:0,&quot;scale&quot;:{&quot;x&quot;:1,&quot;y&quot;:1}},&quot;opacity&quot;:0.28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a2a49a28-2bd4-455f-96a6-f3d9b5be919a&quot;,&quot;order&quot;:&quot;999999999999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c0933fdc-9913-4142-a9d2-e991250a10b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0933fdc-9913-4142-a9d2-e991250a10b8&quot;:{&quot;type&quot;:&quot;FIGURE_OBJECT&quot;,&quot;id&quot;:&quot;c0933fdc-9913-4142-a9d2-e991250a10b8&quot;,&quot;parent&quot;:{&quot;type&quot;:&quot;CHILD&quot;,&quot;parentId&quot;:&quot;a2a49a28-2bd4-455f-96a6-f3d9b5be919a&quot;,&quot;order&quot;:&quot;9999999999999&quot;},&quot;relativeTransform&quot;:{&quot;translate&quot;:{&quot;x&quot;:26.559062742643732,&quot;y&quot;:35.37817285956762},&quot;rotate&quot;:0,&quot;skewX&quot;:0,&quot;scale&quot;:{&quot;x&quot;:1,&quot;y&quot;:1}},&quot;opacity&quot;:0.28},&quot;7fd93402-226e-435f-ae57-2e80d5d1713a&quot;:{&quot;id&quot;:&quot;7fd93402-226e-435f-ae57-2e80d5d1713a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0933fdc-9913-4142-a9d2-e991250a10b8&quot;,&quot;order&quot;:&quot;2&quot;},&quot;isLocked&quot;:false},&quot;98d6a3f9-3d3b-416e-b3e8-c2e192ef1d70&quot;:{&quot;id&quot;:&quot;98d6a3f9-3d3b-416e-b3e8-c2e192ef1d70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c0933fdc-9913-4142-a9d2-e991250a10b8&quot;,&quot;order&quot;:&quot;5&quot;},&quot;isLocked&quot;:false},&quot;8bb8a652-dfd5-48d6-848d-d099b0c69d35&quot;:{&quot;type&quot;:&quot;FIGURE_OBJECT&quot;,&quot;id&quot;:&quot;8bb8a652-dfd5-48d6-848d-d099b0c69d35&quot;,&quot;parent&quot;:{&quot;type&quot;:&quot;CHILD&quot;,&quot;parentId&quot;:&quot;c0933fdc-9913-4142-a9d2-e991250a10b8&quot;,&quot;order&quot;:&quot;1&quot;},&quot;relativeTransform&quot;:{&quot;translate&quot;:{&quot;x&quot;:82.82888947334816,&quot;y&quot;:134.96523233868172},&quot;rotate&quot;:0}},&quot;23da44e0-f1a1-4d9e-9e08-cfe0882f4024&quot;:{&quot;id&quot;:&quot;23da44e0-f1a1-4d9e-9e08-cfe0882f4024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bb8a652-dfd5-48d6-848d-d099b0c69d35&quot;,&quot;order&quot;:&quot;7&quot;},&quot;styles&quot;:{&quot;editable&quot;:[{&quot;styleName&quot;:&quot;MONOCHROME_COLOR&quot;,&quot;index&quot;:0,&quot;color&quot;:&quot;#0F99DC&quot;}]},&quot;isLocked&quot;:false},&quot;54cdca50-bb12-4d98-acaa-77b4b2f5aa8d&quot;:{&quot;id&quot;:&quot;54cdca50-bb12-4d98-acaa-77b4b2f5aa8d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bb8a652-dfd5-48d6-848d-d099b0c69d35&quot;,&quot;order&quot;:&quot;6&quot;},&quot;styles&quot;:{&quot;editable&quot;:[{&quot;styleName&quot;:&quot;MONOCHROME_COLOR&quot;,&quot;index&quot;:0,&quot;color&quot;:&quot;#FF8E8F&quot;}]},&quot;isLocked&quot;:false},&quot;b5a5ff3f-8b9c-4175-96a8-c0e6178ab56d&quot;:{&quot;type&quot;:&quot;FIGURE_OBJECT&quot;,&quot;id&quot;:&quot;b5a5ff3f-8b9c-4175-96a8-c0e6178ab56d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bb8a652-dfd5-48d6-848d-d099b0c69d35&quot;,&quot;order&quot;:&quot;3&quot;}},&quot;4fb3c76e-66b8-4ef3-8a20-9f2219bb9d3f&quot;:{&quot;type&quot;:&quot;FIGURE_OBJECT&quot;,&quot;id&quot;:&quot;4fb3c76e-66b8-4ef3-8a20-9f2219bb9d3f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8bb8a652-dfd5-48d6-848d-d099b0c69d35&quot;,&quot;order&quot;:&quot;1&quot;}},&quot;aba23efb-337f-4136-97bc-3c6e6b42162c&quot;:{&quot;type&quot;:&quot;FIGURE_OBJECT&quot;,&quot;id&quot;:&quot;aba23efb-337f-4136-97bc-3c6e6b42162c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8bb8a652-dfd5-48d6-848d-d099b0c69d35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0a93cf47-94f7-4962-bf0f-c8e47f5af803&quot;:{&quot;type&quot;:&quot;FIGURE_OBJECT&quot;,&quot;id&quot;:&quot;0a93cf47-94f7-4962-bf0f-c8e47f5af803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8bb8a652-dfd5-48d6-848d-d099b0c69d35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d1779d9b-ae0c-481f-93d1-fea096ee0fe6&quot;:{&quot;type&quot;:&quot;FIGURE_OBJECT&quot;,&quot;id&quot;:&quot;d1779d9b-ae0c-481f-93d1-fea096ee0fe6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bb8a652-dfd5-48d6-848d-d099b0c69d35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89324456-12ba-4c3c-a535-9aaf35b19a17&quot;:{&quot;type&quot;:&quot;FIGURE_OBJECT&quot;,&quot;id&quot;:&quot;89324456-12ba-4c3c-a535-9aaf35b19a17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c0933fdc-9913-4142-a9d2-e991250a10b8&quot;,&quot;order&quot;:&quot;7&quot;},&quot;connectorInfo&quot;:{&quot;type&quot;:&quot;CUBIC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ae02f445-8627-4f67-8d0f-9a3883beed5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e02f445-8627-4f67-8d0f-9a3883beed50&quot;:{&quot;type&quot;:&quot;FIGURE_OBJECT&quot;,&quot;id&quot;:&quot;ae02f445-8627-4f67-8d0f-9a3883beed50&quot;,&quot;parent&quot;:{&quot;type&quot;:&quot;CHILD&quot;,&quot;parentId&quot;:&quot;a2a49a28-2bd4-455f-96a6-f3d9b5be919a&quot;,&quot;order&quot;:&quot;99999999999995&quot;},&quot;relativeTransform&quot;:{&quot;translate&quot;:{&quot;x&quot;:26.559274982466334,&quot;y&quot;:95.05935852773737},&quot;rotate&quot;:0,&quot;skewX&quot;:0,&quot;scale&quot;:{&quot;x&quot;:1,&quot;y&quot;:1}},&quot;opacity&quot;:0.28},&quot;a67f50be-2dfd-487f-8e45-00903f7a947f&quot;:{&quot;id&quot;:&quot;a67f50be-2dfd-487f-8e45-00903f7a947f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02f445-8627-4f67-8d0f-9a3883beed50&quot;,&quot;order&quot;:&quot;2&quot;},&quot;isLocked&quot;:false},&quot;a013087e-2ad8-4fe0-a41c-7fa66141226d&quot;:{&quot;id&quot;:&quot;a013087e-2ad8-4fe0-a41c-7fa66141226d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02f445-8627-4f67-8d0f-9a3883beed50&quot;,&quot;order&quot;:&quot;5&quot;},&quot;isLocked&quot;:false},&quot;501fc00c-7149-4ee2-9114-1447260a2aed&quot;:{&quot;type&quot;:&quot;FIGURE_OBJECT&quot;,&quot;id&quot;:&quot;501fc00c-7149-4ee2-9114-1447260a2aed&quot;,&quot;parent&quot;:{&quot;type&quot;:&quot;CHILD&quot;,&quot;parentId&quot;:&quot;ae02f445-8627-4f67-8d0f-9a3883beed50&quot;,&quot;order&quot;:&quot;1&quot;},&quot;relativeTransform&quot;:{&quot;translate&quot;:{&quot;x&quot;:82.82888947334816,&quot;y&quot;:134.96523233868172},&quot;rotate&quot;:0}},&quot;eac42b83-5dad-4499-8ac1-f109df627596&quot;:{&quot;id&quot;:&quot;eac42b83-5dad-4499-8ac1-f109df627596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501fc00c-7149-4ee2-9114-1447260a2aed&quot;,&quot;order&quot;:&quot;7&quot;},&quot;styles&quot;:{&quot;editable&quot;:[{&quot;styleName&quot;:&quot;MONOCHROME_COLOR&quot;,&quot;index&quot;:0,&quot;color&quot;:&quot;#0F99DC&quot;}]},&quot;isLocked&quot;:false},&quot;118525b0-7112-4618-936a-3b48ffc73098&quot;:{&quot;id&quot;:&quot;118525b0-7112-4618-936a-3b48ffc73098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501fc00c-7149-4ee2-9114-1447260a2aed&quot;,&quot;order&quot;:&quot;6&quot;},&quot;styles&quot;:{&quot;editable&quot;:[{&quot;styleName&quot;:&quot;MONOCHROME_COLOR&quot;,&quot;index&quot;:0,&quot;color&quot;:&quot;#FF8E8F&quot;}]},&quot;isLocked&quot;:false},&quot;e72ad4f5-1185-4e01-8b60-9244b4b49ced&quot;:{&quot;type&quot;:&quot;FIGURE_OBJECT&quot;,&quot;id&quot;:&quot;e72ad4f5-1185-4e01-8b60-9244b4b49ced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501fc00c-7149-4ee2-9114-1447260a2aed&quot;,&quot;order&quot;:&quot;3&quot;}},&quot;70ae10e3-102b-4af9-a8a5-17488ac80511&quot;:{&quot;type&quot;:&quot;FIGURE_OBJECT&quot;,&quot;id&quot;:&quot;70ae10e3-102b-4af9-a8a5-17488ac80511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501fc00c-7149-4ee2-9114-1447260a2aed&quot;,&quot;order&quot;:&quot;1&quot;}},&quot;3650bbbe-b2ef-434e-9088-846821e327d1&quot;:{&quot;type&quot;:&quot;FIGURE_OBJECT&quot;,&quot;id&quot;:&quot;3650bbbe-b2ef-434e-9088-846821e327d1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501fc00c-7149-4ee2-9114-1447260a2aed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604da216-c1ba-4694-9ff3-5808c6d92e3f&quot;:{&quot;type&quot;:&quot;FIGURE_OBJECT&quot;,&quot;id&quot;:&quot;604da216-c1ba-4694-9ff3-5808c6d92e3f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501fc00c-7149-4ee2-9114-1447260a2aed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04be3086-2af2-4ba4-9152-af404b1beecf&quot;:{&quot;type&quot;:&quot;FIGURE_OBJECT&quot;,&quot;id&quot;:&quot;04be3086-2af2-4ba4-9152-af404b1beecf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501fc00c-7149-4ee2-9114-1447260a2aed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f665821e-735c-48fa-8af9-af97aa543f55&quot;:{&quot;type&quot;:&quot;FIGURE_OBJECT&quot;,&quot;id&quot;:&quot;f665821e-735c-48fa-8af9-af97aa543f55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ae02f445-8627-4f67-8d0f-9a3883beed50&quot;,&quot;order&quot;:&quot;7&quot;},&quot;connectorInfo&quot;:{&quot;type&quot;:&quot;CUBIC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1d4fbcba-0da7-475d-83a9-e02a0d384c8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d4fbcba-0da7-475d-83a9-e02a0d384c84&quot;:{&quot;type&quot;:&quot;FIGURE_OBJECT&quot;,&quot;id&quot;:&quot;1d4fbcba-0da7-475d-83a9-e02a0d384c84&quot;,&quot;parent&quot;:{&quot;type&quot;:&quot;CHILD&quot;,&quot;parentId&quot;:&quot;a2a49a28-2bd4-455f-96a6-f3d9b5be919a&quot;,&quot;order&quot;:&quot;99999999999997&quot;},&quot;relativeTransform&quot;:{&quot;translate&quot;:{&quot;x&quot;:28.420696223332826,&quot;y&quot;:156.62166970378425},&quot;rotate&quot;:0,&quot;skewX&quot;:0,&quot;scale&quot;:{&quot;x&quot;:1,&quot;y&quot;:1}},&quot;opacity&quot;:0.28},&quot;2e4c2bcd-dc19-4a75-9fa7-1431c0597112&quot;:{&quot;id&quot;:&quot;2e4c2bcd-dc19-4a75-9fa7-1431c0597112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d4fbcba-0da7-475d-83a9-e02a0d384c84&quot;,&quot;order&quot;:&quot;2&quot;},&quot;isLocked&quot;:false},&quot;4534b5c1-3e61-48e0-a131-a96e431ebbca&quot;:{&quot;id&quot;:&quot;4534b5c1-3e61-48e0-a131-a96e431ebbca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d4fbcba-0da7-475d-83a9-e02a0d384c84&quot;,&quot;order&quot;:&quot;5&quot;},&quot;isLocked&quot;:false},&quot;683d9b5c-ca30-4449-8f1c-872546c98f79&quot;:{&quot;type&quot;:&quot;FIGURE_OBJECT&quot;,&quot;id&quot;:&quot;683d9b5c-ca30-4449-8f1c-872546c98f79&quot;,&quot;parent&quot;:{&quot;type&quot;:&quot;CHILD&quot;,&quot;parentId&quot;:&quot;1d4fbcba-0da7-475d-83a9-e02a0d384c84&quot;,&quot;order&quot;:&quot;1&quot;},&quot;relativeTransform&quot;:{&quot;translate&quot;:{&quot;x&quot;:82.82888947334816,&quot;y&quot;:134.96523233868172},&quot;rotate&quot;:0}},&quot;444d21d8-56d0-4456-9192-9e3039b5591c&quot;:{&quot;id&quot;:&quot;444d21d8-56d0-4456-9192-9e3039b5591c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83d9b5c-ca30-4449-8f1c-872546c98f79&quot;,&quot;order&quot;:&quot;7&quot;},&quot;styles&quot;:{&quot;editable&quot;:[{&quot;styleName&quot;:&quot;MONOCHROME_COLOR&quot;,&quot;index&quot;:0,&quot;color&quot;:&quot;#0F99DC&quot;}]},&quot;isLocked&quot;:false},&quot;10a32904-d0cf-490c-99cb-0df221211348&quot;:{&quot;id&quot;:&quot;10a32904-d0cf-490c-99cb-0df221211348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83d9b5c-ca30-4449-8f1c-872546c98f79&quot;,&quot;order&quot;:&quot;6&quot;},&quot;styles&quot;:{&quot;editable&quot;:[{&quot;styleName&quot;:&quot;MONOCHROME_COLOR&quot;,&quot;index&quot;:0,&quot;color&quot;:&quot;#FF8E8F&quot;}]},&quot;isLocked&quot;:false},&quot;a1dfa4ba-a3b0-48ce-b621-5a82437bd106&quot;:{&quot;type&quot;:&quot;FIGURE_OBJECT&quot;,&quot;id&quot;:&quot;a1dfa4ba-a3b0-48ce-b621-5a82437bd106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83d9b5c-ca30-4449-8f1c-872546c98f79&quot;,&quot;order&quot;:&quot;3&quot;}},&quot;3c618298-ce79-451e-9eb0-b826454f622b&quot;:{&quot;type&quot;:&quot;FIGURE_OBJECT&quot;,&quot;id&quot;:&quot;3c618298-ce79-451e-9eb0-b826454f622b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683d9b5c-ca30-4449-8f1c-872546c98f79&quot;,&quot;order&quot;:&quot;1&quot;}},&quot;96b3b48e-86be-42fe-9f5b-3f3be6e627a3&quot;:{&quot;type&quot;:&quot;FIGURE_OBJECT&quot;,&quot;id&quot;:&quot;96b3b48e-86be-42fe-9f5b-3f3be6e627a3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683d9b5c-ca30-4449-8f1c-872546c98f79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18cecd5f-f97d-49bf-99ff-b88b2a2217a5&quot;:{&quot;type&quot;:&quot;FIGURE_OBJECT&quot;,&quot;id&quot;:&quot;18cecd5f-f97d-49bf-99ff-b88b2a2217a5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683d9b5c-ca30-4449-8f1c-872546c98f79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1c53bfeb-eccf-4c5a-a2d1-79053d279d8a&quot;:{&quot;type&quot;:&quot;FIGURE_OBJECT&quot;,&quot;id&quot;:&quot;1c53bfeb-eccf-4c5a-a2d1-79053d279d8a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83d9b5c-ca30-4449-8f1c-872546c98f79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c68bc328-49df-4f71-95ec-8e7f31040439&quot;:{&quot;type&quot;:&quot;FIGURE_OBJECT&quot;,&quot;id&quot;:&quot;c68bc328-49df-4f71-95ec-8e7f31040439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1d4fbcba-0da7-475d-83a9-e02a0d384c84&quot;,&quot;order&quot;:&quot;7&quot;},&quot;connectorInfo&quot;:{&quot;type&quot;:&quot;CUBIC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db921988-d559-405e-aff6-d7d7b43df21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b921988-d559-405e-aff6-d7d7b43df21a&quot;:{&quot;type&quot;:&quot;FIGURE_OBJECT&quot;,&quot;id&quot;:&quot;db921988-d559-405e-aff6-d7d7b43df21a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&quot;},&quot;connectorInfo&quot;:{&quot;connectedObjectAtLineEnd&quot;:{&quot;objectId&quot;:&quot;c23119ae-43b6-4425-bb7f-fc027ea2fece&quot;,&quot;coordinates&quot;:{&quot;x&quot;:0,&quot;y&quot;:0}},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28e9d6ce-7421-475d-902d-bbf27f81e39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8e9d6ce-7421-475d-902d-bbf27f81e397&quot;:{&quot;type&quot;:&quot;FIGURE_OBJECT&quot;,&quot;id&quot;:&quot;28e9d6ce-7421-475d-902d-bbf27f81e397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c23119ae-43b6-4425-bb7f-fc027ea2fece&quot;,&quot;coordinates&quot;:{&quot;x&quot;:0,&quot;y&quot;:1}}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c23119ae-43b6-4425-bb7f-fc027ea2fec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23119ae-43b6-4425-bb7f-fc027ea2fece&quot;:{&quot;id&quot;:&quot;c23119ae-43b6-4425-bb7f-fc027ea2fece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a2a49a28-2bd4-455f-96a6-f3d9b5be919a&quot;,&quot;order&quot;:&quot;999999999999997&quot;},&quot;opacity&quot;:0.28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e16012fd-8ca3-463f-8995-ddfba676f3d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16012fd-8ca3-463f-8995-ddfba676f3d8&quot;:{&quot;type&quot;:&quot;FIGURE_OBJECT&quot;,&quot;id&quot;:&quot;e16012fd-8ca3-463f-8995-ddfba676f3d8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c23119ae-43b6-4425-bb7f-fc027ea2fece&quot;,&quot;coordinates&quot;:{&quot;x&quot;:1,&quot;y&quot;:0.5070653408197099}}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e081125-51d1-4367-bead-a617713e9b2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e081125-51d1-4367-bead-a617713e9b25&quot;:{&quot;type&quot;:&quot;FIGURE_OBJECT&quot;,&quot;id&quot;:&quot;5e081125-51d1-4367-bead-a617713e9b25&quot;,&quot;relativeTransform&quot;:{&quot;translate&quot;:{&quot;x&quot;:462.6869085966954,&quot;y&quot;:228.17547371945528},&quot;rotate&quot;:3.141592653589793,&quot;skewX&quot;:0,&quot;scale&quot;:{&quot;x&quot;:1,&quot;y&quot;:1}},&quot;opacity&quot;:0.28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52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9143b93-4ee6-416c-955e-37377ed17b5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9143b93-4ee6-416c-955e-37377ed17b54&quot;:{&quot;type&quot;:&quot;FIGURE_OBJECT&quot;,&quot;id&quot;:&quot;49143b93-4ee6-416c-955e-37377ed17b54&quot;,&quot;relativeTransform&quot;:{&quot;translate&quot;:{&quot;x&quot;:411.0210505636628,&quot;y&quot;:204.6157863765514},&quot;rotate&quot;:3.141592653589793,&quot;skewX&quot;:0,&quot;scale&quot;:{&quot;x&quot;:1,&quot;y&quot;:1}},&quot;opacity&quot;:0.28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a2a49a28-2bd4-455f-96a6-f3d9b5be919a&quot;,&quot;order&quot;:&quot;9999999999999995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aae870d9-fc0e-4240-902e-418c90fb9a9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ae870d9-fc0e-4240-902e-418c90fb9a9c&quot;:{&quot;type&quot;:&quot;FIGURE_OBJECT&quot;,&quot;id&quot;:&quot;aae870d9-fc0e-4240-902e-418c90fb9a9c&quot;,&quot;relativeTransform&quot;:{&quot;translate&quot;:{&quot;x&quot;:437.6588821887366,&quot;y&quot;:237.329388142653},&quot;rotate&quot;:-2.4492935982947064e-16,&quot;skewX&quot;:0,&quot;scale&quot;:{&quot;x&quot;:1,&quot;y&quot;:1}},&quot;opacity&quot;:0.28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a2a49a28-2bd4-455f-96a6-f3d9b5be919a&quot;,&quot;order&quot;:&quot;9999999999999996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9efba04c-5f84-4ca6-b272-6ce13978989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efba04c-5f84-4ca6-b272-6ce139789893&quot;:{&quot;type&quot;:&quot;FIGURE_OBJECT&quot;,&quot;id&quot;:&quot;9efba04c-5f84-4ca6-b272-6ce139789893&quot;,&quot;relativeTransform&quot;:{&quot;translate&quot;:{&quot;x&quot;:411.16300144328545,&quot;y&quot;:262.28656994028995},&quot;rotate&quot;:0,&quot;skewX&quot;:0,&quot;scale&quot;:{&quot;x&quot;:1,&quot;y&quot;:1}},&quot;opacity&quot;:0.28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67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401a64a-a799-46ae-a518-cb58fb04ee9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401a64a-a799-46ae-a518-cb58fb04ee93&quot;:{&quot;type&quot;:&quot;FIGURE_OBJECT&quot;,&quot;id&quot;:&quot;8401a64a-a799-46ae-a518-cb58fb04ee93&quot;,&quot;relativeTransform&quot;:{&quot;translate&quot;:{&quot;x&quot;:399.5165820104963,&quot;y&quot;:319.9590928188726},&quot;rotate&quot;:-1.570796326794897,&quot;skewX&quot;:0,&quot;scale&quot;:{&quot;x&quot;:1,&quot;y&quot;:1}},&quot;opacity&quot;:0.28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a2a49a28-2bd4-455f-96a6-f3d9b5be919a&quot;,&quot;order&quot;:&quot;9999999999999997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417adae-bc2b-44c1-87b8-04e037f8cdb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417adae-bc2b-44c1-87b8-04e037f8cdbf&quot;:{&quot;type&quot;:&quot;FIGURE_OBJECT&quot;,&quot;id&quot;:&quot;5417adae-bc2b-44c1-87b8-04e037f8cdbf&quot;,&quot;relativeTransform&quot;:{&quot;translate&quot;:{&quot;x&quot;:408.77313009356465,&quot;y&quot;:249.11076520550506},&quot;rotate&quot;:0,&quot;skewX&quot;:0,&quot;scale&quot;:{&quot;x&quot;:1,&quot;y&quot;:1}},&quot;opacity&quot;:0.28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a2a49a28-2bd4-455f-96a6-f3d9b5be919a&quot;,&quot;order&quot;:&quot;9999999999999997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abc7a18-3004-4a71-9d84-36553a2aa5c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abc7a18-3004-4a71-9d84-36553a2aa5c2&quot;:{&quot;type&quot;:&quot;FIGURE_OBJECT&quot;,&quot;id&quot;:&quot;5abc7a18-3004-4a71-9d84-36553a2aa5c2&quot;,&quot;relativeTransform&quot;:{&quot;translate&quot;:{&quot;x&quot;:410.57508103122075,&quot;y&quot;:256.0196877450628},&quot;rotate&quot;:3.141592653589793,&quot;skewX&quot;:0,&quot;scale&quot;:{&quot;x&quot;:1,&quot;y&quot;:1}},&quot;opacity&quot;:0.28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a2a49a28-2bd4-455f-96a6-f3d9b5be919a&quot;,&quot;order&quot;:&quot;99999999999999977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27bf0d3c-0c13-4a9d-8246-7d61f06e047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7bf0d3c-0c13-4a9d-8246-7d61f06e0472&quot;:{&quot;type&quot;:&quot;FIGURE_OBJECT&quot;,&quot;id&quot;:&quot;27bf0d3c-0c13-4a9d-8246-7d61f06e0472&quot;,&quot;relativeTransform&quot;:{&quot;translate&quot;:{&quot;x&quot;:383.3909484785978,&quot;y&quot;:262.9360506357998},&quot;rotate&quot;:-2.4492935982947064e-16,&quot;skewX&quot;:0,&quot;scale&quot;:{&quot;x&quot;:1,&quot;y&quot;:1}},&quot;opacity&quot;:0.28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a2a49a28-2bd4-455f-96a6-f3d9b5be919a&quot;,&quot;order&quot;:&quot;9999999999999998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ec44bd16-8acc-442e-bab3-5e3765da767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c44bd16-8acc-442e-bab3-5e3765da767e&quot;:{&quot;type&quot;:&quot;FIGURE_OBJECT&quot;,&quot;id&quot;:&quot;ec44bd16-8acc-442e-bab3-5e3765da767e&quot;,&quot;relativeTransform&quot;:{&quot;translate&quot;:{&quot;x&quot;:406.36308091556714,&quot;y&quot;:245.64381390284933},&quot;rotate&quot;:0,&quot;skewX&quot;:0,&quot;scale&quot;:{&quot;x&quot;:1,&quot;y&quot;:1}},&quot;opacity&quot;:0.28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4dbdb58-3b7a-4f21-8525-c802671812e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4dbdb58-3b7a-4f21-8525-c802671812ef&quot;:{&quot;type&quot;:&quot;FIGURE_OBJECT&quot;,&quot;id&quot;:&quot;44dbdb58-3b7a-4f21-8525-c802671812ef&quot;,&quot;relativeTransform&quot;:{&quot;translate&quot;:{&quot;x&quot;:180.04306918214252,&quot;y&quot;:-0.0003578993845394507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81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32e90f4f-60f1-49c7-9346-7a36fc71858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2e90f4f-60f1-49c7-9346-7a36fc718589&quot;:{&quot;type&quot;:&quot;FIGURE_OBJECT&quot;,&quot;id&quot;:&quot;32e90f4f-60f1-49c7-9346-7a36fc718589&quot;,&quot;relativeTransform&quot;:{&quot;translate&quot;:{&quot;x&quot;:575.4321364606502,&quot;y&quot;:240.82928202563065},&quot;rotate&quot;:0.09147679864726632,&quot;skewX&quot;:0,&quot;scale&quot;:{&quot;x&quot;:1,&quot;y&quot;:1}},&quot;opacity&quot;:0.28,&quot;source&quot;:{&quot;type&quot;:&quot;ASSETS&quot;},&quot;pathStyles&quot;:[{&quot;type&quot;:&quot;FILL&quot;,&quot;fillStyle&quot;:&quot;rgb(0,0,0)&quot;}],&quot;isLocked&quot;:false,&quot;parent&quot;:{&quot;type&quot;:&quot;CHILD&quot;,&quot;parentId&quot;:&quot;a2a49a28-2bd4-455f-96a6-f3d9b5be919a&quot;,&quot;order&quot;:&quot;9999999999999999975&quot;}},&quot;cf49062c-8d15-4364-8a2d-1c86395a2fab&quot;:{&quot;type&quot;:&quot;FIGURE_OBJECT&quot;,&quot;id&quot;:&quot;cf49062c-8d15-4364-8a2d-1c86395a2fab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32e90f4f-60f1-49c7-9346-7a36fc718589&quot;,&quot;order&quot;:&quot;05&quot;}},&quot;0be40f7e-1c79-492c-bb18-e972bc5cf345&quot;:{&quot;type&quot;:&quot;FIGURE_OBJECT&quot;,&quot;id&quot;:&quot;0be40f7e-1c79-492c-bb18-e972bc5cf345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1&quot;}},&quot;726cffd2-3c40-4ba4-b262-ab738a44db4f&quot;:{&quot;type&quot;:&quot;FIGURE_OBJECT&quot;,&quot;id&quot;:&quot;726cffd2-3c40-4ba4-b262-ab738a44db4f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32e90f4f-60f1-49c7-9346-7a36fc718589&quot;,&quot;order&quot;:&quot;15&quot;}},&quot;4d2762a9-d253-4b9b-ac85-3d8a3e7a1bba&quot;:{&quot;type&quot;:&quot;FIGURE_OBJECT&quot;,&quot;id&quot;:&quot;4d2762a9-d253-4b9b-ac85-3d8a3e7a1bba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2&quot;}},&quot;6dc5d161-5fa7-4f5d-b9ca-1c7dddbe5b58&quot;:{&quot;type&quot;:&quot;FIGURE_OBJECT&quot;,&quot;id&quot;:&quot;6dc5d161-5fa7-4f5d-b9ca-1c7dddbe5b58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4d2762a9-d253-4b9b-ac85-3d8a3e7a1bba&quot;,&quot;order&quot;:&quot;5&quot;}},&quot;00ca3ca7-22fb-4ae9-80db-6ec35ccf954b&quot;:{&quot;type&quot;:&quot;FIGURE_OBJECT&quot;,&quot;id&quot;:&quot;00ca3ca7-22fb-4ae9-80db-6ec35ccf954b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25&quot;}},&quot;b696fd9d-f7e9-43da-a745-ea60cc318204&quot;:{&quot;type&quot;:&quot;FIGURE_OBJECT&quot;,&quot;id&quot;:&quot;b696fd9d-f7e9-43da-a745-ea60cc318204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32e90f4f-60f1-49c7-9346-7a36fc718589&quot;,&quot;order&quot;:&quot;3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f3abcc84-739c-4c08-aace-0253867a897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3abcc84-739c-4c08-aace-0253867a897a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f3abcc84-739c-4c08-aace-0253867a897a&quot;,&quot;opacity&quot;:0.28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a2a49a28-2bd4-455f-96a6-f3d9b5be919a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454ea1fa-5802-44ee-b32e-0efa83b61e6f&quot;:{&quot;id&quot;:&quot;454ea1fa-5802-44ee-b32e-0efa83b61e6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f3abcc84-739c-4c08-aace-0253867a897a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70619ef9-5fc6-4094-a43c-5a2d6434106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0619ef9-5fc6-4094-a43c-5a2d64341068&quot;:{&quot;type&quot;:&quot;FIGURE_OBJECT&quot;,&quot;id&quot;:&quot;70619ef9-5fc6-4094-a43c-5a2d64341068&quot;,&quot;parent&quot;:{&quot;type&quot;:&quot;CHILD&quot;,&quot;parentId&quot;:&quot;a2a49a28-2bd4-455f-96a6-f3d9b5be919a&quot;,&quot;order&quot;:&quot;999999999999999999&quot;},&quot;relativeTransform&quot;:{&quot;translate&quot;:{&quot;x&quot;:570.2097244124328,&quot;y&quot;:-55.47922384792972},&quot;rotate&quot;:0,&quot;skewX&quot;:0,&quot;scale&quot;:{&quot;x&quot;:1,&quot;y&quot;:1}},&quot;opacity&quot;:0.28},&quot;e9125f0a-8e07-4d10-a63e-7f840527f3e5&quot;:{&quot;type&quot;:&quot;FIGURE_OBJECT&quot;,&quot;id&quot;:&quot;e9125f0a-8e07-4d10-a63e-7f840527f3e5&quot;,&quot;parent&quot;:{&quot;type&quot;:&quot;CHILD&quot;,&quot;parentId&quot;:&quot;70619ef9-5fc6-4094-a43c-5a2d64341068&quot;,&quot;order&quot;:&quot;7&quot;},&quot;relativeTransform&quot;:{&quot;translate&quot;:{&quot;x&quot;:244.03430220320564,&quot;y&quot;:260.40454164456577},&quot;rotate&quot;:0.5705284900767742}},&quot;bc37f373-3de7-4604-b5d8-dd99bb73c589&quot;:{&quot;id&quot;:&quot;bc37f373-3de7-4604-b5d8-dd99bb73c589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e9125f0a-8e07-4d10-a63e-7f840527f3e5&quot;,&quot;order&quot;:&quot;5&quot;}},&quot;56f30307-33c8-4c6c-8418-6f25a310f71c&quot;:{&quot;type&quot;:&quot;FIGURE_OBJECT&quot;,&quot;id&quot;:&quot;56f30307-33c8-4c6c-8418-6f25a310f71c&quot;,&quot;parent&quot;:{&quot;type&quot;:&quot;CROP&quot;,&quot;parentId&quot;:&quot;e9125f0a-8e07-4d10-a63e-7f840527f3e5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518a501d-779b-4ba2-868c-890adf85ac68&quot;:{&quot;type&quot;:&quot;FIGURE_OBJECT&quot;,&quot;id&quot;:&quot;518a501d-779b-4ba2-868c-890adf85ac68&quot;,&quot;parent&quot;:{&quot;type&quot;:&quot;CHILD&quot;,&quot;parentId&quot;:&quot;70619ef9-5fc6-4094-a43c-5a2d64341068&quot;,&quot;order&quot;:&quot;2&quot;},&quot;relativeTransform&quot;:{&quot;translate&quot;:{&quot;x&quot;:-14.99888481120773,&quot;y&quot;:109.78797710352872},&quot;rotate&quot;:-0.6236081290546599}},&quot;88828eaa-3889-474d-8b6a-6030cdf5958d&quot;:{&quot;id&quot;:&quot;88828eaa-3889-474d-8b6a-6030cdf5958d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518a501d-779b-4ba2-868c-890adf85ac68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45abe889-b007-4d63-8772-d8ad4020c16f&quot;:{&quot;type&quot;:&quot;FIGURE_OBJECT&quot;,&quot;id&quot;:&quot;45abe889-b007-4d63-8772-d8ad4020c16f&quot;,&quot;parent&quot;:{&quot;type&quot;:&quot;CROP&quot;,&quot;parentId&quot;:&quot;518a501d-779b-4ba2-868c-890adf85ac68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22c87e4d-7726-4d97-8990-4b87d71ed06d&quot;:{&quot;type&quot;:&quot;FIGURE_OBJECT&quot;,&quot;id&quot;:&quot;22c87e4d-7726-4d97-8990-4b87d71ed06d&quot;,&quot;parent&quot;:{&quot;type&quot;:&quot;CHILD&quot;,&quot;parentId&quot;:&quot;70619ef9-5fc6-4094-a43c-5a2d64341068&quot;,&quot;order&quot;:&quot;5&quot;},&quot;relativeTransform&quot;:{&quot;translate&quot;:{&quot;x&quot;:260.77927831674674,&quot;y&quot;:198.83640199084653},&quot;rotate&quot;:0.6387441686248161}},&quot;de1a2e99-e13d-4182-8960-776454e11aca&quot;:{&quot;id&quot;:&quot;de1a2e99-e13d-4182-8960-776454e11aca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22c87e4d-7726-4d97-8990-4b87d71ed06d&quot;,&quot;order&quot;:&quot;5&quot;}},&quot;3adfb487-ac30-4d53-a9ce-6e469aa5b09e&quot;:{&quot;type&quot;:&quot;FIGURE_OBJECT&quot;,&quot;id&quot;:&quot;3adfb487-ac30-4d53-a9ce-6e469aa5b09e&quot;,&quot;parent&quot;:{&quot;type&quot;:&quot;CROP&quot;,&quot;parentId&quot;:&quot;22c87e4d-7726-4d97-8990-4b87d71ed06d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9772b3fa-e3f9-4708-b25f-30b7f944fa2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772b3fa-e3f9-4708-b25f-30b7f944fa23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9772b3fa-e3f9-4708-b25f-30b7f944fa23&quot;,&quot;parent&quot;:{&quot;type&quot;:&quot;CHILD&quot;,&quot;parentId&quot;:&quot;a2a49a28-2bd4-455f-96a6-f3d9b5be919a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},&quot;d2754ea3-4fd4-4bd0-83e1-5b3571a86d98&quot;:{&quot;relativeTransform&quot;:{&quot;translate&quot;:{&quot;x&quot;:-94.52047553959267,&quot;y&quot;:-2.108457435895191},&quot;rotate&quot;:0},&quot;type&quot;:&quot;FIGURE_OBJECT&quot;,&quot;id&quot;:&quot;d2754ea3-4fd4-4bd0-83e1-5b3571a86d98&quot;,&quot;parent&quot;:{&quot;type&quot;:&quot;CHILD&quot;,&quot;parentId&quot;:&quot;9772b3fa-e3f9-4708-b25f-30b7f944fa23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fb56a189-ebf8-4f0d-ae6b-f927d963353a&quot;:{&quot;type&quot;:&quot;FIGURE_OBJECT&quot;,&quot;id&quot;:&quot;fb56a189-ebf8-4f0d-ae6b-f927d963353a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d2754ea3-4fd4-4bd0-83e1-5b3571a86d98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db4d9b5e-4e9b-40ea-840b-779ab27c06ac&quot;:{&quot;type&quot;:&quot;FIGURE_OBJECT&quot;,&quot;id&quot;:&quot;db4d9b5e-4e9b-40ea-840b-779ab27c06ac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d2754ea3-4fd4-4bd0-83e1-5b3571a86d9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dcf71b0-1b9f-43bd-856b-890daf26cad7&quot;:{&quot;type&quot;:&quot;FIGURE_OBJECT&quot;,&quot;id&quot;:&quot;ddcf71b0-1b9f-43bd-856b-890daf26cad7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9772b3fa-e3f9-4708-b25f-30b7f944fa23&quot;,&quot;order&quot;:&quot;3&quot;}},&quot;a81d073a-7f2e-4e12-abfe-6ec1ba32863b&quot;:{&quot;relativeTransform&quot;:{&quot;translate&quot;:{&quot;x&quot;:25.656211366522225,&quot;y&quot;:-11.14816637129976},&quot;rotate&quot;:0.5478843171998568},&quot;type&quot;:&quot;FIGURE_OBJECT&quot;,&quot;id&quot;:&quot;a81d073a-7f2e-4e12-abfe-6ec1ba32863b&quot;,&quot;parent&quot;:{&quot;type&quot;:&quot;CHILD&quot;,&quot;parentId&quot;:&quot;9772b3fa-e3f9-4708-b25f-30b7f944fa23&quot;,&quot;order&quot;:&quot;5&quot;},&quot;name&quot;:&quot;Radioligand&quot;,&quot;displayName&quot;:&quot;Radioligand&quot;,&quot;source&quot;:{&quot;id&quot;:&quot;614a1ea32f946a00a0836689&quot;,&quot;type&quot;:&quot;ASSETS&quot;},&quot;isPremium&quot;:false},&quot;029b7d99-87df-4f73-91a8-369f218abafe&quot;:{&quot;id&quot;:&quot;029b7d99-87df-4f73-91a8-369f218abafe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a81d073a-7f2e-4e12-abfe-6ec1ba32863b&quot;,&quot;order&quot;:&quot;7&quot;}},&quot;9415940e-805d-4893-8b06-a827ea628b63&quot;:{&quot;type&quot;:&quot;FIGURE_OBJECT&quot;,&quot;id&quot;:&quot;9415940e-805d-4893-8b06-a827ea628b63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a81d073a-7f2e-4e12-abfe-6ec1ba32863b&quot;,&quot;order&quot;:&quot;2&quot;}},&quot;795bc8b3-e3be-4a38-905a-fd2aa0fe19e8&quot;:{&quot;type&quot;:&quot;FIGURE_OBJECT&quot;,&quot;id&quot;:&quot;795bc8b3-e3be-4a38-905a-fd2aa0fe19e8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a81d073a-7f2e-4e12-abfe-6ec1ba32863b&quot;,&quot;order&quot;:&quot;8&quot;}},&quot;3d8c67cb-bcf5-4c10-af1c-483947bce342&quot;:{&quot;type&quot;:&quot;FIGURE_OBJECT&quot;,&quot;id&quot;:&quot;3d8c67cb-bcf5-4c10-af1c-483947bce342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772b3fa-e3f9-4708-b25f-30b7f944fa23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98c922f3-df54-4a19-ac48-45995ac0348a&quot;:{&quot;relativeTransform&quot;:{&quot;translate&quot;:{&quot;x&quot;:8.020945760691498,&quot;y&quot;:2.288420123198222},&quot;rotate&quot;:4.1633363423443364e-17},&quot;type&quot;:&quot;FIGURE_OBJECT&quot;,&quot;id&quot;:&quot;98c922f3-df54-4a19-ac48-45995ac0348a&quot;,&quot;parent&quot;:{&quot;type&quot;:&quot;CHILD&quot;,&quot;parentId&quot;:&quot;9772b3fa-e3f9-4708-b25f-30b7f944fa23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0a411fda-a149-436b-93b6-7ac60f835af8&quot;:{&quot;id&quot;:&quot;0a411fda-a149-436b-93b6-7ac60f835af8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98c922f3-df54-4a19-ac48-45995ac0348a&quot;,&quot;order&quot;:&quot;7&quot;}},&quot;8133e9a1-a9d6-4d6b-9c79-1189c72a93e0&quot;:{&quot;type&quot;:&quot;FIGURE_OBJECT&quot;,&quot;id&quot;:&quot;8133e9a1-a9d6-4d6b-9c79-1189c72a93e0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98c922f3-df54-4a19-ac48-45995ac0348a&quot;,&quot;order&quot;:&quot;2&quot;}},&quot;4fe95979-1e67-4dc5-a4fa-cd6db39f1a82&quot;:{&quot;type&quot;:&quot;FIGURE_OBJECT&quot;,&quot;id&quot;:&quot;4fe95979-1e67-4dc5-a4fa-cd6db39f1a82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98c922f3-df54-4a19-ac48-45995ac0348a&quot;,&quot;order&quot;:&quot;8&quot;}},&quot;8e04f600-8558-437a-ba15-73877b494faa&quot;:{&quot;type&quot;:&quot;FIGURE_OBJECT&quot;,&quot;id&quot;:&quot;8e04f600-8558-437a-ba15-73877b494faa&quot;,&quot;parent&quot;:{&quot;type&quot;:&quot;CHILD&quot;,&quot;parentId&quot;:&quot;9772b3fa-e3f9-4708-b25f-30b7f944fa23&quot;,&quot;order&quot;:&quot;1&quot;},&quot;relativeTransform&quot;:{&quot;translate&quot;:{&quot;x&quot;:-0.03331737558516619,&quot;y&quot;:0.1967239441377253},&quot;rotate&quot;:0}},&quot;828deb2f-5d6d-429d-a210-c4ddda74d765&quot;:{&quot;id&quot;:&quot;828deb2f-5d6d-429d-a210-c4ddda74d765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8e04f600-8558-437a-ba15-73877b494faa&quot;,&quot;order&quot;:&quot;5&quot;}},&quot;be35ef40-5da2-40f3-9eef-7aefb6f1067d&quot;:{&quot;type&quot;:&quot;FIGURE_OBJECT&quot;,&quot;id&quot;:&quot;be35ef40-5da2-40f3-9eef-7aefb6f1067d&quot;,&quot;parent&quot;:{&quot;type&quot;:&quot;CROP&quot;,&quot;parentId&quot;:&quot;8e04f600-8558-437a-ba15-73877b494faa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251d3deb-5006-4403-ac6d-716f3eac31fc&quot;:{&quot;type&quot;:&quot;FIGURE_OBJECT&quot;,&quot;id&quot;:&quot;251d3deb-5006-4403-ac6d-716f3eac31fc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9772b3fa-e3f9-4708-b25f-30b7f944fa23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2bc8aef8-060e-45fb-a014-0fb59704044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bc8aef8-060e-45fb-a014-0fb59704044c&quot;:{&quot;type&quot;:&quot;FIGURE_OBJECT&quot;,&quot;id&quot;:&quot;2bc8aef8-060e-45fb-a014-0fb59704044c&quot;,&quot;parent&quot;:{&quot;type&quot;:&quot;CHILD&quot;,&quot;parentId&quot;:&quot;a2a49a28-2bd4-455f-96a6-f3d9b5be919a&quot;,&quot;order&quot;:&quot;999999999999999999999&quot;},&quot;relativeTransform&quot;:{&quot;translate&quot;:{&quot;x&quot;:-5.593912965258861,&quot;y&quot;:8.277245494691797},&quot;rotate&quot;:0,&quot;skewX&quot;:0,&quot;scale&quot;:{&quot;x&quot;:1,&quot;y&quot;:1}}},&quot;421cdc72-61c6-480b-9c89-e371903cd89e&quot;:{&quot;type&quot;:&quot;FIGURE_OBJECT&quot;,&quot;id&quot;:&quot;421cdc72-61c6-480b-9c89-e371903cd89e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05&quot;}},&quot;d8972d6f-9215-41ba-b8e7-16cd34e3d72d&quot;:{&quot;type&quot;:&quot;FIGURE_OBJECT&quot;,&quot;id&quot;:&quot;d8972d6f-9215-41ba-b8e7-16cd34e3d72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421cdc72-61c6-480b-9c89-e371903cd89e&quot;,&quot;order&quot;:&quot;5&quot;}},&quot;99582e05-2c94-4456-bfad-b3607ac22cfd&quot;:{&quot;type&quot;:&quot;FIGURE_OBJECT&quot;,&quot;id&quot;:&quot;99582e05-2c94-4456-bfad-b3607ac22cfd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1&quot;}},&quot;336a54bf-a089-4ce5-a5eb-ac3e02d67e00&quot;:{&quot;type&quot;:&quot;FIGURE_OBJECT&quot;,&quot;id&quot;:&quot;336a54bf-a089-4ce5-a5eb-ac3e02d67e0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99582e05-2c94-4456-bfad-b3607ac22cfd&quot;,&quot;order&quot;:&quot;5&quot;}},&quot;8005963e-c441-49d6-a7a4-4264fb161a31&quot;:{&quot;type&quot;:&quot;FIGURE_OBJECT&quot;,&quot;id&quot;:&quot;8005963e-c441-49d6-a7a4-4264fb161a31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6&quot;}},&quot;8a5906a8-0701-430c-be6d-94594c10f043&quot;:{&quot;type&quot;:&quot;FIGURE_OBJECT&quot;,&quot;id&quot;:&quot;8a5906a8-0701-430c-be6d-94594c10f043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8005963e-c441-49d6-a7a4-4264fb161a31&quot;,&quot;order&quot;:&quot;5&quot;}},&quot;4f8938b1-6181-40ee-9d48-c9a56c847321&quot;:{&quot;type&quot;:&quot;FIGURE_OBJECT&quot;,&quot;id&quot;:&quot;4f8938b1-6181-40ee-9d48-c9a56c847321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7&quot;}},&quot;69ce7670-4ca4-47e6-a9ce-41fe87fac5a1&quot;:{&quot;type&quot;:&quot;FIGURE_OBJECT&quot;,&quot;id&quot;:&quot;69ce7670-4ca4-47e6-a9ce-41fe87fac5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4f8938b1-6181-40ee-9d48-c9a56c847321&quot;,&quot;order&quot;:&quot;5&quot;}},&quot;be46edda-48a7-40ee-b1b9-416a1dabbc98&quot;:{&quot;type&quot;:&quot;FIGURE_OBJECT&quot;,&quot;id&quot;:&quot;be46edda-48a7-40ee-b1b9-416a1dabbc98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8&quot;}},&quot;8a20d00e-3541-405b-847a-6e8ee779e4f2&quot;:{&quot;type&quot;:&quot;FIGURE_OBJECT&quot;,&quot;id&quot;:&quot;8a20d00e-3541-405b-847a-6e8ee779e4f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be46edda-48a7-40ee-b1b9-416a1dabbc98&quot;,&quot;order&quot;:&quot;5&quot;}},&quot;a22e7f18-e328-4a65-a2c3-7a740a896bc6&quot;:{&quot;type&quot;:&quot;FIGURE_OBJECT&quot;,&quot;id&quot;:&quot;a22e7f18-e328-4a65-a2c3-7a740a896bc6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2&quot;}},&quot;c26dc5da-8e0c-4b60-a915-45d2bfc767bd&quot;:{&quot;type&quot;:&quot;FIGURE_OBJECT&quot;,&quot;id&quot;:&quot;c26dc5da-8e0c-4b60-a915-45d2bfc767b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a22e7f18-e328-4a65-a2c3-7a740a896bc6&quot;,&quot;order&quot;:&quot;5&quot;}},&quot;8dd1568f-6129-4b69-874f-3ec995e9670d&quot;:{&quot;type&quot;:&quot;FIGURE_OBJECT&quot;,&quot;id&quot;:&quot;8dd1568f-6129-4b69-874f-3ec995e9670d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2bc8aef8-060e-45fb-a014-0fb59704044c&quot;,&quot;order&quot;:&quot;3&quot;}},&quot;c70e5c7c-faa9-4475-9c23-9b61874f26e6&quot;:{&quot;type&quot;:&quot;FIGURE_OBJECT&quot;,&quot;id&quot;:&quot;c70e5c7c-faa9-4475-9c23-9b61874f26e6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bc8aef8-060e-45fb-a014-0fb59704044c&quot;,&quot;order&quot;:&quot;5&quot;}},&quot;1f53489d-51c6-4b56-908f-079e7d03064f&quot;:{&quot;type&quot;:&quot;FIGURE_OBJECT&quot;,&quot;id&quot;:&quot;1f53489d-51c6-4b56-908f-079e7d03064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c70e5c7c-faa9-4475-9c23-9b61874f26e6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0fec2fc-f472-4da2-9f8e-4660b4977c2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0fec2fc-f472-4da2-9f8e-4660b4977c2a&quot;:{&quot;type&quot;:&quot;FIGURE_OBJECT&quot;,&quot;id&quot;:&quot;80fec2fc-f472-4da2-9f8e-4660b4977c2a&quot;,&quot;parent&quot;:{&quot;type&quot;:&quot;CHILD&quot;,&quot;parentId&quot;:&quot;a2a49a28-2bd4-455f-96a6-f3d9b5be919a&quot;,&quot;order&quot;:&quot;9999999999999999999995&quot;},&quot;relativeTransform&quot;:{&quot;translate&quot;:{&quot;x&quot;:-5.594155759230981,&quot;y&quot;:62.26905503758982},&quot;rotate&quot;:0,&quot;skewX&quot;:0,&quot;scale&quot;:{&quot;x&quot;:1,&quot;y&quot;:1}}},&quot;6cc4fc03-aa43-40eb-8bc5-dfc2d6e34664&quot;:{&quot;type&quot;:&quot;FIGURE_OBJECT&quot;,&quot;id&quot;:&quot;6cc4fc03-aa43-40eb-8bc5-dfc2d6e34664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80fec2fc-f472-4da2-9f8e-4660b4977c2a&quot;,&quot;order&quot;:&quot;05&quot;}},&quot;3aa50572-51d2-4db0-aadb-688e08d9ab34&quot;:{&quot;type&quot;:&quot;FIGURE_OBJECT&quot;,&quot;id&quot;:&quot;3aa50572-51d2-4db0-aadb-688e08d9ab34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6cc4fc03-aa43-40eb-8bc5-dfc2d6e34664&quot;,&quot;order&quot;:&quot;5&quot;}},&quot;0cff8507-f079-4d1f-9cf3-2c641d7c9eda&quot;:{&quot;type&quot;:&quot;FIGURE_OBJECT&quot;,&quot;id&quot;:&quot;0cff8507-f079-4d1f-9cf3-2c641d7c9eda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1&quot;}},&quot;7a631d9d-66c6-4e0f-b6f9-d65b3ea872ba&quot;:{&quot;type&quot;:&quot;FIGURE_OBJECT&quot;,&quot;id&quot;:&quot;7a631d9d-66c6-4e0f-b6f9-d65b3ea872b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0cff8507-f079-4d1f-9cf3-2c641d7c9eda&quot;,&quot;order&quot;:&quot;5&quot;}},&quot;2b2e4ab6-78e1-4122-9799-5aa719bfa53c&quot;:{&quot;type&quot;:&quot;FIGURE_OBJECT&quot;,&quot;id&quot;:&quot;2b2e4ab6-78e1-4122-9799-5aa719bfa53c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6&quot;}},&quot;a563519a-77d6-4973-ac4a-8b034a16b158&quot;:{&quot;type&quot;:&quot;FIGURE_OBJECT&quot;,&quot;id&quot;:&quot;a563519a-77d6-4973-ac4a-8b034a16b15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2b2e4ab6-78e1-4122-9799-5aa719bfa53c&quot;,&quot;order&quot;:&quot;5&quot;}},&quot;8d991f69-5aa1-45d7-b169-387d4990e6f2&quot;:{&quot;type&quot;:&quot;FIGURE_OBJECT&quot;,&quot;id&quot;:&quot;8d991f69-5aa1-45d7-b169-387d4990e6f2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7&quot;}},&quot;bb6b0404-39f2-4446-9b29-1a235d78da57&quot;:{&quot;type&quot;:&quot;FIGURE_OBJECT&quot;,&quot;id&quot;:&quot;bb6b0404-39f2-4446-9b29-1a235d78da5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d991f69-5aa1-45d7-b169-387d4990e6f2&quot;,&quot;order&quot;:&quot;5&quot;}},&quot;25fabaaf-e9be-481a-b295-4a87bc2e57b9&quot;:{&quot;type&quot;:&quot;FIGURE_OBJECT&quot;,&quot;id&quot;:&quot;25fabaaf-e9be-481a-b295-4a87bc2e57b9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8&quot;}},&quot;de35fe25-c548-453b-b9d2-a4790f6b5ebc&quot;:{&quot;type&quot;:&quot;FIGURE_OBJECT&quot;,&quot;id&quot;:&quot;de35fe25-c548-453b-b9d2-a4790f6b5eb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5fabaaf-e9be-481a-b295-4a87bc2e57b9&quot;,&quot;order&quot;:&quot;5&quot;}},&quot;5154db2c-2c73-4d95-a1ed-2f8a2cc3f023&quot;:{&quot;type&quot;:&quot;FIGURE_OBJECT&quot;,&quot;id&quot;:&quot;5154db2c-2c73-4d95-a1ed-2f8a2cc3f023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2&quot;}},&quot;5150d9b9-a7e8-4191-9743-fa69d2614e16&quot;:{&quot;type&quot;:&quot;FIGURE_OBJECT&quot;,&quot;id&quot;:&quot;5150d9b9-a7e8-4191-9743-fa69d2614e16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5154db2c-2c73-4d95-a1ed-2f8a2cc3f023&quot;,&quot;order&quot;:&quot;5&quot;}},&quot;8aff90e0-f38b-45a9-9b5a-940f38d2b2da&quot;:{&quot;type&quot;:&quot;FIGURE_OBJECT&quot;,&quot;id&quot;:&quot;8aff90e0-f38b-45a9-9b5a-940f38d2b2da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80fec2fc-f472-4da2-9f8e-4660b4977c2a&quot;,&quot;order&quot;:&quot;3&quot;}},&quot;1df1c8d3-985c-49b4-9e33-a521dd760c91&quot;:{&quot;type&quot;:&quot;FIGURE_OBJECT&quot;,&quot;id&quot;:&quot;1df1c8d3-985c-49b4-9e33-a521dd760c91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80fec2fc-f472-4da2-9f8e-4660b4977c2a&quot;,&quot;order&quot;:&quot;5&quot;}},&quot;63c6c6a4-6b0c-4acb-8922-d60a3e86568b&quot;:{&quot;type&quot;:&quot;FIGURE_OBJECT&quot;,&quot;id&quot;:&quot;63c6c6a4-6b0c-4acb-8922-d60a3e8656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1df1c8d3-985c-49b4-9e33-a521dd760c91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9db7189-a3f7-4b3a-ac53-d4bc614d18b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9db7189-a3f7-4b3a-ac53-d4bc614d18b0&quot;:{&quot;type&quot;:&quot;FIGURE_OBJECT&quot;,&quot;id&quot;:&quot;49db7189-a3f7-4b3a-ac53-d4bc614d18b0&quot;,&quot;relativeTransform&quot;:{&quot;translate&quot;:{&quot;x&quot;:0,&quot;y&quot;:0.972289742343214},&quot;rotate&quot;:0,&quot;skewX&quot;:0,&quot;scale&quot;:{&quot;x&quot;:1,&quot;y&quot;:1}},&quot;opacity&quot;:1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7&quot;},&quot;connectorInfo&quot;:{&quot;connectedObjectAtLineStart&quot;:{&quot;objectId&quot;:&quot;2bc8aef8-060e-45fb-a014-0fb59704044c&quot;,&quot;coordinates&quot;:{&quot;x&quot;:0,&quot;y&quot;:0.5}},&quot;connectedObjectAtLineEnd&quot;:{&quot;objectId&quot;:&quot;80fec2fc-f472-4da2-9f8e-4660b4977c2a&quot;,&quot;coordinates&quot;:{&quot;x&quot;:0,&quot;y&quot;:0.5}},&quot;type&quot;:&quot;ELBOW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6ebf2a4b-a59f-47b4-9c8f-09bc3c2dd15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ebf2a4b-a59f-47b4-9c8f-09bc3c2dd15b&quot;:{&quot;type&quot;:&quot;FIGURE_OBJECT&quot;,&quot;id&quot;:&quot;6ebf2a4b-a59f-47b4-9c8f-09bc3c2dd15b&quot;,&quot;parent&quot;:{&quot;type&quot;:&quot;CHILD&quot;,&quot;parentId&quot;:&quot;a2a49a28-2bd4-455f-96a6-f3d9b5be919a&quot;,&quot;order&quot;:&quot;99999999999999999999996&quot;},&quot;relativeTransform&quot;:{&quot;translate&quot;:{&quot;x&quot;:-132.41727879185254,&quot;y&quot;:11.136717055467239},&quot;rotate&quot;:0,&quot;skewX&quot;:0,&quot;scale&quot;:{&quot;x&quot;:1,&quot;y&quot;:1}}},&quot;a8bf554e-68e9-4016-bb01-944f6527e9fa&quot;:{&quot;type&quot;:&quot;FIGURE_OBJECT&quot;,&quot;id&quot;:&quot;a8bf554e-68e9-4016-bb01-944f6527e9fa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6ebf2a4b-a59f-47b4-9c8f-09bc3c2dd15b&quot;,&quot;order&quot;:&quot;2&quot;}},&quot;b0f3c54a-c4f9-431c-9002-8515a7c0a3cc&quot;:{&quot;type&quot;:&quot;FIGURE_OBJECT&quot;,&quot;id&quot;:&quot;b0f3c54a-c4f9-431c-9002-8515a7c0a3cc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1&quot;}},&quot;9c4afe80-ccd9-4c53-8364-7740831c116c&quot;:{&quot;type&quot;:&quot;FIGURE_OBJECT&quot;,&quot;id&quot;:&quot;9c4afe80-ccd9-4c53-8364-7740831c116c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2&quot;}},&quot;db8d834a-5667-412d-b261-f03fd7aad7d3&quot;:{&quot;type&quot;:&quot;FIGURE_OBJECT&quot;,&quot;id&quot;:&quot;db8d834a-5667-412d-b261-f03fd7aad7d3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5&quot;}},&quot;96afc6a4-ac73-494c-9f7a-2e7a2d91c4c8&quot;:{&quot;type&quot;:&quot;FIGURE_OBJECT&quot;,&quot;id&quot;:&quot;96afc6a4-ac73-494c-9f7a-2e7a2d91c4c8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07&quot;}},&quot;0e3eebd1-6d64-4fdc-bece-67c102e24e09&quot;:{&quot;type&quot;:&quot;FIGURE_OBJECT&quot;,&quot;id&quot;:&quot;0e3eebd1-6d64-4fdc-bece-67c102e24e09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&quot;}},&quot;0787c355-7acd-4f75-b410-5a59de95d8c2&quot;:{&quot;type&quot;:&quot;FIGURE_OBJECT&quot;,&quot;id&quot;:&quot;0787c355-7acd-4f75-b410-5a59de95d8c2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1&quot;}},&quot;666aa4fc-7a7e-4a22-a4f0-235f9bee1a7d&quot;:{&quot;type&quot;:&quot;FIGURE_OBJECT&quot;,&quot;id&quot;:&quot;666aa4fc-7a7e-4a22-a4f0-235f9bee1a7d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2&quot;}},&quot;31ee41f5-0de7-4015-b361-3ceb36e4ff5a&quot;:{&quot;type&quot;:&quot;FIGURE_OBJECT&quot;,&quot;id&quot;:&quot;31ee41f5-0de7-4015-b361-3ceb36e4ff5a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5&quot;}},&quot;5908bb1d-d27e-4494-871a-37a5c16b3212&quot;:{&quot;type&quot;:&quot;FIGURE_OBJECT&quot;,&quot;id&quot;:&quot;5908bb1d-d27e-4494-871a-37a5c16b3212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17&quot;}},&quot;c6c5fd93-fc1d-4639-bfda-732dbfa73e95&quot;:{&quot;type&quot;:&quot;FIGURE_OBJECT&quot;,&quot;id&quot;:&quot;c6c5fd93-fc1d-4639-bfda-732dbfa73e95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&quot;}},&quot;cdb990a0-223e-4f42-9de8-fb84071f0949&quot;:{&quot;type&quot;:&quot;FIGURE_OBJECT&quot;,&quot;id&quot;:&quot;cdb990a0-223e-4f42-9de8-fb84071f0949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1&quot;}},&quot;3c4feecc-0cea-4501-89d8-8f379e346d3c&quot;:{&quot;type&quot;:&quot;FIGURE_OBJECT&quot;,&quot;id&quot;:&quot;3c4feecc-0cea-4501-89d8-8f379e346d3c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2&quot;}},&quot;20135dfa-3ce2-4f31-9930-7ff056ddc7ca&quot;:{&quot;type&quot;:&quot;FIGURE_OBJECT&quot;,&quot;id&quot;:&quot;20135dfa-3ce2-4f31-9930-7ff056ddc7ca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5&quot;}},&quot;380bd68d-80f0-4130-90d1-e0fdddacbf80&quot;:{&quot;type&quot;:&quot;FIGURE_OBJECT&quot;,&quot;id&quot;:&quot;380bd68d-80f0-4130-90d1-e0fdddacbf80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27&quot;}},&quot;0b0d5c8e-9476-43e2-96de-b5a1b3c3ef41&quot;:{&quot;type&quot;:&quot;FIGURE_OBJECT&quot;,&quot;id&quot;:&quot;0b0d5c8e-9476-43e2-96de-b5a1b3c3ef41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3&quot;}},&quot;3b2b443c-3867-4647-b353-5dd4b7e48bbb&quot;:{&quot;type&quot;:&quot;FIGURE_OBJECT&quot;,&quot;id&quot;:&quot;3b2b443c-3867-4647-b353-5dd4b7e48bbb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35&quot;}},&quot;4c684afa-a511-4f1f-aaae-9d814a28b88d&quot;:{&quot;type&quot;:&quot;FIGURE_OBJECT&quot;,&quot;id&quot;:&quot;4c684afa-a511-4f1f-aaae-9d814a28b88d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4&quot;}},&quot;d1ab92f3-b6b3-4e72-b418-ea2e3adc5600&quot;:{&quot;type&quot;:&quot;FIGURE_OBJECT&quot;,&quot;id&quot;:&quot;d1ab92f3-b6b3-4e72-b418-ea2e3adc5600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45&quot;}},&quot;418d3605-ea6b-4453-8a59-acca0cf3d5ce&quot;:{&quot;type&quot;:&quot;FIGURE_OBJECT&quot;,&quot;id&quot;:&quot;418d3605-ea6b-4453-8a59-acca0cf3d5ce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&quot;}},&quot;334e7135-634a-4c93-8b7d-c42b824eb257&quot;:{&quot;type&quot;:&quot;FIGURE_OBJECT&quot;,&quot;id&quot;:&quot;334e7135-634a-4c93-8b7d-c42b824eb257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1&quot;}},&quot;31087965-e728-4c49-8220-dd0816b064ce&quot;:{&quot;type&quot;:&quot;FIGURE_OBJECT&quot;,&quot;id&quot;:&quot;31087965-e728-4c49-8220-dd0816b064ce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2&quot;}},&quot;a2f27b19-e27d-46bd-8148-92a2d3f3cc58&quot;:{&quot;type&quot;:&quot;FIGURE_OBJECT&quot;,&quot;id&quot;:&quot;a2f27b19-e27d-46bd-8148-92a2d3f3cc58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5&quot;}},&quot;9fb100b8-ba72-4fb0-a120-d4b7546b50cf&quot;:{&quot;type&quot;:&quot;FIGURE_OBJECT&quot;,&quot;id&quot;:&quot;9fb100b8-ba72-4fb0-a120-d4b7546b50cf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57&quot;}},&quot;2c1bec19-17a4-431c-b727-84c718d5d353&quot;:{&quot;type&quot;:&quot;FIGURE_OBJECT&quot;,&quot;id&quot;:&quot;2c1bec19-17a4-431c-b727-84c718d5d353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&quot;}},&quot;08784426-3c67-452e-8c7d-b853c4b0a5e2&quot;:{&quot;type&quot;:&quot;FIGURE_OBJECT&quot;,&quot;id&quot;:&quot;08784426-3c67-452e-8c7d-b853c4b0a5e2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2&quot;}},&quot;add2aaba-4fb0-452a-9665-be154da4586d&quot;:{&quot;type&quot;:&quot;FIGURE_OBJECT&quot;,&quot;id&quot;:&quot;add2aaba-4fb0-452a-9665-be154da4586d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5&quot;}},&quot;ab492bc2-0fa7-4835-805c-e2e1e4a053eb&quot;:{&quot;type&quot;:&quot;FIGURE_OBJECT&quot;,&quot;id&quot;:&quot;ab492bc2-0fa7-4835-805c-e2e1e4a053eb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67&quot;}},&quot;1e5565c3-f4fb-49db-986d-646927f02468&quot;:{&quot;type&quot;:&quot;FIGURE_OBJECT&quot;,&quot;id&quot;:&quot;1e5565c3-f4fb-49db-986d-646927f02468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&quot;}},&quot;c1ad4d46-5985-43ab-9d18-c6c01519b023&quot;:{&quot;type&quot;:&quot;FIGURE_OBJECT&quot;,&quot;id&quot;:&quot;c1ad4d46-5985-43ab-9d18-c6c01519b023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1&quot;}},&quot;5c5e55bf-804c-4316-acaa-394d5f5d3991&quot;:{&quot;type&quot;:&quot;FIGURE_OBJECT&quot;,&quot;id&quot;:&quot;5c5e55bf-804c-4316-acaa-394d5f5d3991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2&quot;}},&quot;01421035-8e36-487d-a781-e12ce7430c37&quot;:{&quot;type&quot;:&quot;FIGURE_OBJECT&quot;,&quot;id&quot;:&quot;01421035-8e36-487d-a781-e12ce7430c37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5&quot;}},&quot;86d43e36-3c9b-423a-9c53-146177e4db2e&quot;:{&quot;type&quot;:&quot;FIGURE_OBJECT&quot;,&quot;id&quot;:&quot;86d43e36-3c9b-423a-9c53-146177e4db2e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77&quot;}},&quot;43c54478-9ac5-4552-afa5-1a28e8aad65f&quot;:{&quot;type&quot;:&quot;FIGURE_OBJECT&quot;,&quot;id&quot;:&quot;43c54478-9ac5-4552-afa5-1a28e8aad65f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8&quot;}},&quot;e6aa72a3-39f0-4785-81fc-83132ae7264b&quot;:{&quot;type&quot;:&quot;FIGURE_OBJECT&quot;,&quot;id&quot;:&quot;e6aa72a3-39f0-4785-81fc-83132ae7264b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85&quot;}},&quot;56ee4f61-f219-48b6-a489-8bf122e503a3&quot;:{&quot;type&quot;:&quot;FIGURE_OBJECT&quot;,&quot;id&quot;:&quot;56ee4f61-f219-48b6-a489-8bf122e503a3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9&quot;}},&quot;0e62da27-d80c-42b8-8cd6-0eeaeaa5026a&quot;:{&quot;type&quot;:&quot;FIGURE_OBJECT&quot;,&quot;id&quot;:&quot;0e62da27-d80c-42b8-8cd6-0eeaeaa5026a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a8bf554e-68e9-4016-bb01-944f6527e9fa&quot;,&quot;order&quot;:&quot;95&quot;}},&quot;b56844c7-3cd0-4ad0-a197-26c9b24e2435&quot;:{&quot;type&quot;:&quot;FIGURE_OBJECT&quot;,&quot;id&quot;:&quot;b56844c7-3cd0-4ad0-a197-26c9b24e2435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6ebf2a4b-a59f-47b4-9c8f-09bc3c2dd15b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dce3d5d-bcd5-4c43-828b-9899e205cc0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dce3d5d-bcd5-4c43-828b-9899e205cc0b&quot;:{&quot;type&quot;:&quot;FIGURE_OBJECT&quot;,&quot;id&quot;:&quot;5dce3d5d-bcd5-4c43-828b-9899e205cc0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&quot;},&quot;connectorInfo&quot;:{&quot;connectedObjectAtLineEnd&quot;:{&quot;objectId&quot;:&quot;6ebf2a4b-a59f-47b4-9c8f-09bc3c2dd15b&quot;,&quot;coordinates&quot;:{&quot;x&quot;:0,&quot;y&quot;:0.5}},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75f8d5fa-7aaa-4f3c-b8ac-dfb37f98421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5f8d5fa-7aaa-4f3c-b8ac-dfb37f984215&quot;:{&quot;type&quot;:&quot;FIGURE_OBJECT&quot;,&quot;id&quot;:&quot;75f8d5fa-7aaa-4f3c-b8ac-dfb37f984215&quot;,&quot;parent&quot;:{&quot;type&quot;:&quot;CHILD&quot;,&quot;parentId&quot;:&quot;a2a49a28-2bd4-455f-96a6-f3d9b5be919a&quot;,&quot;order&quot;:&quot;9999999999999999999999919&quot;},&quot;relativeTransform&quot;:{}},&quot;4e74c270-b850-4341-b387-4918a13846c7&quot;:{&quot;type&quot;:&quot;FIGURE_OBJECT&quot;,&quot;id&quot;:&quot;4e74c270-b850-4341-b387-4918a13846c7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1&quot;}},&quot;a469047d-2502-47ad-be0f-ecc7a9849b68&quot;:{&quot;type&quot;:&quot;FIGURE_OBJECT&quot;,&quot;id&quot;:&quot;a469047d-2502-47ad-be0f-ecc7a9849b68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2&quot;}},&quot;8ecc0bd4-f201-4622-a806-6a2f3dede24a&quot;:{&quot;type&quot;:&quot;FIGURE_OBJECT&quot;,&quot;id&quot;:&quot;8ecc0bd4-f201-4622-a806-6a2f3dede24a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5&quot;}},&quot;09026e3a-2e86-48ba-bae2-cb38f5e8170d&quot;:{&quot;type&quot;:&quot;FIGURE_OBJECT&quot;,&quot;id&quot;:&quot;09026e3a-2e86-48ba-bae2-cb38f5e8170d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07&quot;}},&quot;904ec207-ee6c-42ac-914e-fef52c3384ae&quot;:{&quot;type&quot;:&quot;FIGURE_OBJECT&quot;,&quot;id&quot;:&quot;904ec207-ee6c-42ac-914e-fef52c3384ae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&quot;}},&quot;98b68c21-ecea-4a35-88a0-64c81b97268d&quot;:{&quot;type&quot;:&quot;FIGURE_OBJECT&quot;,&quot;id&quot;:&quot;98b68c21-ecea-4a35-88a0-64c81b97268d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1&quot;}},&quot;375ec88d-fc4d-4761-9e83-ccda2434a758&quot;:{&quot;type&quot;:&quot;FIGURE_OBJECT&quot;,&quot;id&quot;:&quot;375ec88d-fc4d-4761-9e83-ccda2434a758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2&quot;}},&quot;27a2beb1-c380-4d13-b572-f0b5106e5eea&quot;:{&quot;type&quot;:&quot;FIGURE_OBJECT&quot;,&quot;id&quot;:&quot;27a2beb1-c380-4d13-b572-f0b5106e5eea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5&quot;}},&quot;dd6ba419-bcad-4f33-b85b-7751288e941c&quot;:{&quot;type&quot;:&quot;FIGURE_OBJECT&quot;,&quot;id&quot;:&quot;dd6ba419-bcad-4f33-b85b-7751288e941c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17&quot;}},&quot;29047381-0c50-4fdd-ba17-c84464b941b5&quot;:{&quot;type&quot;:&quot;FIGURE_OBJECT&quot;,&quot;id&quot;:&quot;29047381-0c50-4fdd-ba17-c84464b941b5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&quot;}},&quot;f34ee0ca-91e6-4807-8061-1b97ffe47e1b&quot;:{&quot;type&quot;:&quot;FIGURE_OBJECT&quot;,&quot;id&quot;:&quot;f34ee0ca-91e6-4807-8061-1b97ffe47e1b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1&quot;}},&quot;70d1c9a7-8aed-466d-83e8-36bc085bde4a&quot;:{&quot;type&quot;:&quot;FIGURE_OBJECT&quot;,&quot;id&quot;:&quot;70d1c9a7-8aed-466d-83e8-36bc085bde4a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2&quot;}},&quot;c017a0fe-0785-4bd7-8b68-e030f4ac86a8&quot;:{&quot;type&quot;:&quot;FIGURE_OBJECT&quot;,&quot;id&quot;:&quot;c017a0fe-0785-4bd7-8b68-e030f4ac86a8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5&quot;}},&quot;eeaf1c3c-b018-4cab-b5bf-f30ab4e0cf16&quot;:{&quot;type&quot;:&quot;FIGURE_OBJECT&quot;,&quot;id&quot;:&quot;eeaf1c3c-b018-4cab-b5bf-f30ab4e0cf16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27&quot;}},&quot;3844783a-ecb1-48bf-abdc-401735ec96d8&quot;:{&quot;type&quot;:&quot;FIGURE_OBJECT&quot;,&quot;id&quot;:&quot;3844783a-ecb1-48bf-abdc-401735ec96d8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3&quot;}},&quot;da0d0294-b322-485f-bd89-7aa8c8c5de9f&quot;:{&quot;type&quot;:&quot;FIGURE_OBJECT&quot;,&quot;id&quot;:&quot;da0d0294-b322-485f-bd89-7aa8c8c5de9f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35&quot;}},&quot;06f3f2f8-4178-41b7-a7fb-83f4a1bd4820&quot;:{&quot;type&quot;:&quot;FIGURE_OBJECT&quot;,&quot;id&quot;:&quot;06f3f2f8-4178-41b7-a7fb-83f4a1bd4820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4&quot;}},&quot;c6e99df9-0325-421d-9ec4-3ffc66abce7a&quot;:{&quot;type&quot;:&quot;FIGURE_OBJECT&quot;,&quot;id&quot;:&quot;c6e99df9-0325-421d-9ec4-3ffc66abce7a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45&quot;}},&quot;acf04db2-903c-4f4a-a700-724397585131&quot;:{&quot;type&quot;:&quot;FIGURE_OBJECT&quot;,&quot;id&quot;:&quot;acf04db2-903c-4f4a-a700-724397585131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&quot;}},&quot;cca5ed91-73f6-46b6-bc97-f95efcdeb132&quot;:{&quot;type&quot;:&quot;FIGURE_OBJECT&quot;,&quot;id&quot;:&quot;cca5ed91-73f6-46b6-bc97-f95efcdeb132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1&quot;}},&quot;9fdc645b-14ac-447a-9532-e7445db1cb57&quot;:{&quot;type&quot;:&quot;FIGURE_OBJECT&quot;,&quot;id&quot;:&quot;9fdc645b-14ac-447a-9532-e7445db1cb57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2&quot;}},&quot;0c07fb77-f0b0-42ed-b337-35b4ac0f0403&quot;:{&quot;type&quot;:&quot;FIGURE_OBJECT&quot;,&quot;id&quot;:&quot;0c07fb77-f0b0-42ed-b337-35b4ac0f0403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5&quot;}},&quot;3b610762-ab94-4311-bd45-647f7e7e112a&quot;:{&quot;type&quot;:&quot;FIGURE_OBJECT&quot;,&quot;id&quot;:&quot;3b610762-ab94-4311-bd45-647f7e7e112a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57&quot;}},&quot;00d87116-1c9d-472d-9713-6ae9dc99c9e7&quot;:{&quot;type&quot;:&quot;FIGURE_OBJECT&quot;,&quot;id&quot;:&quot;00d87116-1c9d-472d-9713-6ae9dc99c9e7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&quot;}},&quot;436c89e8-fbc5-4f90-9e79-a92c5b58e68e&quot;:{&quot;type&quot;:&quot;FIGURE_OBJECT&quot;,&quot;id&quot;:&quot;436c89e8-fbc5-4f90-9e79-a92c5b58e68e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2&quot;}},&quot;6033d295-e735-4b0f-9164-0f861a84da94&quot;:{&quot;type&quot;:&quot;FIGURE_OBJECT&quot;,&quot;id&quot;:&quot;6033d295-e735-4b0f-9164-0f861a84da94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5&quot;}},&quot;8ee754da-f28c-42ee-a01e-57eb6486064c&quot;:{&quot;type&quot;:&quot;FIGURE_OBJECT&quot;,&quot;id&quot;:&quot;8ee754da-f28c-42ee-a01e-57eb6486064c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67&quot;}},&quot;c21041f7-e5ec-4cf5-a7ff-6a537d81adbc&quot;:{&quot;type&quot;:&quot;FIGURE_OBJECT&quot;,&quot;id&quot;:&quot;c21041f7-e5ec-4cf5-a7ff-6a537d81adbc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&quot;}},&quot;3bba76fa-ca0f-4b20-9bb7-43cb54b19bd1&quot;:{&quot;type&quot;:&quot;FIGURE_OBJECT&quot;,&quot;id&quot;:&quot;3bba76fa-ca0f-4b20-9bb7-43cb54b19bd1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1&quot;}},&quot;25c2d042-fcde-4387-b39b-692327a36012&quot;:{&quot;type&quot;:&quot;FIGURE_OBJECT&quot;,&quot;id&quot;:&quot;25c2d042-fcde-4387-b39b-692327a36012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2&quot;}},&quot;56d5539f-700a-491a-91dd-558a7fd29c8e&quot;:{&quot;type&quot;:&quot;FIGURE_OBJECT&quot;,&quot;id&quot;:&quot;56d5539f-700a-491a-91dd-558a7fd29c8e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5&quot;}},&quot;033be08c-9d29-4837-9267-6bf8c3b57a66&quot;:{&quot;type&quot;:&quot;FIGURE_OBJECT&quot;,&quot;id&quot;:&quot;033be08c-9d29-4837-9267-6bf8c3b57a66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77&quot;}},&quot;49c1b5e8-145e-4edc-b5e5-19698da4d0b6&quot;:{&quot;type&quot;:&quot;FIGURE_OBJECT&quot;,&quot;id&quot;:&quot;49c1b5e8-145e-4edc-b5e5-19698da4d0b6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8&quot;}},&quot;ea2c3b8d-855a-4d6d-b99b-c48ded1bcde0&quot;:{&quot;type&quot;:&quot;FIGURE_OBJECT&quot;,&quot;id&quot;:&quot;ea2c3b8d-855a-4d6d-b99b-c48ded1bcde0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85&quot;}},&quot;d68d892f-85b3-4b30-88fe-bd885f58742a&quot;:{&quot;type&quot;:&quot;FIGURE_OBJECT&quot;,&quot;id&quot;:&quot;d68d892f-85b3-4b30-88fe-bd885f58742a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9&quot;}},&quot;9623ecd3-afd9-40b5-b4e5-fc50f6f6d0ff&quot;:{&quot;type&quot;:&quot;FIGURE_OBJECT&quot;,&quot;id&quot;:&quot;9623ecd3-afd9-40b5-b4e5-fc50f6f6d0ff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5f8d5fa-7aaa-4f3c-b8ac-dfb37f984215&quot;,&quot;order&quot;:&quot;9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a7c12a85-04d5-4be8-a5a9-000fe535811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7c12a85-04d5-4be8-a5a9-000fe535811d&quot;:{&quot;type&quot;:&quot;FIGURE_OBJECT&quot;,&quot;id&quot;:&quot;a7c12a85-04d5-4be8-a5a9-000fe535811d&quot;,&quot;relativeTransform&quot;:{&quot;translate&quot;:{&quot;x&quot;:96.34420758385988,&quot;y&quot;:0.00007438016530159075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5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fca82e9-7ceb-4119-a2ef-dfe2a95c885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fca82e9-7ceb-4119-a2ef-dfe2a95c885d&quot;:{&quot;type&quot;:&quot;FIGURE_OBJECT&quot;,&quot;id&quot;:&quot;8fca82e9-7ceb-4119-a2ef-dfe2a95c885d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a2a49a28-2bd4-455f-96a6-f3d9b5be919a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},&quot;f2b0a0af-ee4d-47a4-a0b9-f187a2f3f24e&quot;:{&quot;id&quot;:&quot;f2b0a0af-ee4d-47a4-a0b9-f187a2f3f24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8fca82e9-7ceb-4119-a2ef-dfe2a95c885d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f3b396a3-c1d6-4e5b-92ac-187501a575a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3b396a3-c1d6-4e5b-92ac-187501a575af&quot;:{&quot;type&quot;:&quot;FIGURE_OBJECT&quot;,&quot;id&quot;:&quot;f3b396a3-c1d6-4e5b-92ac-187501a575af&quot;,&quot;parent&quot;:{&quot;type&quot;:&quot;CHILD&quot;,&quot;parentId&quot;:&quot;a2a49a28-2bd4-455f-96a6-f3d9b5be919a&quot;,&quot;order&quot;:&quot;999999999999999999999999&quot;},&quot;relativeTransform&quot;:{&quot;translate&quot;:{&quot;x&quot;:116.402483726469,&quot;y&quot;:-246.02235262249508},&quot;rotate&quot;:0,&quot;skewX&quot;:0,&quot;scale&quot;:{&quot;x&quot;:1,&quot;y&quot;:1}}},&quot;72492e7f-f339-4f65-b623-180bade2ad5b&quot;:{&quot;type&quot;:&quot;FIGURE_OBJECT&quot;,&quot;id&quot;:&quot;72492e7f-f339-4f65-b623-180bade2ad5b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1&quot;}},&quot;8b14bea6-9c98-4dfd-a646-23abdb6f3795&quot;:{&quot;type&quot;:&quot;FIGURE_OBJECT&quot;,&quot;id&quot;:&quot;8b14bea6-9c98-4dfd-a646-23abdb6f3795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2&quot;}},&quot;6bb2f4bb-0fbf-4b3a-b01f-02bd9ca2ea49&quot;:{&quot;type&quot;:&quot;FIGURE_OBJECT&quot;,&quot;id&quot;:&quot;6bb2f4bb-0fbf-4b3a-b01f-02bd9ca2ea49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5&quot;}},&quot;b0ed3345-28fe-4eb6-bf77-1cf18e7f35e7&quot;:{&quot;type&quot;:&quot;FIGURE_OBJECT&quot;,&quot;id&quot;:&quot;b0ed3345-28fe-4eb6-bf77-1cf18e7f35e7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07&quot;}},&quot;cd66f613-d00a-434d-8d81-a0c57d8c72dd&quot;:{&quot;type&quot;:&quot;FIGURE_OBJECT&quot;,&quot;id&quot;:&quot;cd66f613-d00a-434d-8d81-a0c57d8c72dd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&quot;}},&quot;8a5a920e-09f0-4237-b01e-7bda39213ae2&quot;:{&quot;type&quot;:&quot;FIGURE_OBJECT&quot;,&quot;id&quot;:&quot;8a5a920e-09f0-4237-b01e-7bda39213ae2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1&quot;}},&quot;77410957-69a9-4ed1-a630-7d17d7348a25&quot;:{&quot;type&quot;:&quot;FIGURE_OBJECT&quot;,&quot;id&quot;:&quot;77410957-69a9-4ed1-a630-7d17d7348a25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2&quot;}},&quot;0f61581a-0793-47f0-a861-52629a4754a3&quot;:{&quot;type&quot;:&quot;FIGURE_OBJECT&quot;,&quot;id&quot;:&quot;0f61581a-0793-47f0-a861-52629a4754a3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5&quot;}},&quot;d995c0a6-dd28-497f-9b89-08061dab7b58&quot;:{&quot;type&quot;:&quot;FIGURE_OBJECT&quot;,&quot;id&quot;:&quot;d995c0a6-dd28-497f-9b89-08061dab7b58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17&quot;}},&quot;6d6fde1a-2880-4677-b32f-c9533bbb5459&quot;:{&quot;type&quot;:&quot;FIGURE_OBJECT&quot;,&quot;id&quot;:&quot;6d6fde1a-2880-4677-b32f-c9533bbb5459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&quot;}},&quot;c0be5e53-782f-4aa3-8017-a4618a20871f&quot;:{&quot;type&quot;:&quot;FIGURE_OBJECT&quot;,&quot;id&quot;:&quot;c0be5e53-782f-4aa3-8017-a4618a20871f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1&quot;}},&quot;9aa055b2-877c-4da2-a44a-94d8b081daae&quot;:{&quot;type&quot;:&quot;FIGURE_OBJECT&quot;,&quot;id&quot;:&quot;9aa055b2-877c-4da2-a44a-94d8b081daae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2&quot;}},&quot;413c4e9e-c738-4d56-b0e5-13061f4023d9&quot;:{&quot;type&quot;:&quot;FIGURE_OBJECT&quot;,&quot;id&quot;:&quot;413c4e9e-c738-4d56-b0e5-13061f4023d9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5&quot;}},&quot;ed05f7b3-41d2-4cec-9d44-bbd6d7df05e6&quot;:{&quot;type&quot;:&quot;FIGURE_OBJECT&quot;,&quot;id&quot;:&quot;ed05f7b3-41d2-4cec-9d44-bbd6d7df05e6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27&quot;}},&quot;5a7ec052-1b56-40d0-a237-4fa7940bdb32&quot;:{&quot;type&quot;:&quot;FIGURE_OBJECT&quot;,&quot;id&quot;:&quot;5a7ec052-1b56-40d0-a237-4fa7940bdb32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3&quot;}},&quot;df708240-ff95-4412-bf47-8b1907551ed0&quot;:{&quot;type&quot;:&quot;FIGURE_OBJECT&quot;,&quot;id&quot;:&quot;df708240-ff95-4412-bf47-8b1907551ed0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35&quot;}},&quot;3ec8c4b6-106a-4818-8c22-6dbb17eefa8f&quot;:{&quot;type&quot;:&quot;FIGURE_OBJECT&quot;,&quot;id&quot;:&quot;3ec8c4b6-106a-4818-8c22-6dbb17eefa8f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4&quot;}},&quot;f0dd5dc0-735b-40d0-8766-9321871996db&quot;:{&quot;type&quot;:&quot;FIGURE_OBJECT&quot;,&quot;id&quot;:&quot;f0dd5dc0-735b-40d0-8766-9321871996db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45&quot;}},&quot;f0f2a897-a36a-40ac-afe0-ae2163227d0b&quot;:{&quot;type&quot;:&quot;FIGURE_OBJECT&quot;,&quot;id&quot;:&quot;f0f2a897-a36a-40ac-afe0-ae2163227d0b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&quot;}},&quot;fc98883b-7dd0-4c8a-85b4-0486c22708dd&quot;:{&quot;type&quot;:&quot;FIGURE_OBJECT&quot;,&quot;id&quot;:&quot;fc98883b-7dd0-4c8a-85b4-0486c22708dd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1&quot;}},&quot;53841892-a3c1-4be7-98bc-06ae0edf5131&quot;:{&quot;type&quot;:&quot;FIGURE_OBJECT&quot;,&quot;id&quot;:&quot;53841892-a3c1-4be7-98bc-06ae0edf5131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2&quot;}},&quot;fad5ca3c-0754-4696-98c2-83baf8f9cd8d&quot;:{&quot;type&quot;:&quot;FIGURE_OBJECT&quot;,&quot;id&quot;:&quot;fad5ca3c-0754-4696-98c2-83baf8f9cd8d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5&quot;}},&quot;587381b5-cbd2-4617-8292-1b5095264aa3&quot;:{&quot;type&quot;:&quot;FIGURE_OBJECT&quot;,&quot;id&quot;:&quot;587381b5-cbd2-4617-8292-1b5095264aa3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57&quot;}},&quot;6e94bde4-2dd1-4026-82eb-16ec81305bb6&quot;:{&quot;type&quot;:&quot;FIGURE_OBJECT&quot;,&quot;id&quot;:&quot;6e94bde4-2dd1-4026-82eb-16ec81305bb6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&quot;}},&quot;cc5eceb3-92ca-4cbe-a6dd-b3c7ea5f45b3&quot;:{&quot;type&quot;:&quot;FIGURE_OBJECT&quot;,&quot;id&quot;:&quot;cc5eceb3-92ca-4cbe-a6dd-b3c7ea5f45b3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2&quot;}},&quot;ceca9d43-832c-4360-9252-2e685b57cc01&quot;:{&quot;type&quot;:&quot;FIGURE_OBJECT&quot;,&quot;id&quot;:&quot;ceca9d43-832c-4360-9252-2e685b57cc01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5&quot;}},&quot;52ade018-81bb-4941-a895-7ed89b19e8b3&quot;:{&quot;type&quot;:&quot;FIGURE_OBJECT&quot;,&quot;id&quot;:&quot;52ade018-81bb-4941-a895-7ed89b19e8b3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67&quot;}},&quot;0e2216af-ce03-4fc5-bdb3-b5d80d2f1449&quot;:{&quot;type&quot;:&quot;FIGURE_OBJECT&quot;,&quot;id&quot;:&quot;0e2216af-ce03-4fc5-bdb3-b5d80d2f1449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&quot;}},&quot;e3adebb4-2dfa-4e40-a5df-190af7c568a4&quot;:{&quot;type&quot;:&quot;FIGURE_OBJECT&quot;,&quot;id&quot;:&quot;e3adebb4-2dfa-4e40-a5df-190af7c568a4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1&quot;}},&quot;bddf4e5b-08cc-4b57-be06-27d33698c904&quot;:{&quot;type&quot;:&quot;FIGURE_OBJECT&quot;,&quot;id&quot;:&quot;bddf4e5b-08cc-4b57-be06-27d33698c904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2&quot;}},&quot;71f04b67-91f2-4380-8c5e-9e37e14d69dc&quot;:{&quot;type&quot;:&quot;FIGURE_OBJECT&quot;,&quot;id&quot;:&quot;71f04b67-91f2-4380-8c5e-9e37e14d69dc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5&quot;}},&quot;13e52887-f1f5-422a-9dfd-69c35ee6fb7b&quot;:{&quot;type&quot;:&quot;FIGURE_OBJECT&quot;,&quot;id&quot;:&quot;13e52887-f1f5-422a-9dfd-69c35ee6fb7b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77&quot;}},&quot;d35138e2-a0a8-4bac-b5b5-5cc252654ea6&quot;:{&quot;type&quot;:&quot;FIGURE_OBJECT&quot;,&quot;id&quot;:&quot;d35138e2-a0a8-4bac-b5b5-5cc252654ea6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8&quot;}},&quot;ad66db15-4970-4399-978f-64ac92a50539&quot;:{&quot;type&quot;:&quot;FIGURE_OBJECT&quot;,&quot;id&quot;:&quot;ad66db15-4970-4399-978f-64ac92a50539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85&quot;}},&quot;d5f897f4-e9dd-46e0-a410-051d0f162161&quot;:{&quot;type&quot;:&quot;FIGURE_OBJECT&quot;,&quot;id&quot;:&quot;d5f897f4-e9dd-46e0-a410-051d0f162161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9&quot;}},&quot;2bd9543f-4b69-422a-bf0b-4b5ae62654f0&quot;:{&quot;type&quot;:&quot;FIGURE_OBJECT&quot;,&quot;id&quot;:&quot;2bd9543f-4b69-422a-bf0b-4b5ae62654f0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f3b396a3-c1d6-4e5b-92ac-187501a575af&quot;,&quot;order&quot;:&quot;9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46641749-a0ec-42f2-8f51-1921a5781fe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6641749-a0ec-42f2-8f51-1921a5781feb&quot;:{&quot;type&quot;:&quot;FIGURE_OBJECT&quot;,&quot;id&quot;:&quot;46641749-a0ec-42f2-8f51-1921a5781feb&quot;,&quot;parent&quot;:{&quot;type&quot;:&quot;CHILD&quot;,&quot;parentId&quot;:&quot;a2a49a28-2bd4-455f-96a6-f3d9b5be919a&quot;,&quot;order&quot;:&quot;9999999999999999999999995&quot;},&quot;relativeTransform&quot;:{&quot;translate&quot;:{&quot;x&quot;:177.44387944353394,&quot;y&quot;:-246.0226545588157},&quot;rotate&quot;:0,&quot;skewX&quot;:0,&quot;scale&quot;:{&quot;x&quot;:1,&quot;y&quot;:1}}},&quot;c71faed1-33e6-49fc-8415-c5f998e1f015&quot;:{&quot;type&quot;:&quot;FIGURE_OBJECT&quot;,&quot;id&quot;:&quot;c71faed1-33e6-49fc-8415-c5f998e1f015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1&quot;}},&quot;a8bfa8bd-9aa9-4cf5-be03-e533e1f99cb9&quot;:{&quot;type&quot;:&quot;FIGURE_OBJECT&quot;,&quot;id&quot;:&quot;a8bfa8bd-9aa9-4cf5-be03-e533e1f99cb9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2&quot;}},&quot;c0872771-ce98-4458-8f92-f9e26fa5d507&quot;:{&quot;type&quot;:&quot;FIGURE_OBJECT&quot;,&quot;id&quot;:&quot;c0872771-ce98-4458-8f92-f9e26fa5d507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5&quot;}},&quot;846b319a-4589-4bba-af7a-8607269b79c6&quot;:{&quot;type&quot;:&quot;FIGURE_OBJECT&quot;,&quot;id&quot;:&quot;846b319a-4589-4bba-af7a-8607269b79c6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07&quot;}},&quot;ce8cf1fe-9061-4b9f-bd0a-1055ff4b067c&quot;:{&quot;type&quot;:&quot;FIGURE_OBJECT&quot;,&quot;id&quot;:&quot;ce8cf1fe-9061-4b9f-bd0a-1055ff4b067c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&quot;}},&quot;db0f4935-1846-4ee9-937e-3acd733d8bde&quot;:{&quot;type&quot;:&quot;FIGURE_OBJECT&quot;,&quot;id&quot;:&quot;db0f4935-1846-4ee9-937e-3acd733d8bde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1&quot;}},&quot;0d73bca2-ef45-4cf7-b18a-1ac184941873&quot;:{&quot;type&quot;:&quot;FIGURE_OBJECT&quot;,&quot;id&quot;:&quot;0d73bca2-ef45-4cf7-b18a-1ac184941873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2&quot;}},&quot;9dc56a4f-e747-4bc2-887a-0c5fd3fbba30&quot;:{&quot;type&quot;:&quot;FIGURE_OBJECT&quot;,&quot;id&quot;:&quot;9dc56a4f-e747-4bc2-887a-0c5fd3fbba30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5&quot;}},&quot;d76013c7-a344-4a03-8d21-8245f2c1c53b&quot;:{&quot;type&quot;:&quot;FIGURE_OBJECT&quot;,&quot;id&quot;:&quot;d76013c7-a344-4a03-8d21-8245f2c1c53b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17&quot;}},&quot;ee2530c7-14dd-4012-929b-072cba548a9a&quot;:{&quot;type&quot;:&quot;FIGURE_OBJECT&quot;,&quot;id&quot;:&quot;ee2530c7-14dd-4012-929b-072cba548a9a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&quot;}},&quot;4db83100-7209-4ae5-adfa-785fc186f5fb&quot;:{&quot;type&quot;:&quot;FIGURE_OBJECT&quot;,&quot;id&quot;:&quot;4db83100-7209-4ae5-adfa-785fc186f5fb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1&quot;}},&quot;889ee556-560c-41d8-950b-1948fc0ea842&quot;:{&quot;type&quot;:&quot;FIGURE_OBJECT&quot;,&quot;id&quot;:&quot;889ee556-560c-41d8-950b-1948fc0ea842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2&quot;}},&quot;3752cd8b-b22e-439f-b09e-e1abcd5e68e8&quot;:{&quot;type&quot;:&quot;FIGURE_OBJECT&quot;,&quot;id&quot;:&quot;3752cd8b-b22e-439f-b09e-e1abcd5e68e8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5&quot;}},&quot;d18d0018-5362-4388-a9df-69ba5b55b9ab&quot;:{&quot;type&quot;:&quot;FIGURE_OBJECT&quot;,&quot;id&quot;:&quot;d18d0018-5362-4388-a9df-69ba5b55b9ab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27&quot;}},&quot;c545a811-b8d3-41d7-b3ef-95d775692e19&quot;:{&quot;type&quot;:&quot;FIGURE_OBJECT&quot;,&quot;id&quot;:&quot;c545a811-b8d3-41d7-b3ef-95d775692e19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3&quot;}},&quot;0f05419f-32ab-464a-842b-df1a303ab3d3&quot;:{&quot;type&quot;:&quot;FIGURE_OBJECT&quot;,&quot;id&quot;:&quot;0f05419f-32ab-464a-842b-df1a303ab3d3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35&quot;}},&quot;403b49f3-2e13-4bc5-b3ca-e464a78910f7&quot;:{&quot;type&quot;:&quot;FIGURE_OBJECT&quot;,&quot;id&quot;:&quot;403b49f3-2e13-4bc5-b3ca-e464a78910f7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4&quot;}},&quot;1dc53f39-03c1-4908-b246-c6cf518ecc66&quot;:{&quot;type&quot;:&quot;FIGURE_OBJECT&quot;,&quot;id&quot;:&quot;1dc53f39-03c1-4908-b246-c6cf518ecc66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45&quot;}},&quot;8fa82c24-aefa-4291-916e-620b3857e540&quot;:{&quot;type&quot;:&quot;FIGURE_OBJECT&quot;,&quot;id&quot;:&quot;8fa82c24-aefa-4291-916e-620b3857e540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&quot;}},&quot;4f48132c-3475-4897-a79f-8c981b4ed90a&quot;:{&quot;type&quot;:&quot;FIGURE_OBJECT&quot;,&quot;id&quot;:&quot;4f48132c-3475-4897-a79f-8c981b4ed90a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1&quot;}},&quot;75c4e7ca-0971-4d86-9ca0-05b92b18e813&quot;:{&quot;type&quot;:&quot;FIGURE_OBJECT&quot;,&quot;id&quot;:&quot;75c4e7ca-0971-4d86-9ca0-05b92b18e813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2&quot;}},&quot;b525692a-80a6-477c-b396-fc2c9f9218fb&quot;:{&quot;type&quot;:&quot;FIGURE_OBJECT&quot;,&quot;id&quot;:&quot;b525692a-80a6-477c-b396-fc2c9f9218fb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5&quot;}},&quot;93669ee2-2434-480e-a297-3078817777ab&quot;:{&quot;type&quot;:&quot;FIGURE_OBJECT&quot;,&quot;id&quot;:&quot;93669ee2-2434-480e-a297-3078817777ab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57&quot;}},&quot;7df21d32-11c1-48fd-ba01-1ba39ce1a5fd&quot;:{&quot;type&quot;:&quot;FIGURE_OBJECT&quot;,&quot;id&quot;:&quot;7df21d32-11c1-48fd-ba01-1ba39ce1a5fd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&quot;}},&quot;8c3bd6c8-2981-4fb9-8486-3d0a09aa4391&quot;:{&quot;type&quot;:&quot;FIGURE_OBJECT&quot;,&quot;id&quot;:&quot;8c3bd6c8-2981-4fb9-8486-3d0a09aa4391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2&quot;}},&quot;babb1882-6398-4fb1-83ef-f23bb5e7d950&quot;:{&quot;type&quot;:&quot;FIGURE_OBJECT&quot;,&quot;id&quot;:&quot;babb1882-6398-4fb1-83ef-f23bb5e7d950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5&quot;}},&quot;16048c7e-6390-48f9-9f5c-04c0a0785e02&quot;:{&quot;type&quot;:&quot;FIGURE_OBJECT&quot;,&quot;id&quot;:&quot;16048c7e-6390-48f9-9f5c-04c0a0785e02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67&quot;}},&quot;4677571c-2c7b-4205-889e-0464aa97b3fb&quot;:{&quot;type&quot;:&quot;FIGURE_OBJECT&quot;,&quot;id&quot;:&quot;4677571c-2c7b-4205-889e-0464aa97b3fb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&quot;}},&quot;da43990e-a477-4009-ab96-65b5e7a5a97f&quot;:{&quot;type&quot;:&quot;FIGURE_OBJECT&quot;,&quot;id&quot;:&quot;da43990e-a477-4009-ab96-65b5e7a5a97f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1&quot;}},&quot;87692dcb-d4eb-4bca-929b-957ba36f6b19&quot;:{&quot;type&quot;:&quot;FIGURE_OBJECT&quot;,&quot;id&quot;:&quot;87692dcb-d4eb-4bca-929b-957ba36f6b19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2&quot;}},&quot;6119582b-2bea-4961-9fc2-5ab897501423&quot;:{&quot;type&quot;:&quot;FIGURE_OBJECT&quot;,&quot;id&quot;:&quot;6119582b-2bea-4961-9fc2-5ab897501423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5&quot;}},&quot;722d9f10-a4a0-4984-82bc-34ec01b9553b&quot;:{&quot;type&quot;:&quot;FIGURE_OBJECT&quot;,&quot;id&quot;:&quot;722d9f10-a4a0-4984-82bc-34ec01b9553b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77&quot;}},&quot;e4b977eb-1b73-441e-8c95-429251de2484&quot;:{&quot;type&quot;:&quot;FIGURE_OBJECT&quot;,&quot;id&quot;:&quot;e4b977eb-1b73-441e-8c95-429251de2484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8&quot;}},&quot;4945a660-c094-46a5-a589-4eaa869ff9ee&quot;:{&quot;type&quot;:&quot;FIGURE_OBJECT&quot;,&quot;id&quot;:&quot;4945a660-c094-46a5-a589-4eaa869ff9ee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85&quot;}},&quot;6e292b79-648f-428b-a893-45ba82d5a94e&quot;:{&quot;type&quot;:&quot;FIGURE_OBJECT&quot;,&quot;id&quot;:&quot;6e292b79-648f-428b-a893-45ba82d5a94e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9&quot;}},&quot;8895b795-fad9-44f3-ac9d-d86cb8c8270f&quot;:{&quot;type&quot;:&quot;FIGURE_OBJECT&quot;,&quot;id&quot;:&quot;8895b795-fad9-44f3-ac9d-d86cb8c8270f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46641749-a0ec-42f2-8f51-1921a5781feb&quot;,&quot;order&quot;:&quot;9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d3ed0df6-7b77-41e2-a2c7-aa4e8ea5a6f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3ed0df6-7b77-41e2-a2c7-aa4e8ea5a6ff&quot;:{&quot;type&quot;:&quot;FIGURE_OBJECT&quot;,&quot;id&quot;:&quot;d3ed0df6-7b77-41e2-a2c7-aa4e8ea5a6ff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a2a49a28-2bd4-455f-96a6-f3d9b5be919a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80fec2fc-f472-4da2-9f8e-4660b4977c2a&quot;,&quot;coordinates&quot;:{&quot;x&quot;:1,&quot;y&quot;:0.5}}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c01ec3c8-4100-4217-bd36-2b4e2aaa6bd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01ec3c8-4100-4217-bd36-2b4e2aaa6bd4&quot;:{&quot;type&quot;:&quot;FIGURE_OBJECT&quot;,&quot;id&quot;:&quot;c01ec3c8-4100-4217-bd36-2b4e2aaa6bd4&quot;,&quot;relativeTransform&quot;:{&quot;translate&quot;:{&quot;x&quot;:121.76978316255799,&quot;y&quot;:-241.40782462585076},&quot;rotate&quot;:1.5707963267948966},&quot;opacity&quot;:1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a2a49a28-2bd4-455f-96a6-f3d9b5be919a&quot;,&quot;order&quot;:&quot;99999999999999999999999995&quot;},&quot;connectorInfo&quot;:{&quot;type&quot;:&quot;ELBOW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a28e6c52-605e-4f81-8721-ad721a54ecb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28e6c52-605e-4f81-8721-ad721a54ecbc&quot;:{&quot;type&quot;:&quot;FIGURE_OBJECT&quot;,&quot;id&quot;:&quot;a28e6c52-605e-4f81-8721-ad721a54ecbc&quot;,&quot;relativeTransform&quot;:{&quot;translate&quot;:{&quot;x&quot;:188.7820186542023,&quot;y&quot;:-124.90445248605316},&quot;rotate&quot;:0,&quot;skewX&quot;:0,&quot;scale&quot;:{&quot;x&quot;:1,&quot;y&quot;:1}},&quot;opacity&quot;:1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7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b1aa7cac-d083-497e-9bd9-fd3325197c2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1aa7cac-d083-497e-9bd9-fd3325197c29&quot;:{&quot;type&quot;:&quot;FIGURE_OBJECT&quot;,&quot;id&quot;:&quot;b1aa7cac-d083-497e-9bd9-fd3325197c29&quot;,&quot;relativeTransform&quot;:{&quot;translate&quot;:{&quot;x&quot;:-0.5632754102803841,&quot;y&quot;:0},&quot;rotate&quot;:0,&quot;skewX&quot;:0,&quot;scale&quot;:{&quot;x&quot;:1,&quot;y&quot;:1}},&quot;opacity&quot;:1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8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614e65c5-4229-48b2-95b9-f4605a8547a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14e65c5-4229-48b2-95b9-f4605a8547a6&quot;:{&quot;type&quot;:&quot;FIGURE_OBJECT&quot;,&quot;id&quot;:&quot;614e65c5-4229-48b2-95b9-f4605a8547a6&quot;,&quot;relativeTransform&quot;:{&quot;translate&quot;:{&quot;x&quot;:258.0615993711941,&quot;y&quot;:104.82324372113284},&quot;rotate&quot;:-1.5707963267948968,&quot;skewX&quot;:0,&quot;scale&quot;:{&quot;x&quot;:1,&quot;y&quot;:1}},&quot;opacity&quot;:1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a2a49a28-2bd4-455f-96a6-f3d9b5be919a&quot;,&quot;order&quot;:&quot;99999999999999999999999999&quot;},&quot;connectorInfo&quot;:{&quot;type&quot;:&quot;ELBOW&quot;,&quot;offset&quot;:{&quot;x&quot;:0,&quot;y&quot;:0},&quot;bending&quot;:0.1,&quot;customized&quot;:tru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1fa63bf7-df97-48b8-88e5-3f2704dd9bb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fa63bf7-df97-48b8-88e5-3f2704dd9bbf&quot;:{&quot;type&quot;:&quot;FIGURE_OBJECT&quot;,&quot;id&quot;:&quot;1fa63bf7-df97-48b8-88e5-3f2704dd9bbf&quot;,&quot;relativeTransform&quot;:{&quot;translate&quot;:{&quot;x&quot;:-1.718014756542082,&quot;y&quot;:-2.295019053992451},&quot;rotate&quot;:0,&quot;skewX&quot;:0,&quot;scale&quot;:{&quot;x&quot;:1,&quot;y&quot;:1}},&quot;opacity&quot;:1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5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37eab38-6b95-49f6-8103-11856a719f7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37eab38-6b95-49f6-8103-11856a719f7c&quot;:{&quot;type&quot;:&quot;FIGURE_OBJECT&quot;,&quot;id&quot;:&quot;837eab38-6b95-49f6-8103-11856a719f7c&quot;,&quot;relativeTransform&quot;:{&quot;translate&quot;:{&quot;x&quot;:170.36842324239421,&quot;y&quot;:0.5247463497546014},&quot;rotate&quot;:0},&quot;opacity&quot;:1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7&quot;},&quot;connectorInfo&quot;:{&quot;type&quot;:&quot;LINE&quot;,&quot;offset&quot;:{&quot;x&quot;:0,&quot;y&quot;:0},&quot;bending&quot;: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fb28d480-ddf1-4fd9-bd4e-62cacae7f7e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b28d480-ddf1-4fd9-bd4e-62cacae7f7e6&quot;:{&quot;type&quot;:&quot;FIGURE_OBJECT&quot;,&quot;id&quot;:&quot;fb28d480-ddf1-4fd9-bd4e-62cacae7f7e6&quot;,&quot;parent&quot;:{&quot;type&quot;:&quot;CHILD&quot;,&quot;parentId&quot;:&quot;a2a49a28-2bd4-455f-96a6-f3d9b5be919a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},&quot;5d86e61a-e320-4618-b180-1e9e654387a4&quot;:{&quot;type&quot;:&quot;FIGURE_OBJECT&quot;,&quot;id&quot;:&quot;5d86e61a-e320-4618-b180-1e9e654387a4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05&quot;}},&quot;03bce24e-d9cb-4b13-a233-52882e3ee75a&quot;:{&quot;type&quot;:&quot;FIGURE_OBJECT&quot;,&quot;id&quot;:&quot;03bce24e-d9cb-4b13-a233-52882e3ee75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5d86e61a-e320-4618-b180-1e9e654387a4&quot;,&quot;order&quot;:&quot;5&quot;}},&quot;dd37321b-25c7-475e-a2d9-50754c68ae02&quot;:{&quot;type&quot;:&quot;FIGURE_OBJECT&quot;,&quot;id&quot;:&quot;dd37321b-25c7-475e-a2d9-50754c68ae02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1&quot;}},&quot;f033778c-300e-4a43-9db3-43347d3d9113&quot;:{&quot;type&quot;:&quot;FIGURE_OBJECT&quot;,&quot;id&quot;:&quot;f033778c-300e-4a43-9db3-43347d3d9113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dd37321b-25c7-475e-a2d9-50754c68ae02&quot;,&quot;order&quot;:&quot;5&quot;}},&quot;cc3a3a77-af6b-431f-9c62-c3beb1aad7be&quot;:{&quot;type&quot;:&quot;FIGURE_OBJECT&quot;,&quot;id&quot;:&quot;cc3a3a77-af6b-431f-9c62-c3beb1aad7be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6&quot;}},&quot;e2fcb82c-67e4-4450-9909-a2ef9aaa1515&quot;:{&quot;type&quot;:&quot;FIGURE_OBJECT&quot;,&quot;id&quot;:&quot;e2fcb82c-67e4-4450-9909-a2ef9aaa151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cc3a3a77-af6b-431f-9c62-c3beb1aad7be&quot;,&quot;order&quot;:&quot;5&quot;}},&quot;8de7b1ba-826e-47bc-89ae-bc295cda8743&quot;:{&quot;type&quot;:&quot;FIGURE_OBJECT&quot;,&quot;id&quot;:&quot;8de7b1ba-826e-47bc-89ae-bc295cda8743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b28d480-ddf1-4fd9-bd4e-62cacae7f7e6&quot;,&quot;order&quot;:&quot;7&quot;}},&quot;76166bb6-3e9f-4207-9371-78338994c638&quot;:{&quot;type&quot;:&quot;FIGURE_OBJECT&quot;,&quot;id&quot;:&quot;76166bb6-3e9f-4207-9371-78338994c638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de7b1ba-826e-47bc-89ae-bc295cda8743&quot;,&quot;order&quot;:&quot;5&quot;}},&quot;c9443453-ccfe-418a-937e-a6c42a11af03&quot;:{&quot;type&quot;:&quot;FIGURE_OBJECT&quot;,&quot;id&quot;:&quot;c9443453-ccfe-418a-937e-a6c42a11af03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b28d480-ddf1-4fd9-bd4e-62cacae7f7e6&quot;,&quot;order&quot;:&quot;8&quot;}},&quot;5a27a17f-01f3-4fc2-a4fb-96f209b3bdcd&quot;:{&quot;type&quot;:&quot;FIGURE_OBJECT&quot;,&quot;id&quot;:&quot;5a27a17f-01f3-4fc2-a4fb-96f209b3bd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c9443453-ccfe-418a-937e-a6c42a11af03&quot;,&quot;order&quot;:&quot;5&quot;}},&quot;d47798e0-7550-461c-b89f-78528c0a8406&quot;:{&quot;type&quot;:&quot;FIGURE_OBJECT&quot;,&quot;id&quot;:&quot;d47798e0-7550-461c-b89f-78528c0a8406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b28d480-ddf1-4fd9-bd4e-62cacae7f7e6&quot;,&quot;order&quot;:&quot;2&quot;}},&quot;f3e95f61-2a6c-447c-aa0a-f492850c98f2&quot;:{&quot;type&quot;:&quot;FIGURE_OBJECT&quot;,&quot;id&quot;:&quot;f3e95f61-2a6c-447c-aa0a-f492850c98f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d47798e0-7550-461c-b89f-78528c0a8406&quot;,&quot;order&quot;:&quot;5&quot;}},&quot;2539981d-b9bb-4a79-99a3-e51bd0d9bfe0&quot;:{&quot;type&quot;:&quot;FIGURE_OBJECT&quot;,&quot;id&quot;:&quot;2539981d-b9bb-4a79-99a3-e51bd0d9bfe0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3&quot;}},&quot;098583be-31be-40c8-b13f-371d2aa19573&quot;:{&quot;type&quot;:&quot;FIGURE_OBJECT&quot;,&quot;id&quot;:&quot;098583be-31be-40c8-b13f-371d2aa19573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b28d480-ddf1-4fd9-bd4e-62cacae7f7e6&quot;,&quot;order&quot;:&quot;5&quot;}},&quot;32074560-7b43-495e-9e58-379ee1a3b022&quot;:{&quot;type&quot;:&quot;FIGURE_OBJECT&quot;,&quot;id&quot;:&quot;32074560-7b43-495e-9e58-379ee1a3b02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098583be-31be-40c8-b13f-371d2aa19573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668f1f1-0414-497c-adb7-2d8775c9da5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668f1f1-0414-497c-adb7-2d8775c9da59&quot;:{&quot;type&quot;:&quot;FIGURE_OBJECT&quot;,&quot;id&quot;:&quot;8668f1f1-0414-497c-adb7-2d8775c9da59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a2a49a28-2bd4-455f-96a6-f3d9b5be919a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},&quot;df9ec6fb-7d28-4e21-bf8a-4bc7a8160d7b&quot;:{&quot;id&quot;:&quot;df9ec6fb-7d28-4e21-bf8a-4bc7a8160d7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8668f1f1-0414-497c-adb7-2d8775c9da59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706f524c-32bb-488f-825c-d61cc46a49b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06f524c-32bb-488f-825c-d61cc46a49b8&quot;:{&quot;id&quot;:&quot;706f524c-32bb-488f-825c-d61cc46a49b8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a2a49a28-2bd4-455f-96a6-f3d9b5be919a&quot;,&quot;order&quot;:&quot;99999999999999999999999999999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f740c07-f819-45f7-9eaa-8b4a1214e3c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f740c07-f819-45f7-9eaa-8b4a1214e3c6&quot;:{&quot;type&quot;:&quot;FIGURE_OBJECT&quot;,&quot;id&quot;:&quot;8f740c07-f819-45f7-9eaa-8b4a1214e3c6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a2a49a28-2bd4-455f-96a6-f3d9b5be919a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},&quot;54133e36-3a41-4d93-8feb-7814d923cab1&quot;:{&quot;id&quot;:&quot;54133e36-3a41-4d93-8feb-7814d923cab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8f740c07-f819-45f7-9eaa-8b4a1214e3c6&quot;,&quot;order&quot;:&quot;5&quot;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5934ae39-cceb-4e5c-8ef7-bab148f8c86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934ae39-cceb-4e5c-8ef7-bab148f8c86b&quot;:{&quot;type&quot;:&quot;FIGURE_OBJECT&quot;,&quot;id&quot;:&quot;5934ae39-cceb-4e5c-8ef7-bab148f8c86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8f740c07-f819-45f7-9eaa-8b4a1214e3c6&quot;,&quot;coordinates&quot;:{&quot;x&quot;:1,&quot;y&quot;:0.4658556760773749}}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82f10b58-9813-40e8-9177-7dd6264de15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2f10b58-9813-40e8-9177-7dd6264de153&quot;:{&quot;type&quot;:&quot;FIGURE_OBJECT&quot;,&quot;id&quot;:&quot;82f10b58-9813-40e8-9177-7dd6264de153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8f740c07-f819-45f7-9eaa-8b4a1214e3c6&quot;,&quot;coordinates&quot;:{&quot;x&quot;:0.4063013414032723,&quot;y&quot;:0}}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d6d214c3-8ec9-4d60-b12e-984afbd4aa1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6d214c3-8ec9-4d60-b12e-984afbd4aa17&quot;:{&quot;type&quot;:&quot;FIGURE_OBJECT&quot;,&quot;id&quot;:&quot;d6d214c3-8ec9-4d60-b12e-984afbd4aa17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9&quot;},&quot;connectorInfo&quot;:{&quot;connectedObjectAtLineStart&quot;:{&quot;objectId&quot;:&quot;fb28d480-ddf1-4fd9-bd4e-62cacae7f7e6&quot;,&quot;coordinates&quot;:{&quot;x&quot;:1,&quot;y&quot;:0.5}},&quot;connectedObjectAtLineEnd&quot;:{&quot;objectId&quot;:&quot;8f740c07-f819-45f7-9eaa-8b4a1214e3c6&quot;,&quot;coordinates&quot;:{&quot;x&quot;:0.5,&quot;y&quot;:1}},&quot;type&quot;:&quot;ELBOW&quot;,&quot;offset&quot;:{&quot;x&quot;:0,&quot;y&quot;:0},&quot;bending&quot;:-0.1,&quot;customized&quot;:false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5-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a49a28-2bd4-455f-96a6-f3d9b5be919a"/>
  <p:tag name="SELECTIONIDS" val="6428057d-4693-4857-8bbb-e7bc5253486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428057d-4693-4857-8bbb-e7bc5253486b&quot;:{&quot;type&quot;:&quot;FIGURE_OBJECT&quot;,&quot;id&quot;:&quot;6428057d-4693-4857-8bbb-e7bc5253486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2a49a28-2bd4-455f-96a6-f3d9b5be919a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8fca82e9-7ceb-4119-a2ef-dfe2a95c885d&quot;,&quot;coordinates&quot;:{&quot;x&quot;:1,&quot;y&quot;:0.5}},&quot;connectedObjectAtLineEnd&quot;:{&quot;objectId&quot;:&quot;8f740c07-f819-45f7-9eaa-8b4a1214e3c6&quot;,&quot;coordinates&quot;:{&quot;x&quot;:0,&quot;y&quot;:0.5}}}},&quot;a2a49a28-2bd4-455f-96a6-f3d9b5be919a&quot;:{&quot;id&quot;:&quot;a2a49a28-2bd4-455f-96a6-f3d9b5be919a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6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86e8e589-fb62-40ef-9231-fd5c9a7ff84c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6e8e589-fb62-40ef-9231-fd5c9a7ff84c&quot;:{&quot;id&quot;:&quot;86e8e589-fb62-40ef-9231-fd5c9a7ff84c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05&quot;},&quot;source&quot;:{&quot;id&quot;:&quot;670fec1d3441cb01bf892654&quot;,&quot;type&quot;:&quot;TEMPLATES&quot;},&quot;layout&quot;:{&quot;sizeRatio&quot;:{&quot;x&quot;:0.7071067811865476,&quot;y&quot;:0.7071067811865476},&quot;keepAspectRatio&quot;:true}},&quot;1e959891-2ab8-46dd-a165-9c66aafebd28&quot;:{&quot;id&quot;:&quot;1e959891-2ab8-46dd-a165-9c66aafebd28&quot;,&quot;type&quot;:&quot;FIGURE_OBJECT&quot;,&quot;relativeTransform&quot;:{&quot;translate&quot;:{&quot;x&quot;:-69.11050763058077,&quot;y&quot;:-160.214581392533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19]}],&quot;text&quot;:&quot;1-AA: 171 candidates&quot;,&quot;textIndent&quot;:{&quot;type&quot;:&quot;bullet&quot;,&quot;indent&quot;:1,&quot;symbol&quot;:&quot;●&quot;,&quot;unit&quot;:&quot;levels&quot;}},{&quot;textIndent&quot;:{&quot;type&quot;:&quot;bullet&quot;,&quot;indent&quot;:1,&quot;symbol&quot;:&quot;●&quot;,&quot;unit&quot;:&quot;levels&quot;},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22]}],&quot;text&quot;:&quot;2-AA: 12,996 candidates&quot;},{&quot;textIndent&quot;:{&quot;type&quot;:&quot;bullet&quot;,&quot;indent&quot;:1,&quot;symbol&quot;:&quot;●&quot;,&quot;unit&quot;:&quot;levels&quot;},&quot;runs&quot;:[{&quot;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,&quot;range&quot;:[0,35]}],&quot;text&quot;:&quot;Total 13,168 peptides (including WT)&quot;}],&quot;_lastCaretLocation&quot;:{&quot;lineIndex&quot;:0,&quot;runIndex&quot;:0,&quot;charIndex&quot;:0}},&quot;format&quot;:&quot;BETTER_TEXT&quot;,&quot;size&quot;:{&quot;x&quot;:273.8982936388368,&quot;y&quot;:92.31404465782269},&quot;targetSize&quot;:{&quot;x&quot;:273.8982936388368,&quot;y&quot;:92.31404465782269}},&quot;parent&quot;:{&quot;type&quot;:&quot;CHILD&quot;,&quot;parentId&quot;:&quot;86e8e589-fb62-40ef-9231-fd5c9a7ff84c&quot;,&quot;order&quot;:&quot;8&quot;}},&quot;bd95e71c-984e-4a29-b37c-6a5022775ec3&quot;:{&quot;id&quot;:&quot;bd95e71c-984e-4a29-b37c-6a5022775ec3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19]}],&quot;text&quot;:&quot;Mutational Analysis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19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86e8e589-fb62-40ef-9231-fd5c9a7ff84c&quot;,&quot;order&quot;:&quot;7&quot;}},&quot;9c345cb8-0c64-4ec8-bf0c-1ef88cc3a25a&quot;:{&quot;id&quot;:&quot;9c345cb8-0c64-4ec8-bf0c-1ef88cc3a25a&quot;,&quot;name&quot;:&quot;eda_structural_distributions.png&quot;,&quot;type&quot;:&quot;FIGURE_OBJECT&quot;,&quot;relativeTransform&quot;:{&quot;translate&quot;:{&quot;x&quot;:508.85033982239713,&quot;y&quot;:166.64441924690254},&quot;rotate&quot;:0,&quot;skewX&quot;:0,&quot;scale&quot;:{&quot;x&quot;:2.780731778200642,&quot;y&quot;:2.7807317782006424}},&quot;image&quot;:{&quot;url&quot;:&quot;https://core.services.biorender.com/api/uploads/noredirect/6a66940657b98a1867aa7a0d/1785107462118_dbcc248d-83e8-4a94-8188-c8337b607f62_icon.png&quot;,&quot;isPremium&quot;:false,&quot;isSignedURL&quot;:true,&quot;size&quot;:{&quot;x&quot;:300,&quot;y&quot;:300}},&quot;source&quot;:{&quot;id&quot;:&quot;6a66940657b98a1867aa7a0d&quot;,&quot;type&quot;:&quot;UPLOADS&quot;},&quot;isPremium&quot;:false,&quot;parent&quot;:{&quot;type&quot;:&quot;CHILD&quot;,&quot;parentId&quot;:&quot;86e8e589-fb62-40ef-9231-fd5c9a7ff84c&quot;,&quot;order&quot;:&quot;5&quot;}},&quot;e77c4d3a-abeb-400c-80a4-4a9c529a2473&quot;:{&quot;id&quot;:&quot;e77c4d3a-abeb-400c-80a4-4a9c529a2473&quot;,&quot;type&quot;:&quot;FIGURE_OBJECT&quot;,&quot;relativeTransform&quot;:{&quot;translate&quot;:{&quot;x&quot;:388.88885033072563,&quot;y&quot;:127.81281385161691},&quot;rotate&quot;:0,&quot;skewX&quot;:0,&quot;scale&quot;:{&quot;x&quot;:1,&quot;y&quot;:1}},&quot;path&quot;:{&quot;type&quot;:&quot;RECT&quot;,&quot;size&quot;:{&quot;x&quot;:1256.3284674534661,&quot;y&quot;:975.696493844966}},&quot;pathStyles&quot;:[{&quot;type&quot;:&quot;FILL&quot;,&quot;fillStyle&quot;:&quot;rgba(0,0,0,0)&quot;}],&quot;parent&quot;:{&quot;type&quot;:&quot;FRAME&quot;,&quot;parentId&quot;:&quot;86e8e589-fb62-40ef-9231-fd5c9a7ff84c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6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86e8e589-fb62-40ef-9231-fd5c9a7ff84c"/>
  <p:tag name="SELECTIONIDS" val="9c345cb8-0c64-4ec8-bf0c-1ef88cc3a25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c345cb8-0c64-4ec8-bf0c-1ef88cc3a25a&quot;:{&quot;id&quot;:&quot;9c345cb8-0c64-4ec8-bf0c-1ef88cc3a25a&quot;,&quot;name&quot;:&quot;eda_structural_distributions.png&quot;,&quot;type&quot;:&quot;FIGURE_OBJECT&quot;,&quot;relativeTransform&quot;:{&quot;translate&quot;:{&quot;x&quot;:508.85033982239713,&quot;y&quot;:166.64441924690254},&quot;rotate&quot;:0,&quot;skewX&quot;:0,&quot;scale&quot;:{&quot;x&quot;:2.780731778200642,&quot;y&quot;:2.7807317782006424}},&quot;image&quot;:{&quot;url&quot;:&quot;https://core.services.biorender.com/api/uploads/noredirect/6a66940657b98a1867aa7a0d/1785107462118_dbcc248d-83e8-4a94-8188-c8337b607f62_icon.png&quot;,&quot;isPremium&quot;:false,&quot;isSignedURL&quot;:true,&quot;size&quot;:{&quot;x&quot;:300,&quot;y&quot;:300}},&quot;source&quot;:{&quot;id&quot;:&quot;6a66940657b98a1867aa7a0d&quot;,&quot;type&quot;:&quot;UPLOADS&quot;},&quot;isPremium&quot;:false,&quot;parent&quot;:{&quot;type&quot;:&quot;CHILD&quot;,&quot;parentId&quot;:&quot;86e8e589-fb62-40ef-9231-fd5c9a7ff84c&quot;,&quot;order&quot;:&quot;5&quot;}},&quot;86e8e589-fb62-40ef-9231-fd5c9a7ff84c&quot;:{&quot;id&quot;:&quot;86e8e589-fb62-40ef-9231-fd5c9a7ff84c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05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7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e7118a09-0106-4252-bd7a-c0081571b4e6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7118a09-0106-4252-bd7a-c0081571b4e6&quot;:{&quot;id&quot;:&quot;e7118a09-0106-4252-bd7a-c0081571b4e6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07&quot;},&quot;source&quot;:{&quot;id&quot;:&quot;670fec1d3441cb01bf892654&quot;,&quot;type&quot;:&quot;TEMPLATES&quot;},&quot;layout&quot;:{&quot;sizeRatio&quot;:{&quot;x&quot;:0.88,&quot;y&quot;:0.88},&quot;keepAspectRatio&quot;:false}},&quot;e7914bb8-357f-4766-96d7-082ce98c267b&quot;:{&quot;id&quot;:&quot;e7914bb8-357f-4766-96d7-082ce98c267b&quot;,&quot;name&quot;:&quot;image.png&quot;,&quot;type&quot;:&quot;FIGURE_OBJECT&quot;,&quot;relativeTransform&quot;:{&quot;translate&quot;:{&quot;x&quot;:381.1808504021544,&quot;y&quot;:442.79434435716144},&quot;rotate&quot;:0,&quot;skewX&quot;:0,&quot;scale&quot;:{&quot;x&quot;:2.257815395131222,&quot;y&quot;:2.257815395131222}},&quot;image&quot;:{&quot;url&quot;:&quot;https://core.services.biorender.com/api/uploads/noredirect/6a66ee602a081a16630e6850/1785130592427_03d37b10-11fe-459d-9259-3b50d86304ce_icon.png&quot;,&quot;isPremium&quot;:false,&quot;isSignedURL&quot;:true,&quot;size&quot;:{&quot;x&quot;:300,&quot;y&quot;:177.03703703703704}},&quot;source&quot;:{&quot;id&quot;:&quot;6a66ee602a081a16630e6850&quot;,&quot;type&quot;:&quot;UPLOADS&quot;},&quot;isPremium&quot;:false,&quot;parent&quot;:{&quot;type&quot;:&quot;CHILD&quot;,&quot;parentId&quot;:&quot;e7118a09-0106-4252-bd7a-c0081571b4e6&quot;,&quot;order&quot;:&quot;98&quot;}},&quot;9959d584-9d4f-47cf-b379-a82c4f28f99a&quot;:{&quot;id&quot;:&quot;9959d584-9d4f-47cf-b379-a82c4f28f99a&quot;,&quot;type&quot;:&quot;FIGURE_OBJECT&quot;,&quot;relativeTransform&quot;:{&quot;translate&quot;:{&quot;x&quot;:358.31055941341464,&quot;y&quot;:271.1243763327563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6.666666666666664,&quot;color&quot;:&quot;black&quot;,&quot;fontWeight&quot;:&quot;bold&quot;,&quot;fontStyle&quot;:&quot;normal&quot;,&quot;decoration&quot;:&quot;none&quot;},&quot;range&quot;:[0,33]}],&quot;text&quot;:&quot;Stage B: Global Cross-Donor Compos&quot;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15]}],&quot;text&quot;:&quot;The global composite score for each T-cell (CD4 and CD8) is the arithmetic mean across all valid (non-NaN) donors k.&quot;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],&quot;_lastCaretLocation&quot;:{&quot;lineIndex&quot;:2,&quot;runIndex&quot;:-1,&quot;charIndex&quot;:-1,&quot;endOfLine&quot;:true}},&quot;format&quot;:&quot;BETTER_TEXT&quot;,&quot;size&quot;:{&quot;x&quot;:1065.8738043939409,&quot;y&quot;:192},&quot;targetSize&quot;:{&quot;x&quot;:1065.8738043939409,&quot;y&quot;:160}},&quot;parent&quot;:{&quot;type&quot;:&quot;CHILD&quot;,&quot;parentId&quot;:&quot;e7118a09-0106-4252-bd7a-c0081571b4e6&quot;,&quot;order&quot;:&quot;97&quot;}},&quot;4bf2b967-cf17-49f8-926c-2ef3f521b659&quot;:{&quot;id&quot;:&quot;4bf2b967-cf17-49f8-926c-2ef3f521b659&quot;,&quot;name&quot;:&quot;image.png&quot;,&quot;type&quot;:&quot;FIGURE_OBJECT&quot;,&quot;relativeTransform&quot;:{&quot;translate&quot;:{&quot;x&quot;:388.889415517282,&quot;y&quot;:112.48061793323242},&quot;rotate&quot;:0,&quot;skewX&quot;:0,&quot;scale&quot;:{&quot;x&quot;:3.0984765262206095,&quot;y&quot;:3.0984765262206095}},&quot;image&quot;:{&quot;url&quot;:&quot;https://core.services.biorender.com/api/uploads/noredirect/6a66ed3029fd3ace27af1556/1785130288577_a375e7e2-b201-4a72-aa25-bc148db042b3_icon.png&quot;,&quot;isPremium&quot;:false,&quot;isSignedURL&quot;:true,&quot;size&quot;:{&quot;x&quot;:300,&quot;y&quot;:28.415300546448087}},&quot;source&quot;:{&quot;id&quot;:&quot;6a66ed3029fd3ace27af1556&quot;,&quot;type&quot;:&quot;UPLOADS&quot;},&quot;isPremium&quot;:false,&quot;parent&quot;:{&quot;type&quot;:&quot;CHILD&quot;,&quot;parentId&quot;:&quot;e7118a09-0106-4252-bd7a-c0081571b4e6&quot;,&quot;order&quot;:&quot;95&quot;}},&quot;ddc9e3bb-45f0-4f19-b512-9aad67c53f6b&quot;:{&quot;id&quot;:&quot;ddc9e3bb-45f0-4f19-b512-9aad67c53f6b&quot;,&quot;type&quot;:&quot;FIGURE_OBJECT&quot;,&quot;relativeTransform&quot;:{&quot;translate&quot;:{&quot;x&quot;:358.31116241912787,&quot;y&quot;:34.2179565430765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6.666666666666664,&quot;color&quot;:&quot;black&quot;,&quot;fontWeight&quot;:&quot;bold&quot;,&quot;fontStyle&quot;:&quot;normal&quot;,&quot;decoration&quot;:&quot;none&quot;},&quot;range&quot;:[0,38]}],&quot;text&quot;:&quot;Stage A: Donor-Specific Geometric mean &quot;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25]},{&quot;style&quot;:{&quot;fontFamily&quot;:&quot;Roboto&quot;,&quot;fontSize&quot;:26.666666666666664,&quot;color&quot;:&quot;black&quot;,&quot;fontWeight&quot;:&quot;normal&quot;,&quot;fontStyle&quot;:&quot;italic&quot;,&quot;decoration&quot;:&quot;none&quot;,&quot;script&quot;:&quot;none&quot;},&quot;range&quot;:[26,52]},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53,53]}],&quot;text&quot;:&quot;For each individual donor {donor 1, donor 2, donor 3}:&quot;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],&quot;_lastCaretLocation&quot;:{&quot;lineIndex&quot;:4,&quot;runIndex&quot;:-1,&quot;charIndex&quot;:-1,&quot;endOfLine&quot;:true}},&quot;format&quot;:&quot;BETTER_TEXT&quot;,&quot;size&quot;:{&quot;x&quot;:1065.8738043939409,&quot;y&quot;:160},&quot;targetSize&quot;:{&quot;x&quot;:1065.8738043939409,&quot;y&quot;:160}},&quot;parent&quot;:{&quot;type&quot;:&quot;CHILD&quot;,&quot;parentId&quot;:&quot;e7118a09-0106-4252-bd7a-c0081571b4e6&quot;,&quot;order&quot;:&quot;9&quot;}},&quot;4c88994e-b679-4526-ba5a-40a48191c56c&quot;:{&quot;id&quot;:&quot;4c88994e-b679-4526-ba5a-40a48191c56c&quot;,&quot;type&quot;:&quot;FIGURE_OBJECT&quot;,&quot;relativeTransform&quot;:{&quot;translate&quot;:{&quot;x&quot;:358.31080662712634,&quot;y&quot;:-125.782474391756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6.666666666666664,&quot;color&quot;:&quot;black&quot;,&quot;fontWeight&quot;:&quot;bold&quot;,&quot;fontStyle&quot;:&quot;normal&quot;,&quot;decoration&quot;:&quot;none&quot;},&quot;range&quot;:[0,36]}],&quot;text&quot;:&quot;Cytokine Composite Score Calculation &quot;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6.666666666666664,&quot;color&quot;:&quot;black&quot;,&quot;fontWeight&quot;:&quot;normal&quot;,&quot;fontStyle&quot;:&quot;italic&quot;,&quot;decoration&quot;:&quot;none&quot;,&quot;script&quot;:&quot;none&quot;},&quot;range&quot;:[0,6]},{&quot;style&quot;:{&quot;fontFamily&quot;:&quot;Roboto&quot;,&quot;fontSize&quot;:26.666666666666664,&quot;color&quot;:&quot;black&quot;,&quot;fontWeight&quot;:&quot;normal&quot;,&quot;fontStyle&quot;:&quot;italic&quot;,&quot;decoration&quot;:&quot;none&quot;,&quot;script&quot;:&quot;none&quot;},&quot;range&quot;:[7,7]},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8,144]},{&quot;style&quot;:{&quot;fontFamily&quot;:&quot;Roboto&quot;,&quot;fontSize&quot;:26.666666666666664,&quot;color&quot;:&quot;black&quot;,&quot;fontWeight&quot;:&quot;bold&quot;,&quot;fontStyle&quot;:&quot;normal&quot;,&quot;decoration&quot;:&quot;none&quot;,&quot;script&quot;:&quot;none&quot;},&quot;range&quot;:[145,166]}],&quot;text&quot;:&quot;Purpose: Evaluate functional T-cell activation across donors while accounting for multiple activation readouts (4-1BB and IFNg expression) using two-stage aggregation.&quot;}],&quot;_lastCaretLocation&quot;:{&quot;lineIndex&quot;:2,&quot;runIndex&quot;:-1,&quot;charIndex&quot;:-1,&quot;endOfLine&quot;:true}},&quot;format&quot;:&quot;BETTER_TEXT&quot;,&quot;size&quot;:{&quot;x&quot;:1065.8738043939409,&quot;y&quot;:160},&quot;targetSize&quot;:{&quot;x&quot;:1065.8738043939409,&quot;y&quot;:160}},&quot;parent&quot;:{&quot;type&quot;:&quot;CHILD&quot;,&quot;parentId&quot;:&quot;e7118a09-0106-4252-bd7a-c0081571b4e6&quot;,&quot;order&quot;:&quot;8&quot;}},&quot;333e21f9-ed5d-4185-9b41-0fe47849e2af&quot;:{&quot;id&quot;:&quot;333e21f9-ed5d-4185-9b41-0fe47849e2af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19]}],&quot;text&quot;:&quot;Mutational Analysis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19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e7118a09-0106-4252-bd7a-c0081571b4e6&quot;,&quot;order&quot;:&quot;7&quot;}},&quot;e8ec6059-d925-4a08-8c95-6ac8a6e45180&quot;:{&quot;id&quot;:&quot;e8ec6059-d925-4a08-8c95-6ac8a6e45180&quot;,&quot;type&quot;:&quot;FIGURE_OBJECT&quot;,&quot;relativeTransform&quot;:{&quot;translate&quot;:{&quot;x&quot;:388.88885033072563,&quot;y&quot;:127.81281385161691},&quot;rotate&quot;:0,&quot;skewX&quot;:0,&quot;scale&quot;:{&quot;x&quot;:1,&quot;y&quot;:1}},&quot;path&quot;:{&quot;type&quot;:&quot;RECT&quot;,&quot;size&quot;:{&quot;x&quot;:1256.3284674534661,&quot;y&quot;:975.696493844966}},&quot;pathStyles&quot;:[{&quot;type&quot;:&quot;FILL&quot;,&quot;fillStyle&quot;:&quot;rgba(0,0,0,0)&quot;}],&quot;parent&quot;:{&quot;type&quot;:&quot;FRAME&quot;,&quot;parentId&quot;:&quot;e7118a09-0106-4252-bd7a-c0081571b4e6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7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e7118a09-0106-4252-bd7a-c0081571b4e6"/>
  <p:tag name="SELECTIONIDS" val="4bf2b967-cf17-49f8-926c-2ef3f521b65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bf2b967-cf17-49f8-926c-2ef3f521b659&quot;:{&quot;id&quot;:&quot;4bf2b967-cf17-49f8-926c-2ef3f521b659&quot;,&quot;name&quot;:&quot;image.png&quot;,&quot;type&quot;:&quot;FIGURE_OBJECT&quot;,&quot;relativeTransform&quot;:{&quot;translate&quot;:{&quot;x&quot;:388.889415517282,&quot;y&quot;:112.48061793323242},&quot;rotate&quot;:0,&quot;skewX&quot;:0,&quot;scale&quot;:{&quot;x&quot;:3.0984765262206095,&quot;y&quot;:3.0984765262206095}},&quot;image&quot;:{&quot;url&quot;:&quot;https://core.services.biorender.com/api/uploads/noredirect/6a66ed3029fd3ace27af1556/1785130288577_a375e7e2-b201-4a72-aa25-bc148db042b3_icon.png&quot;,&quot;isPremium&quot;:false,&quot;isSignedURL&quot;:true,&quot;size&quot;:{&quot;x&quot;:300,&quot;y&quot;:28.415300546448087}},&quot;source&quot;:{&quot;id&quot;:&quot;6a66ed3029fd3ace27af1556&quot;,&quot;type&quot;:&quot;UPLOADS&quot;},&quot;isPremium&quot;:false,&quot;parent&quot;:{&quot;type&quot;:&quot;CHILD&quot;,&quot;parentId&quot;:&quot;e7118a09-0106-4252-bd7a-c0081571b4e6&quot;,&quot;order&quot;:&quot;95&quot;}},&quot;e7118a09-0106-4252-bd7a-c0081571b4e6&quot;:{&quot;id&quot;:&quot;e7118a09-0106-4252-bd7a-c0081571b4e6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07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7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e7118a09-0106-4252-bd7a-c0081571b4e6"/>
  <p:tag name="SELECTIONIDS" val="e7914bb8-357f-4766-96d7-082ce98c267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7914bb8-357f-4766-96d7-082ce98c267b&quot;:{&quot;id&quot;:&quot;e7914bb8-357f-4766-96d7-082ce98c267b&quot;,&quot;name&quot;:&quot;image.png&quot;,&quot;type&quot;:&quot;FIGURE_OBJECT&quot;,&quot;relativeTransform&quot;:{&quot;translate&quot;:{&quot;x&quot;:381.1808504021544,&quot;y&quot;:442.79434435716144},&quot;rotate&quot;:0,&quot;skewX&quot;:0,&quot;scale&quot;:{&quot;x&quot;:2.257815395131222,&quot;y&quot;:2.257815395131222}},&quot;image&quot;:{&quot;url&quot;:&quot;https://core.services.biorender.com/api/uploads/noredirect/6a66ee602a081a16630e6850/1785130592427_03d37b10-11fe-459d-9259-3b50d86304ce_icon.png&quot;,&quot;isPremium&quot;:false,&quot;isSignedURL&quot;:true,&quot;size&quot;:{&quot;x&quot;:300,&quot;y&quot;:177.03703703703704}},&quot;source&quot;:{&quot;id&quot;:&quot;6a66ee602a081a16630e6850&quot;,&quot;type&quot;:&quot;UPLOADS&quot;},&quot;isPremium&quot;:false,&quot;parent&quot;:{&quot;type&quot;:&quot;CHILD&quot;,&quot;parentId&quot;:&quot;e7118a09-0106-4252-bd7a-c0081571b4e6&quot;,&quot;order&quot;:&quot;98&quot;}},&quot;e7118a09-0106-4252-bd7a-c0081571b4e6&quot;:{&quot;id&quot;:&quot;e7118a09-0106-4252-bd7a-c0081571b4e6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07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8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becd18f3-6e57-4848-afc5-ab38af9b6aff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ecd18f3-6e57-4848-afc5-ab38af9b6aff&quot;:{&quot;id&quot;:&quot;becd18f3-6e57-4848-afc5-ab38af9b6aff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41&quot;},&quot;source&quot;:{&quot;id&quot;:&quot;67095a7b453fec58a69dc8c2&quot;,&quot;type&quot;:&quot;TEMPLATES&quot;},&quot;layout&quot;:{&quot;sizeRatio&quot;:{&quot;x&quot;:0.7071067811865476,&quot;y&quot;:0.7071067811865476},&quot;keepAspectRatio&quot;:true}},&quot;542885af-eab9-45c3-a57b-af3d6fae5fc5&quot;:{&quot;id&quot;:&quot;542885af-eab9-45c3-a57b-af3d6fae5fc5&quot;,&quot;name&quot;:&quot;candidate_selection_dashboard.png&quot;,&quot;type&quot;:&quot;FIGURE_OBJECT&quot;,&quot;relativeTransform&quot;:{&quot;translate&quot;:{&quot;x&quot;:-14.140357849244623,&quot;y&quot;:91.29453896108541},&quot;rotate&quot;:0,&quot;skewX&quot;:0,&quot;scale&quot;:{&quot;x&quot;:3.6295615578556353,&quot;y&quot;:3.6295615578556353}},&quot;image&quot;:{&quot;url&quot;:&quot;https://core.services.biorender.com/api/uploads/noredirect/6a6695ad8d62f3fde2908b94/1785107885604_7c925d6c-3c70-4ea4-a7a1-f03187f04f40_icon.png&quot;,&quot;isPremium&quot;:false,&quot;isSignedURL&quot;:true,&quot;size&quot;:{&quot;x&quot;:300,&quot;y&quot;:240}},&quot;source&quot;:{&quot;id&quot;:&quot;6a6695ad8d62f3fde2908b94&quot;,&quot;type&quot;:&quot;UPLOADS&quot;},&quot;isPremium&quot;:false,&quot;parent&quot;:{&quot;type&quot;:&quot;CHILD&quot;,&quot;parentId&quot;:&quot;becd18f3-6e57-4848-afc5-ab38af9b6aff&quot;,&quot;order&quot;:&quot;5&quot;}},&quot;122355a7-eac5-4fcf-8f9f-fed701e2c1b1&quot;:{&quot;id&quot;:&quot;122355a7-eac5-4fcf-8f9f-fed701e2c1b1&quot;,&quot;type&quot;:&quot;FIGURE_OBJECT&quot;,&quot;relativeTransform&quot;:{&quot;translate&quot;:{&quot;x&quot;:-16.512906028509065,&quot;y&quot;:84.58920579118097},&quot;rotate&quot;:0,&quot;skewX&quot;:0,&quot;scale&quot;:{&quot;x&quot;:1,&quot;y&quot;:1}},&quot;path&quot;:{&quot;type&quot;:&quot;RECT&quot;,&quot;size&quot;:{&quot;x&quot;:1247.1001721949501,&quot;y&quot;:889.2492777240941}},&quot;pathStyles&quot;:[{&quot;type&quot;:&quot;FILL&quot;,&quot;fillStyle&quot;:&quot;rgba(0,0,0,0)&quot;}],&quot;parent&quot;:{&quot;type&quot;:&quot;FRAME&quot;,&quot;parentId&quot;:&quot;becd18f3-6e57-4848-afc5-ab38af9b6aff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8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ecd18f3-6e57-4848-afc5-ab38af9b6aff"/>
  <p:tag name="SELECTIONIDS" val="542885af-eab9-45c3-a57b-af3d6fae5fc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42885af-eab9-45c3-a57b-af3d6fae5fc5&quot;:{&quot;id&quot;:&quot;542885af-eab9-45c3-a57b-af3d6fae5fc5&quot;,&quot;name&quot;:&quot;candidate_selection_dashboard.png&quot;,&quot;type&quot;:&quot;FIGURE_OBJECT&quot;,&quot;relativeTransform&quot;:{&quot;translate&quot;:{&quot;x&quot;:-14.140357849244623,&quot;y&quot;:91.29453896108541},&quot;rotate&quot;:0,&quot;skewX&quot;:0,&quot;scale&quot;:{&quot;x&quot;:3.6295615578556353,&quot;y&quot;:3.6295615578556353}},&quot;image&quot;:{&quot;url&quot;:&quot;https://core.services.biorender.com/api/uploads/noredirect/6a6695ad8d62f3fde2908b94/1785107885604_7c925d6c-3c70-4ea4-a7a1-f03187f04f40_icon.png&quot;,&quot;isPremium&quot;:false,&quot;isSignedURL&quot;:true,&quot;size&quot;:{&quot;x&quot;:300,&quot;y&quot;:240}},&quot;source&quot;:{&quot;id&quot;:&quot;6a6695ad8d62f3fde2908b94&quot;,&quot;type&quot;:&quot;UPLOADS&quot;},&quot;isPremium&quot;:false,&quot;parent&quot;:{&quot;type&quot;:&quot;CHILD&quot;,&quot;parentId&quot;:&quot;becd18f3-6e57-4848-afc5-ab38af9b6aff&quot;,&quot;order&quot;:&quot;5&quot;}},&quot;becd18f3-6e57-4848-afc5-ab38af9b6aff&quot;:{&quot;id&quot;:&quot;becd18f3-6e57-4848-afc5-ab38af9b6aff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41&quot;},&quot;source&quot;:{&quot;id&quot;:&quot;67095a7b453fec58a69dc8c2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9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b4eb1993-4ccd-4d84-a93e-a13abfdb68b9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4eb1993-4ccd-4d84-a93e-a13abfdb68b9&quot;:{&quot;id&quot;:&quot;b4eb1993-4ccd-4d84-a93e-a13abfdb68b9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15&quot;},&quot;source&quot;:{&quot;id&quot;:&quot;670fec1d3441cb01bf892654&quot;,&quot;type&quot;:&quot;TEMPLATES&quot;},&quot;layout&quot;:{&quot;sizeRatio&quot;:{&quot;x&quot;:0.88,&quot;y&quot;:0.88},&quot;keepAspectRatio&quot;:false}},&quot;67612929-a391-48a3-8666-977fd427e774&quot;:{&quot;id&quot;:&quot;67612929-a391-48a3-8666-977fd427e774&quot;,&quot;type&quot;:&quot;FIGURE_OBJECT&quot;,&quot;relativeTransform&quot;:{&quot;translate&quot;:{&quot;x&quot;:802.8402095589948,&quot;y&quot;:560.325157807226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95&quot;}},&quot;49fd315c-2ea8-4ae4-997a-69dacc663359&quot;:{&quot;id&quot;:&quot;49fd315c-2ea8-4ae4-997a-69dacc663359&quot;,&quot;type&quot;:&quot;FIGURE_OBJECT&quot;,&quot;relativeTransform&quot;:{&quot;translate&quot;:{&quot;x&quot;:802.8404155704214,&quot;y&quot;:494.422251356949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92&quot;}},&quot;a499b5da-e79b-4965-93c2-22a456689da6&quot;:{&quot;id&quot;:&quot;a499b5da-e79b-4965-93c2-22a456689da6&quot;,&quot;type&quot;:&quot;FIGURE_OBJECT&quot;,&quot;relativeTransform&quot;:{&quot;translate&quot;:{&quot;x&quot;:802.8404976735175,&quot;y&quot;:428.5186204259588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9&quot;}},&quot;dd0e5326-42cf-4b83-bd70-13b41f395979&quot;:{&quot;id&quot;:&quot;dd0e5326-42cf-4b83-bd70-13b41f395979&quot;,&quot;type&quot;:&quot;FIGURE_OBJECT&quot;,&quot;relativeTransform&quot;:{&quot;translate&quot;:{&quot;x&quot;:802.8407036849441,&quot;y&quot;:362.615713975682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87&quot;}},&quot;68725ac0-4bc0-42c9-89c2-67f547cbb057&quot;:{&quot;id&quot;:&quot;68725ac0-4bc0-42c9-89c2-67f547cbb057&quot;,&quot;type&quot;:&quot;FIGURE_OBJECT&quot;,&quot;relativeTransform&quot;:{&quot;translate&quot;:{&quot;x&quot;:802.8406212803733,&quot;y&quot;:296.7119985082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85&quot;}},&quot;4b6c1fd9-fb16-4f0a-a32f-2e581952fca9&quot;:{&quot;id&quot;:&quot;4b6c1fd9-fb16-4f0a-a32f-2e581952fca9&quot;,&quot;type&quot;:&quot;FIGURE_OBJECT&quot;,&quot;relativeTransform&quot;:{&quot;translate&quot;:{&quot;x&quot;:806.0808269041898,&quot;y&quot;:235.8428184552196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12]}],&quot;text&quot;:&quot;CD4_Composite&quot;}],&quot;_lastCaretLocation&quot;:{&quot;lineIndex&quot;:0,&quot;runIndex&quot;:0,&quot;charIndex&quot;:3}},&quot;format&quot;:&quot;BETTER_TEXT&quot;,&quot;size&quot;:{&quot;x&quot;:172.69921875,&quot;y&quot;:28},&quot;targetSize&quot;:{&quot;x&quot;:60.984987067534355,&quot;y&quot;:24.139890495753058}},&quot;parent&quot;:{&quot;type&quot;:&quot;CHILD&quot;,&quot;parentId&quot;:&quot;b4eb1993-4ccd-4d84-a93e-a13abfdb68b9&quot;,&quot;order&quot;:&quot;99982&quot;}},&quot;9536b283-f35c-4b24-96ce-e309c9929092&quot;:{&quot;id&quot;:&quot;9536b283-f35c-4b24-96ce-e309c9929092&quot;,&quot;type&quot;:&quot;FIGURE_OBJECT&quot;,&quot;relativeTransform&quot;:{&quot;translate&quot;:{&quot;x&quot;:569.1361043590316,&quot;y&quot;:560.324966824365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8&quot;}},&quot;31f7b872-e5c9-401a-97fb-d70f8c98601e&quot;:{&quot;id&quot;:&quot;31f7b872-e5c9-401a-97fb-d70f8c98601e&quot;,&quot;type&quot;:&quot;FIGURE_OBJECT&quot;,&quot;relativeTransform&quot;:{&quot;translate&quot;:{&quot;x&quot;:569.1363103704582,&quot;y&quot;:494.4220603740893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75&quot;}},&quot;66317b0f-e47a-4f33-b223-9b28ac86e59f&quot;:{&quot;id&quot;:&quot;66317b0f-e47a-4f33-b223-9b28ac86e59f&quot;,&quot;type&quot;:&quot;FIGURE_OBJECT&quot;,&quot;relativeTransform&quot;:{&quot;translate&quot;:{&quot;x&quot;:569.1363924735542,&quot;y&quot;:428.518429443098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7&quot;}},&quot;4f3dd67b-08b5-48b8-bcb8-6e8861d5e6e6&quot;:{&quot;id&quot;:&quot;4f3dd67b-08b5-48b8-bcb8-6e8861d5e6e6&quot;,&quot;type&quot;:&quot;FIGURE_OBJECT&quot;,&quot;relativeTransform&quot;:{&quot;translate&quot;:{&quot;x&quot;:569.1365984849808,&quot;y&quot;:362.615522992822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65&quot;}},&quot;b06d6852-dea6-4963-bb52-4ad5e5b87d4f&quot;:{&quot;id&quot;:&quot;b06d6852-dea6-4963-bb52-4ad5e5b87d4f&quot;,&quot;type&quot;:&quot;FIGURE_OBJECT&quot;,&quot;relativeTransform&quot;:{&quot;translate&quot;:{&quot;x&quot;:569.13651608041,&quot;y&quot;:296.711807525405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6&quot;}},&quot;9817cfd8-04fe-4566-9149-98dbc4286984&quot;:{&quot;id&quot;:&quot;9817cfd8-04fe-4566-9149-98dbc4286984&quot;,&quot;type&quot;:&quot;FIGURE_OBJECT&quot;,&quot;relativeTransform&quot;:{&quot;translate&quot;:{&quot;x&quot;:572.3767217042266,&quot;y&quot;:235.8426274723594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12]}],&quot;text&quot;:&quot;CD8_Composite&quot;}],&quot;_lastCaretLocation&quot;:{&quot;lineIndex&quot;:0,&quot;runIndex&quot;:-1,&quot;charIndex&quot;:-1,&quot;endOfLine&quot;:true}},&quot;format&quot;:&quot;BETTER_TEXT&quot;,&quot;size&quot;:{&quot;x&quot;:172.69921875,&quot;y&quot;:28},&quot;targetSize&quot;:{&quot;x&quot;:60.984987067534355,&quot;y&quot;:24.139890495753058}},&quot;parent&quot;:{&quot;type&quot;:&quot;CHILD&quot;,&quot;parentId&quot;:&quot;b4eb1993-4ccd-4d84-a93e-a13abfdb68b9&quot;,&quot;order&quot;:&quot;99955&quot;}},&quot;766ffb6f-0917-4869-abda-844cc1388ad8&quot;:{&quot;id&quot;:&quot;766ffb6f-0917-4869-abda-844cc1388ad8&quot;,&quot;type&quot;:&quot;FIGURE_OBJECT&quot;,&quot;relativeTransform&quot;:{&quot;translate&quot;:{&quot;x&quot;:367.2897026341964,&quot;y&quot;:560.324213779670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5&quot;}},&quot;2480984c-92b7-4164-9532-56fb924a587f&quot;:{&quot;id&quot;:&quot;2480984c-92b7-4164-9532-56fb924a587f&quot;,&quot;type&quot;:&quot;FIGURE_OBJECT&quot;,&quot;relativeTransform&quot;:{&quot;translate&quot;:{&quot;x&quot;:367.2899086456229,&quot;y&quot;:494.42130732939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2&quot;}},&quot;73363cd0-433b-434b-9433-79cb3d373ff7&quot;:{&quot;id&quot;:&quot;73363cd0-433b-434b-9433-79cb3d373ff7&quot;,&quot;type&quot;:&quot;FIGURE_OBJECT&quot;,&quot;relativeTransform&quot;:{&quot;translate&quot;:{&quot;x&quot;:367.28999074871905,&quot;y&quot;:428.5176763984036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lt;3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9&quot;}},&quot;3334903d-84f5-4894-baed-e6ddd6fb66f7&quot;:{&quot;id&quot;:&quot;3334903d-84f5-4894-baed-e6ddd6fb66f7&quot;,&quot;type&quot;:&quot;FIGURE_OBJECT&quot;,&quot;relativeTransform&quot;:{&quot;translate&quot;:{&quot;x&quot;:367.29019676014553,&quot;y&quot;:362.614769948127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lt;2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85&quot;}},&quot;cc160ef9-dd8a-47b6-8ffd-241f3ee81b59&quot;:{&quot;id&quot;:&quot;cc160ef9-dd8a-47b6-8ffd-241f3ee81b59&quot;,&quot;type&quot;:&quot;FIGURE_OBJECT&quot;,&quot;relativeTransform&quot;:{&quot;translate&quot;:{&quot;x&quot;:367.2901143555749,&quot;y&quot;:296.711054480710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lt;2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982&quot;}},&quot;f378d7b9-2c25-42f0-9173-a43359d29b60&quot;:{&quot;id&quot;:&quot;f378d7b9-2c25-42f0-9173-a43359d29b60&quot;,&quot;type&quot;:&quot;FIGURE_OBJECT&quot;,&quot;relativeTransform&quot;:{&quot;translate&quot;:{&quot;x&quot;:370.53031997939144,&quot;y&quot;:235.841874427664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7]}],&quot;text&quot;:&quot;%Rank_EL&quot;}],&quot;_lastCaretLocation&quot;:{&quot;lineIndex&quot;:0,&quot;runIndex&quot;:-1,&quot;charIndex&quot;:-1,&quot;endOfLine&quot;:true}},&quot;format&quot;:&quot;BETTER_TEXT&quot;,&quot;size&quot;:{&quot;x&quot;:109.37109375,&quot;y&quot;:28},&quot;targetSize&quot;:{&quot;x&quot;:60.984987067534355,&quot;y&quot;:24.139890495753058}},&quot;parent&quot;:{&quot;type&quot;:&quot;CHILD&quot;,&quot;parentId&quot;:&quot;b4eb1993-4ccd-4d84-a93e-a13abfdb68b9&quot;,&quot;order&quot;:&quot;998&quot;}},&quot;05cdef38-aebb-446f-9166-cd107f1bd4b2&quot;:{&quot;id&quot;:&quot;05cdef38-aebb-446f-9166-cd107f1bd4b2&quot;,&quot;type&quot;:&quot;FIGURE_OBJECT&quot;,&quot;relativeTransform&quot;:{&quot;translate&quot;:{&quot;x&quot;:131.91703492018678,&quot;y&quot;:568.558391481866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1]}],&quot;text&quot;:&quot;Missing Data&quot;}],&quot;_lastCaretLocation&quot;:{&quot;lineIndex&quot;:0,&quot;runIndex&quot;:-1,&quot;charIndex&quot;:-1,&quot;endOfLine&quot;:true}},&quot;format&quot;:&quot;BETTER_TEXT&quot;,&quot;size&quot;:{&quot;x&quot;:168.77227727084437,&quot;y&quot;:34.401149780575},&quot;targetSize&quot;:{&quot;x&quot;:168.77227727084437,&quot;y&quot;:34.401149780575}},&quot;parent&quot;:{&quot;type&quot;:&quot;CHILD&quot;,&quot;parentId&quot;:&quot;b4eb1993-4ccd-4d84-a93e-a13abfdb68b9&quot;,&quot;order&quot;:&quot;997&quot;}},&quot;d51baf6c-b6b1-4165-b5b0-81ffdbe2ea08&quot;:{&quot;id&quot;:&quot;d51baf6c-b6b1-4165-b5b0-81ffdbe2ea08&quot;,&quot;type&quot;:&quot;FIGURE_OBJECT&quot;,&quot;relativeTransform&quot;:{&quot;translate&quot;:{&quot;x&quot;:136.36384398039417,&quot;y&quot;:505.831786663650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2]}],&quot;text&quot;:&quot;Non-Binder &amp; CD8 Active&quot;}],&quot;_lastCaretLocation&quot;:{&quot;lineIndex&quot;:0,&quot;runIndex&quot;:-1,&quot;charIndex&quot;:-1,&quot;endOfLine&quot;:true}},&quot;format&quot;:&quot;BETTER_TEXT&quot;,&quot;size&quot;:{&quot;x&quot;:230.59503185082988,&quot;y&quot;:56},&quot;targetSize&quot;:{&quot;x&quot;:230.59503185082988,&quot;y&quot;:56}},&quot;parent&quot;:{&quot;type&quot;:&quot;CHILD&quot;,&quot;parentId&quot;:&quot;b4eb1993-4ccd-4d84-a93e-a13abfdb68b9&quot;,&quot;order&quot;:&quot;996&quot;}},&quot;06eb6ed2-3870-4413-a9ca-dd799f922017&quot;:{&quot;id&quot;:&quot;06eb6ed2-3870-4413-a9ca-dd799f922017&quot;,&quot;type&quot;:&quot;FIGURE_OBJECT&quot;,&quot;relativeTransform&quot;:{&quot;translate&quot;:{&quot;x&quot;:136.3643436789198,&quot;y&quot;:434.846073414224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9]}],&quot;text&quot;:&quot;Borderline Binder &amp; CD8 Active&quot;}],&quot;_lastCaretLocation&quot;:{&quot;lineIndex&quot;:0,&quot;runIndex&quot;:-1,&quot;charIndex&quot;:-1,&quot;endOfLine&quot;:true}},&quot;format&quot;:&quot;BETTER_TEXT&quot;,&quot;size&quot;:{&quot;x&quot;:230.5953314119796,&quot;y&quot;:56.000000000000014},&quot;targetSize&quot;:{&quot;x&quot;:230.5953314119796,&quot;y&quot;:56.000000000000014}},&quot;parent&quot;:{&quot;type&quot;:&quot;CHILD&quot;,&quot;parentId&quot;:&quot;b4eb1993-4ccd-4d84-a93e-a13abfdb68b9&quot;,&quot;order&quot;:&quot;995&quot;}},&quot;d0b73147-d723-425e-a1c5-b97ad2171608&quot;:{&quot;id&quot;:&quot;d0b73147-d723-425e-a1c5-b97ad2171608&quot;,&quot;type&quot;:&quot;FIGURE_OBJECT&quot;,&quot;relativeTransform&quot;:{&quot;translate&quot;:{&quot;x&quot;:136.36435119320288,&quot;y&quot;:371.484208123165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3]}],&quot;text&quot;:&quot;High Binder &amp; CD8 Active&quot;}],&quot;_lastCaretLocation&quot;:{&quot;lineIndex&quot;:0,&quot;runIndex&quot;:-1,&quot;charIndex&quot;:-1,&quot;endOfLine&quot;:true}},&quot;format&quot;:&quot;BETTER_TEXT&quot;,&quot;size&quot;:{&quot;x&quot;:230.59434644054593,&quot;y&quot;:56},&quot;targetSize&quot;:{&quot;x&quot;:230.59434644054593,&quot;y&quot;:56}},&quot;parent&quot;:{&quot;type&quot;:&quot;CHILD&quot;,&quot;parentId&quot;:&quot;b4eb1993-4ccd-4d84-a93e-a13abfdb68b9&quot;,&quot;order&quot;:&quot;992&quot;}},&quot;e5502ced-4e6d-457c-9824-cdc9e6611afd&quot;:{&quot;id&quot;:&quot;e5502ced-4e6d-457c-9824-cdc9e6611afd&quot;,&quot;type&quot;:&quot;FIGURE_OBJECT&quot;,&quot;relativeTransform&quot;:{&quot;translate&quot;:{&quot;x&quot;:136.36426939158116,&quot;y&quot;:305.5808072454650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4]}],&quot;text&quot;:&quot;High Binder &amp; Dual Active&quot;}],&quot;_lastCaretLocation&quot;:{&quot;lineIndex&quot;:0,&quot;runIndex&quot;:-1,&quot;charIndex&quot;:-1,&quot;endOfLine&quot;:true}},&quot;format&quot;:&quot;BETTER_TEXT&quot;,&quot;size&quot;:{&quot;x&quot;:230.59434644054565,&quot;y&quot;:56},&quot;targetSize&quot;:{&quot;x&quot;:230.59434644054565,&quot;y&quot;:56}},&quot;parent&quot;:{&quot;type&quot;:&quot;CHILD&quot;,&quot;parentId&quot;:&quot;b4eb1993-4ccd-4d84-a93e-a13abfdb68b9&quot;,&quot;order&quot;:&quot;991&quot;}},&quot;d6be5e13-92c5-4e5d-ba20-2b6657d93ec8&quot;:{&quot;id&quot;:&quot;d6be5e13-92c5-4e5d-ba20-2b6657d93ec8&quot;,&quot;type&quot;:&quot;FIGURE_OBJECT&quot;,&quot;relativeTransform&quot;:{&quot;translate&quot;:{&quot;x&quot;:136.365173318736,&quot;y&quot;:235.841436231092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3]}],&quot;text&quot;:&quot;Name&quot;}],&quot;_lastCaretLocation&quot;:{&quot;lineIndex&quot;:0,&quot;runIndex&quot;:-1,&quot;charIndex&quot;:-1,&quot;endOfLine&quot;:true}},&quot;format&quot;:&quot;BETTER_TEXT&quot;,&quot;size&quot;:{&quot;x&quot;:63.9140625,&quot;y&quot;:28},&quot;targetSize&quot;:{&quot;x&quot;:60.984987067534355,&quot;y&quot;:24.139890495753058}},&quot;parent&quot;:{&quot;type&quot;:&quot;CHILD&quot;,&quot;parentId&quot;:&quot;b4eb1993-4ccd-4d84-a93e-a13abfdb68b9&quot;,&quot;order&quot;:&quot;99&quot;}},&quot;523c1595-0dc2-46f5-84c0-9716521d6f83&quot;:{&quot;id&quot;:&quot;523c1595-0dc2-46f5-84c0-9716521d6f83&quot;,&quot;type&quot;:&quot;FIGURE_OBJECT&quot;,&quot;relativeTransform&quot;:{&quot;translate&quot;:{&quot;x&quot;:-29.081518975485217,&quot;y&quot;:565.357584406433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5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8&quot;}},&quot;9e21ba0d-038e-4420-a54b-1fa203be50e6&quot;:{&quot;id&quot;:&quot;9e21ba0d-038e-4420-a54b-1fa203be50e6&quot;,&quot;type&quot;:&quot;FIGURE_OBJECT&quot;,&quot;relativeTransform&quot;:{&quot;translate&quot;:{&quot;x&quot;:-29.08131296405869,&quot;y&quot;:499.4546779561570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4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75&quot;}},&quot;38a83438-d37a-4198-af3e-2992f6ca31da&quot;:{&quot;id&quot;:&quot;38a83438-d37a-4198-af3e-2992f6ca31da&quot;,&quot;type&quot;:&quot;FIGURE_OBJECT&quot;,&quot;relativeTransform&quot;:{&quot;translate&quot;:{&quot;x&quot;:-29.081230860962563,&quot;y&quot;:433.551047025166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3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7&quot;}},&quot;6cfe934c-29c3-4d58-b730-4c5955eefb47&quot;:{&quot;id&quot;:&quot;6cfe934c-29c3-4d58-b730-4c5955eefb47&quot;,&quot;type&quot;:&quot;FIGURE_OBJECT&quot;,&quot;relativeTransform&quot;:{&quot;translate&quot;:{&quot;x&quot;:-29.081024849536036,&quot;y&quot;:367.648140574889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2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6&quot;}},&quot;6f379384-f03b-471a-87c9-2ec361dc837a&quot;:{&quot;id&quot;:&quot;6f379384-f03b-471a-87c9-2ec361dc837a&quot;,&quot;type&quot;:&quot;FIGURE_OBJECT&quot;,&quot;relativeTransform&quot;:{&quot;translate&quot;:{&quot;x&quot;:-29.081107254106694,&quot;y&quot;:301.744425107473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1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5&quot;}},&quot;66ef26d8-b03e-40ec-865a-2ba8e44505ce&quot;:{&quot;id&quot;:&quot;66ef26d8-b03e-40ec-865a-2ba8e44505ce&quot;,&quot;type&quot;:&quot;FIGURE_OBJECT&quot;,&quot;relativeTransform&quot;:{&quot;translate&quot;:{&quot;x&quot;:-29.080901242680167,&quot;y&quot;:235.841518657196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3]}],&quot;text&quot;:&quot;Tier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b4eb1993-4ccd-4d84-a93e-a13abfdb68b9&quot;,&quot;order&quot;:&quot;9&quot;}},&quot;b923a086-f3b6-43f6-99ba-948dd04c90e9&quot;:{&quot;id&quot;:&quot;b923a086-f3b6-43f6-99ba-948dd04c90e9&quot;,&quot;name&quot;:&quot;tier_distribution_counts.png&quot;,&quot;type&quot;:&quot;FIGURE_OBJECT&quot;,&quot;relativeTransform&quot;:{&quot;translate&quot;:{&quot;x&quot;:388.3175155254206,&quot;y&quot;:-27.092528248112814},&quot;rotate&quot;:0,&quot;skewX&quot;:0,&quot;scale&quot;:{&quot;x&quot;:3.962514609368774,&quot;y&quot;:3.962514609368774}},&quot;image&quot;:{&quot;url&quot;:&quot;https://core.services.biorender.com/api/uploads/noredirect/6a6696ebfdb9fcc9d02bf539/1785108203596_869e44be-8f59-4696-bb0b-2e80a7dc3de9_icon.png&quot;,&quot;isPremium&quot;:false,&quot;isSignedURL&quot;:true,&quot;size&quot;:{&quot;x&quot;:300,&quot;y&quot;:116.66666666666667}},&quot;source&quot;:{&quot;id&quot;:&quot;6a6696ebfdb9fcc9d02bf539&quot;,&quot;type&quot;:&quot;UPLOADS&quot;},&quot;isPremium&quot;:false,&quot;parent&quot;:{&quot;type&quot;:&quot;CHILD&quot;,&quot;parentId&quot;:&quot;b4eb1993-4ccd-4d84-a93e-a13abfdb68b9&quot;,&quot;order&quot;:&quot;8&quot;}},&quot;c677ee00-d5ae-40c0-890c-70afe2c791a3&quot;:{&quot;id&quot;:&quot;c677ee00-d5ae-40c0-890c-70afe2c791a3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19]}],&quot;text&quot;:&quot;Mutational Analysis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19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b4eb1993-4ccd-4d84-a93e-a13abfdb68b9&quot;,&quot;order&quot;:&quot;7&quot;}},&quot;2675275f-e614-43b7-a96c-c668683e9938&quot;:{&quot;id&quot;:&quot;2675275f-e614-43b7-a96c-c668683e9938&quot;,&quot;type&quot;:&quot;FIGURE_OBJECT&quot;,&quot;relativeTransform&quot;:{&quot;translate&quot;:{&quot;x&quot;:388.88885033072563,&quot;y&quot;:127.81281385161691},&quot;rotate&quot;:0,&quot;skewX&quot;:0,&quot;scale&quot;:{&quot;x&quot;:1,&quot;y&quot;:1}},&quot;path&quot;:{&quot;type&quot;:&quot;RECT&quot;,&quot;size&quot;:{&quot;x&quot;:1256.3284674534661,&quot;y&quot;:975.696493844966}},&quot;pathStyles&quot;:[{&quot;type&quot;:&quot;FILL&quot;,&quot;fillStyle&quot;:&quot;rgba(0,0,0,0)&quot;}],&quot;parent&quot;:{&quot;type&quot;:&quot;FRAME&quot;,&quot;parentId&quot;:&quot;b4eb1993-4ccd-4d84-a93e-a13abfdb68b9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19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4eb1993-4ccd-4d84-a93e-a13abfdb68b9"/>
  <p:tag name="SELECTIONIDS" val="b923a086-f3b6-43f6-99ba-948dd04c90e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923a086-f3b6-43f6-99ba-948dd04c90e9&quot;:{&quot;id&quot;:&quot;b923a086-f3b6-43f6-99ba-948dd04c90e9&quot;,&quot;name&quot;:&quot;tier_distribution_counts.png&quot;,&quot;type&quot;:&quot;FIGURE_OBJECT&quot;,&quot;relativeTransform&quot;:{&quot;translate&quot;:{&quot;x&quot;:388.3175155254206,&quot;y&quot;:-27.092528248112814},&quot;rotate&quot;:0,&quot;skewX&quot;:0,&quot;scale&quot;:{&quot;x&quot;:3.962514609368774,&quot;y&quot;:3.962514609368774}},&quot;image&quot;:{&quot;url&quot;:&quot;https://core.services.biorender.com/api/uploads/noredirect/6a6696ebfdb9fcc9d02bf539/1785108203596_869e44be-8f59-4696-bb0b-2e80a7dc3de9_icon.png&quot;,&quot;isPremium&quot;:false,&quot;isSignedURL&quot;:true,&quot;size&quot;:{&quot;x&quot;:300,&quot;y&quot;:116.66666666666667}},&quot;source&quot;:{&quot;id&quot;:&quot;6a6696ebfdb9fcc9d02bf539&quot;,&quot;type&quot;:&quot;UPLOADS&quot;},&quot;isPremium&quot;:false,&quot;parent&quot;:{&quot;type&quot;:&quot;CHILD&quot;,&quot;parentId&quot;:&quot;b4eb1993-4ccd-4d84-a93e-a13abfdb68b9&quot;,&quot;order&quot;:&quot;8&quot;}},&quot;b4eb1993-4ccd-4d84-a93e-a13abfdb68b9&quot;:{&quot;id&quot;:&quot;b4eb1993-4ccd-4d84-a93e-a13abfdb68b9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1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0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76f350bf-783d-433f-9d75-8459968c13ab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6f350bf-783d-433f-9d75-8459968c13ab&quot;:{&quot;id&quot;:&quot;76f350bf-783d-433f-9d75-8459968c13ab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3&quot;},&quot;source&quot;:{&quot;id&quot;:&quot;670fec1d3441cb01bf892654&quot;,&quot;type&quot;:&quot;TEMPLATES&quot;},&quot;layout&quot;:{&quot;sizeRatio&quot;:{&quot;x&quot;:0.88,&quot;y&quot;:0.88},&quot;keepAspectRatio&quot;:false}},&quot;bbc82124-c2c5-49f6-9ccc-38650047371d&quot;:{&quot;type&quot;:&quot;FIGURE_OBJECT&quot;,&quot;id&quot;:&quot;bbc82124-c2c5-49f6-9ccc-38650047371d&quot;,&quot;path&quot;:{&quot;type&quot;:&quot;RECT&quot;,&quot;size&quot;:{&quot;x&quot;:478.71775310487425,&quot;y&quot;:94.9137288315334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76f350bf-783d-433f-9d75-8459968c13ab&quot;,&quot;order&quot;:&quot;99998&quot;},&quot;relativeTransform&quot;:{&quot;translate&quot;:{&quot;x&quot;:726.3858189735814,&quot;y&quot;:328.15798711378176},&quot;rotate&quot;:0,&quot;skewX&quot;:0,&quot;scale&quot;:{&quot;x&quot;:1,&quot;y&quot;:1}},&quot;layout&quot;:{&quot;sizeRatio&quot;:{&quot;x&quot;:0.88,&quot;y&quot;:0.88},&quot;keepAspectRatio&quot;:false}},&quot;69953dbf-0b70-4e20-a417-4726459daf88&quot;:{&quot;id&quot;:&quot;69953dbf-0b70-4e20-a417-4726459daf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6]}],&quot;text&quot;:&quot;Top 50 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,&quot;range&quot;:[0,23]}],&quot;text&quot;:&quot;2-AA candidates selected&quot;}],&quot;_lastCaretLocation&quot;:{&quot;lineIndex&quot;:1,&quot;runIndex&quot;:-1,&quot;charIndex&quot;:-1,&quot;endOfLine&quot;:true}},&quot;format&quot;:&quot;BETTER_TEXT&quot;,&quot;size&quot;:{&quot;x&quot;:421.27162273228936,&quot;y&quot;:60},&quot;targetSize&quot;:{&quot;x&quot;:421.27162273228936,&quot;y&quot;:2}},&quot;parent&quot;:{&quot;type&quot;:&quot;CHILD&quot;,&quot;parentId&quot;:&quot;bbc82124-c2c5-49f6-9ccc-38650047371d&quot;,&quot;order&quot;:&quot;5&quot;}},&quot;73fcac08-874f-4e5c-9ffc-ce9ee7495a58&quot;:{&quot;type&quot;:&quot;FIGURE_OBJECT&quot;,&quot;id&quot;:&quot;73fcac08-874f-4e5c-9ffc-ce9ee7495a58&quot;,&quot;path&quot;:{&quot;type&quot;:&quot;RECT&quot;,&quot;size&quot;:{&quot;x&quot;:478.71775310487425,&quot;y&quot;:94.9137288315334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76f350bf-783d-433f-9d75-8459968c13ab&quot;,&quot;order&quot;:&quot;99997&quot;},&quot;relativeTransform&quot;:{&quot;translate&quot;:{&quot;x&quot;:100.37394076137605,&quot;y&quot;:328.15798711378176},&quot;rotate&quot;:0,&quot;skewX&quot;:0,&quot;scale&quot;:{&quot;x&quot;:1,&quot;y&quot;:1}},&quot;layout&quot;:{&quot;sizeRatio&quot;:{&quot;x&quot;:0.88,&quot;y&quot;:0.88},&quot;keepAspectRatio&quot;:false}},&quot;595a8f39-865f-4ebb-aa0f-93849405829c&quot;:{&quot;id&quot;:&quot;595a8f39-865f-4ebb-aa0f-93849405829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8]}],&quot;text&quot;:&quot;49 Tier 4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23]}],&quot;text&quot;:&quot;1-AA Candidates Selected&quot;,&quot;base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421.27162273228936,&quot;y&quot;:60},&quot;targetSize&quot;:{&quot;x&quot;:421.27162273228936,&quot;y&quot;:2}},&quot;parent&quot;:{&quot;type&quot;:&quot;CHILD&quot;,&quot;parentId&quot;:&quot;73fcac08-874f-4e5c-9ffc-ce9ee7495a58&quot;,&quot;order&quot;:&quot;5&quot;}},&quot;5ee37c93-ed67-495c-a30b-3a075b0f8c5a&quot;:{&quot;id&quot;:&quot;5ee37c93-ed67-495c-a30b-3a075b0f8c5a&quot;,&quot;type&quot;:&quot;FIGURE_OBJECT&quot;,&quot;relativeTransform&quot;:{&quot;translate&quot;:{&quot;x&quot;:802.8402095589948,&quot;y&quot;:560.325157807226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95&quot;}},&quot;7c51d634-6f2d-41b6-8673-66edc1e9c0a7&quot;:{&quot;id&quot;:&quot;7c51d634-6f2d-41b6-8673-66edc1e9c0a7&quot;,&quot;type&quot;:&quot;FIGURE_OBJECT&quot;,&quot;relativeTransform&quot;:{&quot;translate&quot;:{&quot;x&quot;:802.8404155704214,&quot;y&quot;:494.422251356949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92&quot;}},&quot;a8a70f12-319c-45af-8615-173b520f4c50&quot;:{&quot;id&quot;:&quot;a8a70f12-319c-45af-8615-173b520f4c50&quot;,&quot;type&quot;:&quot;FIGURE_OBJECT&quot;,&quot;relativeTransform&quot;:{&quot;translate&quot;:{&quot;x&quot;:802.8404976735175,&quot;y&quot;:428.5186204259588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9&quot;}},&quot;367ce865-8d72-4323-9ab1-4dcf20c544ca&quot;:{&quot;id&quot;:&quot;367ce865-8d72-4323-9ab1-4dcf20c544ca&quot;,&quot;type&quot;:&quot;FIGURE_OBJECT&quot;,&quot;relativeTransform&quot;:{&quot;translate&quot;:{&quot;x&quot;:802.8407036849441,&quot;y&quot;:362.615713975682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87&quot;}},&quot;83cdb815-44ee-4fa2-954d-7c5ef9a84d13&quot;:{&quot;id&quot;:&quot;83cdb815-44ee-4fa2-954d-7c5ef9a84d13&quot;,&quot;type&quot;:&quot;FIGURE_OBJECT&quot;,&quot;relativeTransform&quot;:{&quot;translate&quot;:{&quot;x&quot;:802.8406212803733,&quot;y&quot;:296.7119985082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85&quot;}},&quot;cbf9dc81-778a-4af0-a108-dc80359c808d&quot;:{&quot;id&quot;:&quot;cbf9dc81-778a-4af0-a108-dc80359c808d&quot;,&quot;type&quot;:&quot;FIGURE_OBJECT&quot;,&quot;relativeTransform&quot;:{&quot;translate&quot;:{&quot;x&quot;:806.0808269041898,&quot;y&quot;:235.8428184552196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12]}],&quot;text&quot;:&quot;CD4_Composite&quot;}],&quot;_lastCaretLocation&quot;:{&quot;lineIndex&quot;:0,&quot;runIndex&quot;:0,&quot;charIndex&quot;:3}},&quot;format&quot;:&quot;BETTER_TEXT&quot;,&quot;size&quot;:{&quot;x&quot;:172.69921875,&quot;y&quot;:28},&quot;targetSize&quot;:{&quot;x&quot;:60.984987067534355,&quot;y&quot;:24.139890495753058}},&quot;parent&quot;:{&quot;type&quot;:&quot;CHILD&quot;,&quot;parentId&quot;:&quot;76f350bf-783d-433f-9d75-8459968c13ab&quot;,&quot;order&quot;:&quot;99982&quot;}},&quot;26f9a63c-e303-45dc-9b82-12f647ed7147&quot;:{&quot;id&quot;:&quot;26f9a63c-e303-45dc-9b82-12f647ed7147&quot;,&quot;type&quot;:&quot;FIGURE_OBJECT&quot;,&quot;relativeTransform&quot;:{&quot;translate&quot;:{&quot;x&quot;:569.1361043590316,&quot;y&quot;:560.324966824365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8&quot;}},&quot;a543735b-e61e-4665-b9b7-86e9c4bed22a&quot;:{&quot;id&quot;:&quot;a543735b-e61e-4665-b9b7-86e9c4bed22a&quot;,&quot;type&quot;:&quot;FIGURE_OBJECT&quot;,&quot;relativeTransform&quot;:{&quot;translate&quot;:{&quot;x&quot;:569.1363103704582,&quot;y&quot;:494.4220603740893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75&quot;}},&quot;b69a71d2-1c0f-4845-929d-17460dec950f&quot;:{&quot;id&quot;:&quot;b69a71d2-1c0f-4845-929d-17460dec950f&quot;,&quot;type&quot;:&quot;FIGURE_OBJECT&quot;,&quot;relativeTransform&quot;:{&quot;translate&quot;:{&quot;x&quot;:569.1363924735542,&quot;y&quot;:428.518429443098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7&quot;}},&quot;9e4ab32e-12e7-4e06-b8ce-6afa94e38cab&quot;:{&quot;id&quot;:&quot;9e4ab32e-12e7-4e06-b8ce-6afa94e38cab&quot;,&quot;type&quot;:&quot;FIGURE_OBJECT&quot;,&quot;relativeTransform&quot;:{&quot;translate&quot;:{&quot;x&quot;:569.1365984849808,&quot;y&quot;:362.615522992822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65&quot;}},&quot;332c016e-c201-4ce8-8453-a8456729e968&quot;:{&quot;id&quot;:&quot;332c016e-c201-4ce8-8453-a8456729e968&quot;,&quot;type&quot;:&quot;FIGURE_OBJECT&quot;,&quot;relativeTransform&quot;:{&quot;translate&quot;:{&quot;x&quot;:569.13651608041,&quot;y&quot;:296.711807525405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gt;1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6&quot;}},&quot;1525b8d1-92b8-439f-b453-dcce6707ce6b&quot;:{&quot;id&quot;:&quot;1525b8d1-92b8-439f-b453-dcce6707ce6b&quot;,&quot;type&quot;:&quot;FIGURE_OBJECT&quot;,&quot;relativeTransform&quot;:{&quot;translate&quot;:{&quot;x&quot;:572.3767217042266,&quot;y&quot;:235.8426274723594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12]}],&quot;text&quot;:&quot;CD8_Composite&quot;}],&quot;_lastCaretLocation&quot;:{&quot;lineIndex&quot;:0,&quot;runIndex&quot;:-1,&quot;charIndex&quot;:-1,&quot;endOfLine&quot;:true}},&quot;format&quot;:&quot;BETTER_TEXT&quot;,&quot;size&quot;:{&quot;x&quot;:172.69921875,&quot;y&quot;:28},&quot;targetSize&quot;:{&quot;x&quot;:60.984987067534355,&quot;y&quot;:24.139890495753058}},&quot;parent&quot;:{&quot;type&quot;:&quot;CHILD&quot;,&quot;parentId&quot;:&quot;76f350bf-783d-433f-9d75-8459968c13ab&quot;,&quot;order&quot;:&quot;99955&quot;}},&quot;b2d67a7a-e929-469f-bebe-a09f947a1004&quot;:{&quot;id&quot;:&quot;b2d67a7a-e929-469f-bebe-a09f947a1004&quot;,&quot;type&quot;:&quot;FIGURE_OBJECT&quot;,&quot;relativeTransform&quot;:{&quot;translate&quot;:{&quot;x&quot;:367.2897026341964,&quot;y&quot;:560.324213779670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5&quot;}},&quot;03bacf43-0db1-48bc-8227-3c664fd5c12f&quot;:{&quot;id&quot;:&quot;03bacf43-0db1-48bc-8227-3c664fd5c12f&quot;,&quot;type&quot;:&quot;FIGURE_OBJECT&quot;,&quot;relativeTransform&quot;:{&quot;translate&quot;:{&quot;x&quot;:367.2899086456229,&quot;y&quot;:494.42130732939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]}],&quot;text&quot;:&quot;NA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2&quot;}},&quot;bacf4117-19db-4b47-9ed7-4cf6b1ab4d63&quot;:{&quot;id&quot;:&quot;bacf4117-19db-4b47-9ed7-4cf6b1ab4d63&quot;,&quot;type&quot;:&quot;FIGURE_OBJECT&quot;,&quot;relativeTransform&quot;:{&quot;translate&quot;:{&quot;x&quot;:367.28999074871905,&quot;y&quot;:428.5176763984036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lt;3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9&quot;}},&quot;e46b5fd6-5fa5-45e3-a33d-cd276c3fd539&quot;:{&quot;id&quot;:&quot;e46b5fd6-5fa5-45e3-a33d-cd276c3fd539&quot;,&quot;type&quot;:&quot;FIGURE_OBJECT&quot;,&quot;relativeTransform&quot;:{&quot;translate&quot;:{&quot;x&quot;:367.29019676014553,&quot;y&quot;:362.614769948127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lt;2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85&quot;}},&quot;0fb49919-f805-44e7-a4ea-1e68d4062a62&quot;:{&quot;id&quot;:&quot;0fb49919-f805-44e7-a4ea-1e68d4062a62&quot;,&quot;type&quot;:&quot;FIGURE_OBJECT&quot;,&quot;relativeTransform&quot;:{&quot;translate&quot;:{&quot;x&quot;:367.2901143555749,&quot;y&quot;:296.711054480710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3]}],&quot;text&quot;:&quot;&lt;2.0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982&quot;}},&quot;2ca21dc0-fd5f-4765-9dc4-9db5c6f31768&quot;:{&quot;id&quot;:&quot;2ca21dc0-fd5f-4765-9dc4-9db5c6f31768&quot;,&quot;type&quot;:&quot;FIGURE_OBJECT&quot;,&quot;relativeTransform&quot;:{&quot;translate&quot;:{&quot;x&quot;:370.53031997939144,&quot;y&quot;:235.841874427664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7]}],&quot;text&quot;:&quot;%Rank_EL&quot;}],&quot;_lastCaretLocation&quot;:{&quot;lineIndex&quot;:0,&quot;runIndex&quot;:-1,&quot;charIndex&quot;:-1,&quot;endOfLine&quot;:true}},&quot;format&quot;:&quot;BETTER_TEXT&quot;,&quot;size&quot;:{&quot;x&quot;:109.37109375,&quot;y&quot;:28},&quot;targetSize&quot;:{&quot;x&quot;:60.984987067534355,&quot;y&quot;:24.139890495753058}},&quot;parent&quot;:{&quot;type&quot;:&quot;CHILD&quot;,&quot;parentId&quot;:&quot;76f350bf-783d-433f-9d75-8459968c13ab&quot;,&quot;order&quot;:&quot;998&quot;}},&quot;43717caa-8322-404f-9482-6e6bd8515acb&quot;:{&quot;id&quot;:&quot;43717caa-8322-404f-9482-6e6bd8515acb&quot;,&quot;type&quot;:&quot;FIGURE_OBJECT&quot;,&quot;relativeTransform&quot;:{&quot;translate&quot;:{&quot;x&quot;:131.91703492018678,&quot;y&quot;:568.558391481866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11]}],&quot;text&quot;:&quot;Missing Data&quot;}],&quot;_lastCaretLocation&quot;:{&quot;lineIndex&quot;:0,&quot;runIndex&quot;:-1,&quot;charIndex&quot;:-1,&quot;endOfLine&quot;:true}},&quot;format&quot;:&quot;BETTER_TEXT&quot;,&quot;size&quot;:{&quot;x&quot;:168.77227727084437,&quot;y&quot;:34.401149780575},&quot;targetSize&quot;:{&quot;x&quot;:168.77227727084437,&quot;y&quot;:34.401149780575}},&quot;parent&quot;:{&quot;type&quot;:&quot;CHILD&quot;,&quot;parentId&quot;:&quot;76f350bf-783d-433f-9d75-8459968c13ab&quot;,&quot;order&quot;:&quot;997&quot;}},&quot;ff357b17-794d-4ebe-a0a7-1b8a9122505d&quot;:{&quot;id&quot;:&quot;ff357b17-794d-4ebe-a0a7-1b8a9122505d&quot;,&quot;type&quot;:&quot;FIGURE_OBJECT&quot;,&quot;relativeTransform&quot;:{&quot;translate&quot;:{&quot;x&quot;:136.36384398039417,&quot;y&quot;:505.831786663650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2]}],&quot;text&quot;:&quot;Non-Binder &amp; CD8 Active&quot;}],&quot;_lastCaretLocation&quot;:{&quot;lineIndex&quot;:0,&quot;runIndex&quot;:-1,&quot;charIndex&quot;:-1,&quot;endOfLine&quot;:true}},&quot;format&quot;:&quot;BETTER_TEXT&quot;,&quot;size&quot;:{&quot;x&quot;:230.59503185082988,&quot;y&quot;:56},&quot;targetSize&quot;:{&quot;x&quot;:230.59503185082988,&quot;y&quot;:56}},&quot;parent&quot;:{&quot;type&quot;:&quot;CHILD&quot;,&quot;parentId&quot;:&quot;76f350bf-783d-433f-9d75-8459968c13ab&quot;,&quot;order&quot;:&quot;996&quot;}},&quot;f36cbe77-c6bb-4360-84d1-398fcd1dd44d&quot;:{&quot;id&quot;:&quot;f36cbe77-c6bb-4360-84d1-398fcd1dd44d&quot;,&quot;type&quot;:&quot;FIGURE_OBJECT&quot;,&quot;relativeTransform&quot;:{&quot;translate&quot;:{&quot;x&quot;:136.3643436789198,&quot;y&quot;:434.846073414224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9]}],&quot;text&quot;:&quot;Borderline Binder &amp; CD8 Active&quot;}],&quot;_lastCaretLocation&quot;:{&quot;lineIndex&quot;:0,&quot;runIndex&quot;:-1,&quot;charIndex&quot;:-1,&quot;endOfLine&quot;:true}},&quot;format&quot;:&quot;BETTER_TEXT&quot;,&quot;size&quot;:{&quot;x&quot;:230.5953314119796,&quot;y&quot;:56.000000000000014},&quot;targetSize&quot;:{&quot;x&quot;:230.5953314119796,&quot;y&quot;:56.000000000000014}},&quot;parent&quot;:{&quot;type&quot;:&quot;CHILD&quot;,&quot;parentId&quot;:&quot;76f350bf-783d-433f-9d75-8459968c13ab&quot;,&quot;order&quot;:&quot;995&quot;}},&quot;96fcab7c-427d-4090-b2f1-b465556f62cf&quot;:{&quot;id&quot;:&quot;96fcab7c-427d-4090-b2f1-b465556f62cf&quot;,&quot;type&quot;:&quot;FIGURE_OBJECT&quot;,&quot;relativeTransform&quot;:{&quot;translate&quot;:{&quot;x&quot;:136.36435119320288,&quot;y&quot;:371.484208123165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3]}],&quot;text&quot;:&quot;High Binder &amp; CD8 Active&quot;}],&quot;_lastCaretLocation&quot;:{&quot;lineIndex&quot;:0,&quot;runIndex&quot;:-1,&quot;charIndex&quot;:-1,&quot;endOfLine&quot;:true}},&quot;format&quot;:&quot;BETTER_TEXT&quot;,&quot;size&quot;:{&quot;x&quot;:230.59434644054593,&quot;y&quot;:56},&quot;targetSize&quot;:{&quot;x&quot;:230.59434644054593,&quot;y&quot;:56}},&quot;parent&quot;:{&quot;type&quot;:&quot;CHILD&quot;,&quot;parentId&quot;:&quot;76f350bf-783d-433f-9d75-8459968c13ab&quot;,&quot;order&quot;:&quot;992&quot;}},&quot;013435f8-45bf-4915-8f92-168cadf37448&quot;:{&quot;id&quot;:&quot;013435f8-45bf-4915-8f92-168cadf37448&quot;,&quot;type&quot;:&quot;FIGURE_OBJECT&quot;,&quot;relativeTransform&quot;:{&quot;translate&quot;:{&quot;x&quot;:136.36426939158116,&quot;y&quot;:305.5808072454650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24]}],&quot;text&quot;:&quot;High Binder &amp; Dual Active&quot;}],&quot;_lastCaretLocation&quot;:{&quot;lineIndex&quot;:0,&quot;runIndex&quot;:-1,&quot;charIndex&quot;:-1,&quot;endOfLine&quot;:true}},&quot;format&quot;:&quot;BETTER_TEXT&quot;,&quot;size&quot;:{&quot;x&quot;:230.59434644054565,&quot;y&quot;:56},&quot;targetSize&quot;:{&quot;x&quot;:230.59434644054565,&quot;y&quot;:56}},&quot;parent&quot;:{&quot;type&quot;:&quot;CHILD&quot;,&quot;parentId&quot;:&quot;76f350bf-783d-433f-9d75-8459968c13ab&quot;,&quot;order&quot;:&quot;991&quot;}},&quot;538e362b-f7e9-4610-b258-099292752d9c&quot;:{&quot;id&quot;:&quot;538e362b-f7e9-4610-b258-099292752d9c&quot;,&quot;type&quot;:&quot;FIGURE_OBJECT&quot;,&quot;relativeTransform&quot;:{&quot;translate&quot;:{&quot;x&quot;:136.365173318736,&quot;y&quot;:235.841436231092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3]}],&quot;text&quot;:&quot;Name&quot;}],&quot;_lastCaretLocation&quot;:{&quot;lineIndex&quot;:0,&quot;runIndex&quot;:-1,&quot;charIndex&quot;:-1,&quot;endOfLine&quot;:true}},&quot;format&quot;:&quot;BETTER_TEXT&quot;,&quot;size&quot;:{&quot;x&quot;:63.9140625,&quot;y&quot;:28},&quot;targetSize&quot;:{&quot;x&quot;:60.984987067534355,&quot;y&quot;:24.139890495753058}},&quot;parent&quot;:{&quot;type&quot;:&quot;CHILD&quot;,&quot;parentId&quot;:&quot;76f350bf-783d-433f-9d75-8459968c13ab&quot;,&quot;order&quot;:&quot;99&quot;}},&quot;59bc4210-e101-4cf7-a5d3-87ce2fceb500&quot;:{&quot;id&quot;:&quot;59bc4210-e101-4cf7-a5d3-87ce2fceb500&quot;,&quot;type&quot;:&quot;FIGURE_OBJECT&quot;,&quot;relativeTransform&quot;:{&quot;translate&quot;:{&quot;x&quot;:-29.081518975485217,&quot;y&quot;:565.357584406433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5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8&quot;}},&quot;f3724602-85b9-4694-8350-d5b3ed4eeeac&quot;:{&quot;id&quot;:&quot;f3724602-85b9-4694-8350-d5b3ed4eeeac&quot;,&quot;type&quot;:&quot;FIGURE_OBJECT&quot;,&quot;relativeTransform&quot;:{&quot;translate&quot;:{&quot;x&quot;:-29.08131296405869,&quot;y&quot;:499.4546779561570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4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75&quot;}},&quot;b5e74dd7-6193-45d0-b732-5fe08783ba8a&quot;:{&quot;id&quot;:&quot;b5e74dd7-6193-45d0-b732-5fe08783ba8a&quot;,&quot;type&quot;:&quot;FIGURE_OBJECT&quot;,&quot;relativeTransform&quot;:{&quot;translate&quot;:{&quot;x&quot;:-29.081230860962563,&quot;y&quot;:433.551047025166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3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7&quot;}},&quot;7e3b0e36-7748-464d-9778-89c822a37e02&quot;:{&quot;id&quot;:&quot;7e3b0e36-7748-464d-9778-89c822a37e02&quot;,&quot;type&quot;:&quot;FIGURE_OBJECT&quot;,&quot;relativeTransform&quot;:{&quot;translate&quot;:{&quot;x&quot;:-29.081024849536036,&quot;y&quot;:367.648140574889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2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6&quot;}},&quot;50436b33-8080-4bcf-9b9d-b3dfcf50730e&quot;:{&quot;id&quot;:&quot;50436b33-8080-4bcf-9b9d-b3dfcf50730e&quot;,&quot;type&quot;:&quot;FIGURE_OBJECT&quot;,&quot;relativeTransform&quot;:{&quot;translate&quot;:{&quot;x&quot;:-29.081107254106694,&quot;y&quot;:301.744425107473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normal&quot;,&quot;fontStyle&quot;:&quot;normal&quot;,&quot;decoration&quot;:&quot;none&quot;},&quot;range&quot;:[0,0]}],&quot;text&quot;:&quot;1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5&quot;}},&quot;f13a0fcf-f91d-46a5-9962-735921b3308f&quot;:{&quot;id&quot;:&quot;f13a0fcf-f91d-46a5-9962-735921b3308f&quot;,&quot;type&quot;:&quot;FIGURE_OBJECT&quot;,&quot;relativeTransform&quot;:{&quot;translate&quot;:{&quot;x&quot;:-29.080901242680167,&quot;y&quot;:235.841518657196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},&quot;range&quot;:[0,3]}],&quot;text&quot;:&quot;Tier&quot;}],&quot;_lastCaretLocation&quot;:{&quot;lineIndex&quot;:0,&quot;runIndex&quot;:-1,&quot;charIndex&quot;:-1,&quot;endOfLine&quot;:true}},&quot;format&quot;:&quot;BETTER_TEXT&quot;,&quot;size&quot;:{&quot;x&quot;:60.984987067534355,&quot;y&quot;:28},&quot;targetSize&quot;:{&quot;x&quot;:60.984987067534355,&quot;y&quot;:24.139890495753058}},&quot;parent&quot;:{&quot;type&quot;:&quot;CHILD&quot;,&quot;parentId&quot;:&quot;76f350bf-783d-433f-9d75-8459968c13ab&quot;,&quot;order&quot;:&quot;9&quot;}},&quot;80a28f63-80d7-429a-9045-bf08abbb2db6&quot;:{&quot;id&quot;:&quot;80a28f63-80d7-429a-9045-bf08abbb2db6&quot;,&quot;name&quot;:&quot;tier_distribution_counts.png&quot;,&quot;type&quot;:&quot;FIGURE_OBJECT&quot;,&quot;relativeTransform&quot;:{&quot;translate&quot;:{&quot;x&quot;:388.3175155254206,&quot;y&quot;:-27.092528248112814},&quot;rotate&quot;:0,&quot;skewX&quot;:0,&quot;scale&quot;:{&quot;x&quot;:3.962514609368774,&quot;y&quot;:3.962514609368774}},&quot;image&quot;:{&quot;url&quot;:&quot;https://core.services.biorender.com/api/uploads/noredirect/6a6696ebfdb9fcc9d02bf539/1785108203596_869e44be-8f59-4696-bb0b-2e80a7dc3de9_icon.png&quot;,&quot;isPremium&quot;:false,&quot;isSignedURL&quot;:true,&quot;size&quot;:{&quot;x&quot;:300,&quot;y&quot;:116.66666666666667}},&quot;source&quot;:{&quot;id&quot;:&quot;6a6696ebfdb9fcc9d02bf539&quot;,&quot;type&quot;:&quot;UPLOADS&quot;},&quot;isPremium&quot;:false,&quot;parent&quot;:{&quot;type&quot;:&quot;CHILD&quot;,&quot;parentId&quot;:&quot;76f350bf-783d-433f-9d75-8459968c13ab&quot;,&quot;order&quot;:&quot;8&quot;}},&quot;4dceadeb-ac4a-46cb-bcc2-743d31a3c21b&quot;:{&quot;id&quot;:&quot;4dceadeb-ac4a-46cb-bcc2-743d31a3c21b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19]}],&quot;text&quot;:&quot;Mutational Analysis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19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76f350bf-783d-433f-9d75-8459968c13ab&quot;,&quot;order&quot;:&quot;7&quot;}},&quot;283401e4-f64a-42ca-917d-eda879aa1cb6&quot;:{&quot;id&quot;:&quot;283401e4-f64a-42ca-917d-eda879aa1cb6&quot;,&quot;type&quot;:&quot;FIGURE_OBJECT&quot;,&quot;relativeTransform&quot;:{&quot;translate&quot;:{&quot;x&quot;:388.88885033072563,&quot;y&quot;:127.81281385161691},&quot;rotate&quot;:0,&quot;skewX&quot;:0,&quot;scale&quot;:{&quot;x&quot;:1,&quot;y&quot;:1}},&quot;path&quot;:{&quot;type&quot;:&quot;RECT&quot;,&quot;size&quot;:{&quot;x&quot;:1256.3284674534661,&quot;y&quot;:975.696493844966}},&quot;pathStyles&quot;:[{&quot;type&quot;:&quot;FILL&quot;,&quot;fillStyle&quot;:&quot;rgba(0,0,0,0)&quot;}],&quot;parent&quot;:{&quot;type&quot;:&quot;FRAME&quot;,&quot;parentId&quot;:&quot;76f350bf-783d-433f-9d75-8459968c13ab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0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6f350bf-783d-433f-9d75-8459968c13ab"/>
  <p:tag name="SELECTIONIDS" val="80a28f63-80d7-429a-9045-bf08abbb2db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0a28f63-80d7-429a-9045-bf08abbb2db6&quot;:{&quot;id&quot;:&quot;80a28f63-80d7-429a-9045-bf08abbb2db6&quot;,&quot;name&quot;:&quot;tier_distribution_counts.png&quot;,&quot;type&quot;:&quot;FIGURE_OBJECT&quot;,&quot;relativeTransform&quot;:{&quot;translate&quot;:{&quot;x&quot;:388.3175155254206,&quot;y&quot;:-27.092528248112814},&quot;rotate&quot;:0,&quot;skewX&quot;:0,&quot;scale&quot;:{&quot;x&quot;:3.962514609368774,&quot;y&quot;:3.962514609368774}},&quot;image&quot;:{&quot;url&quot;:&quot;https://core.services.biorender.com/api/uploads/noredirect/6a6696ebfdb9fcc9d02bf539/1785108203596_869e44be-8f59-4696-bb0b-2e80a7dc3de9_icon.png&quot;,&quot;isPremium&quot;:false,&quot;isSignedURL&quot;:true,&quot;size&quot;:{&quot;x&quot;:300,&quot;y&quot;:116.66666666666667}},&quot;source&quot;:{&quot;id&quot;:&quot;6a6696ebfdb9fcc9d02bf539&quot;,&quot;type&quot;:&quot;UPLOADS&quot;},&quot;isPremium&quot;:false,&quot;parent&quot;:{&quot;type&quot;:&quot;CHILD&quot;,&quot;parentId&quot;:&quot;76f350bf-783d-433f-9d75-8459968c13ab&quot;,&quot;order&quot;:&quot;8&quot;}},&quot;76f350bf-783d-433f-9d75-8459968c13ab&quot;:{&quot;id&quot;:&quot;76f350bf-783d-433f-9d75-8459968c13ab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3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0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6f350bf-783d-433f-9d75-8459968c13ab"/>
  <p:tag name="SELECTIONIDS" val="73fcac08-874f-4e5c-9ffc-ce9ee7495a5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3fcac08-874f-4e5c-9ffc-ce9ee7495a58&quot;:{&quot;type&quot;:&quot;FIGURE_OBJECT&quot;,&quot;id&quot;:&quot;73fcac08-874f-4e5c-9ffc-ce9ee7495a58&quot;,&quot;path&quot;:{&quot;type&quot;:&quot;RECT&quot;,&quot;size&quot;:{&quot;x&quot;:478.71775310487425,&quot;y&quot;:94.9137288315334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76f350bf-783d-433f-9d75-8459968c13ab&quot;,&quot;order&quot;:&quot;99997&quot;},&quot;relativeTransform&quot;:{&quot;translate&quot;:{&quot;x&quot;:100.37394076137605,&quot;y&quot;:328.15798711378176},&quot;rotate&quot;:0,&quot;skewX&quot;:0,&quot;scale&quot;:{&quot;x&quot;:1,&quot;y&quot;:1}},&quot;layout&quot;:{&quot;sizeRatio&quot;:{&quot;x&quot;:0.88,&quot;y&quot;:0.88},&quot;keepAspectRatio&quot;:false}},&quot;595a8f39-865f-4ebb-aa0f-93849405829c&quot;:{&quot;id&quot;:&quot;595a8f39-865f-4ebb-aa0f-93849405829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8]}],&quot;text&quot;:&quot;49 Tier 4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23]}],&quot;text&quot;:&quot;1-AA Candidates Selected&quot;,&quot;base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421.27162273228936,&quot;y&quot;:60},&quot;targetSize&quot;:{&quot;x&quot;:421.27162273228936,&quot;y&quot;:2}},&quot;parent&quot;:{&quot;type&quot;:&quot;CHILD&quot;,&quot;parentId&quot;:&quot;73fcac08-874f-4e5c-9ffc-ce9ee7495a58&quot;,&quot;order&quot;:&quot;5&quot;}},&quot;76f350bf-783d-433f-9d75-8459968c13ab&quot;:{&quot;id&quot;:&quot;76f350bf-783d-433f-9d75-8459968c13ab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3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0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76f350bf-783d-433f-9d75-8459968c13ab"/>
  <p:tag name="SELECTIONIDS" val="bbc82124-c2c5-49f6-9ccc-38650047371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bc82124-c2c5-49f6-9ccc-38650047371d&quot;:{&quot;type&quot;:&quot;FIGURE_OBJECT&quot;,&quot;id&quot;:&quot;bbc82124-c2c5-49f6-9ccc-38650047371d&quot;,&quot;path&quot;:{&quot;type&quot;:&quot;RECT&quot;,&quot;size&quot;:{&quot;x&quot;:478.71775310487425,&quot;y&quot;:94.9137288315334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76f350bf-783d-433f-9d75-8459968c13ab&quot;,&quot;order&quot;:&quot;99998&quot;},&quot;relativeTransform&quot;:{&quot;translate&quot;:{&quot;x&quot;:726.3858189735814,&quot;y&quot;:328.15798711378176},&quot;rotate&quot;:0,&quot;skewX&quot;:0,&quot;scale&quot;:{&quot;x&quot;:1,&quot;y&quot;:1}},&quot;layout&quot;:{&quot;sizeRatio&quot;:{&quot;x&quot;:0.88,&quot;y&quot;:0.88},&quot;keepAspectRatio&quot;:false}},&quot;69953dbf-0b70-4e20-a417-4726459daf88&quot;:{&quot;id&quot;:&quot;69953dbf-0b70-4e20-a417-4726459daf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6]}],&quot;text&quot;:&quot;Top 50 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,&quot;range&quot;:[0,23]}],&quot;text&quot;:&quot;2-AA candidates selected&quot;}],&quot;_lastCaretLocation&quot;:{&quot;lineIndex&quot;:1,&quot;runIndex&quot;:-1,&quot;charIndex&quot;:-1,&quot;endOfLine&quot;:true}},&quot;format&quot;:&quot;BETTER_TEXT&quot;,&quot;size&quot;:{&quot;x&quot;:421.27162273228936,&quot;y&quot;:60},&quot;targetSize&quot;:{&quot;x&quot;:421.27162273228936,&quot;y&quot;:2}},&quot;parent&quot;:{&quot;type&quot;:&quot;CHILD&quot;,&quot;parentId&quot;:&quot;bbc82124-c2c5-49f6-9ccc-38650047371d&quot;,&quot;order&quot;:&quot;5&quot;}},&quot;76f350bf-783d-433f-9d75-8459968c13ab&quot;:{&quot;id&quot;:&quot;76f350bf-783d-433f-9d75-8459968c13ab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43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b1b79a15-89bb-4873-9c62-004cd164c27d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8d8597b7-e543-4f00-8aa4-01f24e5f3f14&quot;:{&quot;type&quot;:&quot;FIGURE_OBJECT&quot;,&quot;id&quot;:&quot;8d8597b7-e543-4f00-8aa4-01f24e5f3f14&quot;,&quot;path&quot;:{&quot;type&quot;:&quot;RECT&quot;,&quot;size&quot;:{&quot;x&quot;:566.4757982814266,&quot;y&quot;:172.66016229297242},&quot;cornerRounding&quot;:{&quot;type&quot;:&quot;ARC_LENGTH&quot;,&quot;global&quot;:0}},&quot;pathStyles&quot;:[{&quot;type&quot;:&quot;FILL&quot;,&quot;fillStyle&quot;:&quot;rgba(255,255,255,1)&quot;},{&quot;type&quot;:&quot;STROKE&quot;,&quot;strokeStyle&quot;:&quot;#DA291C&quot;,&quot;lineWidth&quot;:2,&quot;lineJoin&quot;:&quot;round&quot;}],&quot;parent&quot;:{&quot;type&quot;:&quot;CHILD&quot;,&quot;parentId&quot;:&quot;b1b79a15-89bb-4873-9c62-004cd164c27d&quot;,&quot;order&quot;:&quot;2&quot;},&quot;relativeTransform&quot;:{&quot;translate&quot;:{&quot;x&quot;:220.29002024241464,&quot;y&quot;:23.49185888976035},&quot;rotate&quot;:0}},&quot;c05bced0-03e6-43f5-93dc-873e4b44aa21&quot;:{&quot;type&quot;:&quot;FIGURE_OBJECT&quot;,&quot;id&quot;:&quot;c05bced0-03e6-43f5-93dc-873e4b44aa21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b1b79a15-89bb-4873-9c62-004cd164c27d&quot;,&quot;order&quot;:&quot;4&quot;},&quot;relativeTransform&quot;:{&quot;translate&quot;:{&quot;x&quot;:192.07722117334276,&quot;y&quot;:22.396947906672196},&quot;rotate&quot;:0},&quot;opacity&quot;:0.28},&quot;1401ed21-8795-4807-983d-c94ffb3152a9&quot;:{&quot;type&quot;:&quot;FIGURE_OBJECT&quot;,&quot;id&quot;:&quot;1401ed21-8795-4807-983d-c94ffb3152a9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b1b79a15-89bb-4873-9c62-004cd164c27d&quot;,&quot;order&quot;:&quot;4&quot;},&quot;relativeTransform&quot;:{&quot;translate&quot;:{&quot;x&quot;:193.6543547075996,&quot;y&quot;:-126.07754914956907},&quot;rotate&quot;:0,&quot;skewX&quot;:0,&quot;scale&quot;:{&quot;x&quot;:1,&quot;y&quot;:1}},&quot;opacity&quot;:0.28},&quot;c365721d-ff6a-4622-a001-40c23ee17869&quot;:{&quot;type&quot;:&quot;FIGURE_OBJECT&quot;,&quot;id&quot;:&quot;c365721d-ff6a-4622-a001-40c23ee17869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6d2051d4-b67f-4ce3-82cf-d95368d68faa&quot;,&quot;coordinates&quot;:{&quot;x&quot;:1,&quot;y&quot;:0.5}},&quot;connectedObjectAtLineEnd&quot;:{&quot;objectId&quot;:&quot;68011f27-a98f-451b-8d61-ab8310db148d&quot;,&quot;coordinates&quot;:{&quot;x&quot;:0,&quot;y&quot;:0.5}}}},&quot;6017e098-a954-404d-8393-a6fd47936fdb&quot;:{&quot;type&quot;:&quot;FIGURE_OBJECT&quot;,&quot;id&quot;:&quot;6017e098-a954-404d-8393-a6fd47936fd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9&quot;},&quot;connectorInfo&quot;:{&quot;connectedObjectAtLineStart&quot;:{&quot;objectId&quot;:&quot;f1a82740-a346-48ac-8782-92be2e127ddb&quot;,&quot;coordinates&quot;:{&quot;x&quot;:1,&quot;y&quot;:0.5}},&quot;connectedObjectAtLineEnd&quot;:{&quot;objectId&quot;:&quot;68011f27-a98f-451b-8d61-ab8310db148d&quot;,&quot;coordinates&quot;:{&quot;x&quot;:0.5,&quot;y&quot;:1}},&quot;type&quot;:&quot;ELBOW&quot;,&quot;offset&quot;:{&quot;x&quot;:0,&quot;y&quot;:0},&quot;bending&quot;:-0.1,&quot;customized&quot;:false}},&quot;fb5106a2-ab54-4e9b-84c7-fc7d7f600fca&quot;:{&quot;type&quot;:&quot;FIGURE_OBJECT&quot;,&quot;id&quot;:&quot;fb5106a2-ab54-4e9b-84c7-fc7d7f600fca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68011f27-a98f-451b-8d61-ab8310db148d&quot;,&quot;coordinates&quot;:{&quot;x&quot;:0.4063013414032723,&quot;y&quot;:0}}}},&quot;ddd26212-e4fd-4c4e-9522-996b50a014ed&quot;:{&quot;type&quot;:&quot;FIGURE_OBJECT&quot;,&quot;id&quot;:&quot;ddd26212-e4fd-4c4e-9522-996b50a014ed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68011f27-a98f-451b-8d61-ab8310db148d&quot;,&quot;coordinates&quot;:{&quot;x&quot;:1,&quot;y&quot;:0.4658556760773749}}}},&quot;68011f27-a98f-451b-8d61-ab8310db148d&quot;:{&quot;type&quot;:&quot;FIGURE_OBJECT&quot;,&quot;id&quot;:&quot;68011f27-a98f-451b-8d61-ab8310db148d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b1b79a15-89bb-4873-9c62-004cd164c27d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},&quot;48678a24-7788-43b2-ba6d-4fd34ab6291c&quot;:{&quot;id&quot;:&quot;48678a24-7788-43b2-ba6d-4fd34ab6291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68011f27-a98f-451b-8d61-ab8310db148d&quot;,&quot;order&quot;:&quot;5&quot;}},&quot;5f02344c-66b1-4e06-b5c5-0d066aeaf6a5&quot;:{&quot;id&quot;:&quot;5f02344c-66b1-4e06-b5c5-0d066aeaf6a5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b1b79a15-89bb-4873-9c62-004cd164c27d&quot;,&quot;order&quot;:&quot;99999999999999999999999999999&quot;}},&quot;0dbd217a-0a48-435a-b1c1-8e34aeb34ec5&quot;:{&quot;id&quot;:&quot;0dbd217a-0a48-435a-b1c1-8e34aeb34ec5&quot;,&quot;type&quot;:&quot;FIGURE_OBJECT&quot;,&quot;relativeTransform&quot;:{&quot;translate&quot;:{&quot;x&quot;:569.1275631965193,&quot;y&quot;:-95.4272510577214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,&quot;range&quot;:[0,19]}],&quot;text&quot;:&quot;Selected  Candidates&quot;,&quot;base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}],&quot;_lastCaretLocation&quot;:{&quot;lineIndex&quot;:0,&quot;runIndex&quot;:0,&quot;charIndex&quot;:9}},&quot;format&quot;:&quot;BETTER_TEXT&quot;,&quot;size&quot;:{&quot;x&quot;:70.998046875,&quot;y&quot;:34.75904807921733},&quot;targetSize&quot;:{&quot;x&quot;:63.00253550844383,&quot;y&quot;:34.75904807921733}},&quot;parent&quot;:{&quot;type&quot;:&quot;CHILD&quot;,&quot;parentId&quot;:&quot;b1b79a15-89bb-4873-9c62-004cd164c27d&quot;,&quot;order&quot;:&quot;99999999999999999999999999998&quot;}},&quot;abd470b7-25f6-4fc2-9122-c4520fb68208&quot;:{&quot;type&quot;:&quot;FIGURE_OBJECT&quot;,&quot;id&quot;:&quot;abd470b7-25f6-4fc2-9122-c4520fb68208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b1b79a15-89bb-4873-9c62-004cd164c27d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},&quot;89f2f0e9-fab7-4d4a-9c3c-fdb990614b82&quot;:{&quot;id&quot;:&quot;89f2f0e9-fab7-4d4a-9c3c-fdb990614b8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abd470b7-25f6-4fc2-9122-c4520fb68208&quot;,&quot;order&quot;:&quot;5&quot;}},&quot;731d8b0d-e8c5-4bc5-9db0-90bca5b188da&quot;:{&quot;type&quot;:&quot;FIGURE_OBJECT&quot;,&quot;id&quot;:&quot;731d8b0d-e8c5-4bc5-9db0-90bca5b188da&quot;,&quot;relativeTransform&quot;:{&quot;translate&quot;:{&quot;x&quot;:356.4533176961387,&quot;y&quot;:64.198376215653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8]}],&quot;text&quot;:&quot;Variant generation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48]}],&quot;text&quot;:&quot;Fix 3-7 best scoring positions-aa; keep others WT&quot;}],&quot;verticalAlign&quot;:&quot;TOP&quot;,&quot;_lastCaretLocation&quot;:{&quot;lineIndex&quot;:1,&quot;runIndex&quot;:-1,&quot;charIndex&quot;:-1,&quot;endOfLine&quot;:true}},&quot;size&quot;:{&quot;x&quot;:157.48831472807004,&quot;y&quot;:90},&quot;targetSize&quot;:{&quot;x&quot;:157.48831472807004,&quot;y&quot;:90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99999998&quot;}},&quot;f1a82740-a346-48ac-8782-92be2e127ddb&quot;:{&quot;type&quot;:&quot;FIGURE_OBJECT&quot;,&quot;id&quot;:&quot;f1a82740-a346-48ac-8782-92be2e127ddb&quot;,&quot;parent&quot;:{&quot;type&quot;:&quot;CHILD&quot;,&quot;parentId&quot;:&quot;b1b79a15-89bb-4873-9c62-004cd164c27d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},&quot;46354321-0f63-4083-93a1-67b76865a8b5&quot;:{&quot;type&quot;:&quot;FIGURE_OBJECT&quot;,&quot;id&quot;:&quot;46354321-0f63-4083-93a1-67b76865a8b5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5&quot;}},&quot;d3be1457-4b24-4354-8e9d-b62110dfdab1&quot;:{&quot;type&quot;:&quot;FIGURE_OBJECT&quot;,&quot;id&quot;:&quot;d3be1457-4b24-4354-8e9d-b62110dfdab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46354321-0f63-4083-93a1-67b76865a8b5&quot;,&quot;order&quot;:&quot;5&quot;}},&quot;61161afa-fd0e-4436-a6fd-0ddedeae461b&quot;:{&quot;type&quot;:&quot;FIGURE_OBJECT&quot;,&quot;id&quot;:&quot;61161afa-fd0e-4436-a6fd-0ddedeae461b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3&quot;}},&quot;4bd4e90c-8d8b-40bc-b27b-aee4b95d8495&quot;:{&quot;type&quot;:&quot;FIGURE_OBJECT&quot;,&quot;id&quot;:&quot;4bd4e90c-8d8b-40bc-b27b-aee4b95d8495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1a82740-a346-48ac-8782-92be2e127ddb&quot;,&quot;order&quot;:&quot;2&quot;}},&quot;06ae7574-4513-4991-80af-515b5645009f&quot;:{&quot;type&quot;:&quot;FIGURE_OBJECT&quot;,&quot;id&quot;:&quot;06ae7574-4513-4991-80af-515b5645009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4bd4e90c-8d8b-40bc-b27b-aee4b95d8495&quot;,&quot;order&quot;:&quot;5&quot;}},&quot;8f3636b4-c500-4a92-9e76-493bbb205749&quot;:{&quot;type&quot;:&quot;FIGURE_OBJECT&quot;,&quot;id&quot;:&quot;8f3636b4-c500-4a92-9e76-493bbb205749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1a82740-a346-48ac-8782-92be2e127ddb&quot;,&quot;order&quot;:&quot;8&quot;}},&quot;96c565e2-3fb2-4e8d-b7b6-26c190be210a&quot;:{&quot;type&quot;:&quot;FIGURE_OBJECT&quot;,&quot;id&quot;:&quot;96c565e2-3fb2-4e8d-b7b6-26c190be210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8f3636b4-c500-4a92-9e76-493bbb205749&quot;,&quot;order&quot;:&quot;5&quot;}},&quot;5996f3a4-b886-4265-a247-d28ffe213f19&quot;:{&quot;type&quot;:&quot;FIGURE_OBJECT&quot;,&quot;id&quot;:&quot;5996f3a4-b886-4265-a247-d28ffe213f19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1a82740-a346-48ac-8782-92be2e127ddb&quot;,&quot;order&quot;:&quot;7&quot;}},&quot;10f29f9d-6fe7-4279-a514-9e44b8247f9c&quot;:{&quot;type&quot;:&quot;FIGURE_OBJECT&quot;,&quot;id&quot;:&quot;10f29f9d-6fe7-4279-a514-9e44b8247f9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5996f3a4-b886-4265-a247-d28ffe213f19&quot;,&quot;order&quot;:&quot;5&quot;}},&quot;60de9572-a7ae-4eca-aa07-47d842b3d65a&quot;:{&quot;type&quot;:&quot;FIGURE_OBJECT&quot;,&quot;id&quot;:&quot;60de9572-a7ae-4eca-aa07-47d842b3d65a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6&quot;}},&quot;28da9e1f-b2bb-4a2d-96f8-024f8916bd75&quot;:{&quot;type&quot;:&quot;FIGURE_OBJECT&quot;,&quot;id&quot;:&quot;28da9e1f-b2bb-4a2d-96f8-024f8916bd7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60de9572-a7ae-4eca-aa07-47d842b3d65a&quot;,&quot;order&quot;:&quot;5&quot;}},&quot;18f36323-6d2a-4638-a9b9-18e0848fd1d7&quot;:{&quot;type&quot;:&quot;FIGURE_OBJECT&quot;,&quot;id&quot;:&quot;18f36323-6d2a-4638-a9b9-18e0848fd1d7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1&quot;}},&quot;ae81af4d-1d3e-4edd-b513-9d3cd97b0eed&quot;:{&quot;type&quot;:&quot;FIGURE_OBJECT&quot;,&quot;id&quot;:&quot;ae81af4d-1d3e-4edd-b513-9d3cd97b0ee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18f36323-6d2a-4638-a9b9-18e0848fd1d7&quot;,&quot;order&quot;:&quot;5&quot;}},&quot;78bc28af-534c-476d-9058-731ee99e32f4&quot;:{&quot;type&quot;:&quot;FIGURE_OBJECT&quot;,&quot;id&quot;:&quot;78bc28af-534c-476d-9058-731ee99e32f4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05&quot;}},&quot;1f27ebd5-db9f-4530-94f4-14df28358c67&quot;:{&quot;type&quot;:&quot;FIGURE_OBJECT&quot;,&quot;id&quot;:&quot;1f27ebd5-db9f-4530-94f4-14df28358c6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78bc28af-534c-476d-9058-731ee99e32f4&quot;,&quot;order&quot;:&quot;5&quot;}},&quot;28c4fb6a-5648-41fc-9d8a-db80e2e1d512&quot;:{&quot;type&quot;:&quot;FIGURE_OBJECT&quot;,&quot;id&quot;:&quot;28c4fb6a-5648-41fc-9d8a-db80e2e1d512&quot;,&quot;relativeTransform&quot;:{&quot;translate&quot;:{&quot;x&quot;:349.1849353559928,&quot;y&quot;:-25.098273839773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3,4,5,6, and 7 -AA candidates&quot;}],&quot;verticalAlign&quot;:&quot;TOP&quot;,&quot;_lastCaretLocation&quot;:{&quot;lineIndex&quot;:0,&quot;runIndex&quot;:0,&quot;charIndex&quot;:16}},&quot;size&quot;:{&quot;x&quot;:140.45930108387967,&quot;y&quot;:36},&quot;targetSize&quot;:{&quot;x&quot;:140.45930108387967,&quot;y&quot;:36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99999972&quot;}},&quot;bc4f2cf1-3c08-48bc-9895-d1b6247b1f6d&quot;:{&quot;type&quot;:&quot;FIGURE_OBJECT&quot;,&quot;id&quot;:&quot;bc4f2cf1-3c08-48bc-9895-d1b6247b1f6d&quot;,&quot;relativeTransform&quot;:{&quot;translate&quot;:{&quot;x&quot;:170.36842324239421,&quot;y&quot;:0.5247463497546014},&quot;rotate&quot;:0},&quot;opacity&quot;:1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7&quot;},&quot;connectorInfo&quot;:{&quot;type&quot;:&quot;LINE&quot;,&quot;offset&quot;:{&quot;x&quot;:0,&quot;y&quot;:0},&quot;bending&quot;:0.1,&quot;customized&quot;:false}},&quot;41279a78-c004-4439-955d-c06eefcf909e&quot;:{&quot;type&quot;:&quot;FIGURE_OBJECT&quot;,&quot;id&quot;:&quot;41279a78-c004-4439-955d-c06eefcf909e&quot;,&quot;relativeTransform&quot;:{&quot;translate&quot;:{&quot;x&quot;:-1.718014756542082,&quot;y&quot;:-2.295019053992451},&quot;rotate&quot;:0,&quot;skewX&quot;:0,&quot;scale&quot;:{&quot;x&quot;:1,&quot;y&quot;:1}},&quot;opacity&quot;:1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5&quot;},&quot;connectorInfo&quot;:{&quot;type&quot;:&quot;LINE&quot;,&quot;offset&quot;:{&quot;x&quot;:0,&quot;y&quot;:0},&quot;bending&quot;:0.1,&quot;customized&quot;:false}},&quot;60e4366b-ba28-41cb-8a42-56616b047b08&quot;:{&quot;type&quot;:&quot;FIGURE_OBJECT&quot;,&quot;id&quot;:&quot;60e4366b-ba28-41cb-8a42-56616b047b08&quot;,&quot;relativeTransform&quot;:{&quot;translate&quot;:{&quot;x&quot;:258.0615993711941,&quot;y&quot;:104.82324372113284},&quot;rotate&quot;:-1.5707963267948968,&quot;skewX&quot;:0,&quot;scale&quot;:{&quot;x&quot;:1,&quot;y&quot;:1}},&quot;opacity&quot;:1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b1b79a15-89bb-4873-9c62-004cd164c27d&quot;,&quot;order&quot;:&quot;99999999999999999999999999&quot;},&quot;connectorInfo&quot;:{&quot;type&quot;:&quot;ELBOW&quot;,&quot;offset&quot;:{&quot;x&quot;:0,&quot;y&quot;:0},&quot;bending&quot;:0.1,&quot;customized&quot;:true}},&quot;a7c40cf3-6208-474f-b782-7ae868e92200&quot;:{&quot;type&quot;:&quot;FIGURE_OBJECT&quot;,&quot;id&quot;:&quot;a7c40cf3-6208-474f-b782-7ae868e92200&quot;,&quot;relativeTransform&quot;:{&quot;translate&quot;:{&quot;x&quot;:-0.5632754102803841,&quot;y&quot;:0},&quot;rotate&quot;:0,&quot;skewX&quot;:0,&quot;scale&quot;:{&quot;x&quot;:1,&quot;y&quot;:1}},&quot;opacity&quot;:1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8&quot;},&quot;connectorInfo&quot;:{&quot;type&quot;:&quot;LINE&quot;,&quot;offset&quot;:{&quot;x&quot;:0,&quot;y&quot;:0},&quot;bending&quot;:0.1,&quot;customized&quot;:false}},&quot;0ccba196-738a-4ba8-9444-fb239c0391fa&quot;:{&quot;type&quot;:&quot;FIGURE_OBJECT&quot;,&quot;id&quot;:&quot;0ccba196-738a-4ba8-9444-fb239c0391fa&quot;,&quot;relativeTransform&quot;:{&quot;translate&quot;:{&quot;x&quot;:188.7820186542023,&quot;y&quot;:-124.90445248605316},&quot;rotate&quot;:0,&quot;skewX&quot;:0,&quot;scale&quot;:{&quot;x&quot;:1,&quot;y&quot;:1}},&quot;opacity&quot;:1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7&quot;},&quot;connectorInfo&quot;:{&quot;type&quot;:&quot;LINE&quot;,&quot;offset&quot;:{&quot;x&quot;:0,&quot;y&quot;:0},&quot;bending&quot;:0.1,&quot;customized&quot;:false}},&quot;eeb8a351-6fac-4647-a89c-b2773abfecf0&quot;:{&quot;type&quot;:&quot;FIGURE_OBJECT&quot;,&quot;id&quot;:&quot;eeb8a351-6fac-4647-a89c-b2773abfecf0&quot;,&quot;relativeTransform&quot;:{&quot;translate&quot;:{&quot;x&quot;:121.76978316255799,&quot;y&quot;:-241.40782462585076},&quot;rotate&quot;:1.5707963267948966},&quot;opacity&quot;:1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b1b79a15-89bb-4873-9c62-004cd164c27d&quot;,&quot;order&quot;:&quot;99999999999999999999999995&quot;},&quot;connectorInfo&quot;:{&quot;type&quot;:&quot;ELBOW&quot;,&quot;offset&quot;:{&quot;x&quot;:0,&quot;y&quot;:0},&quot;bending&quot;:0.1,&quot;customized&quot;:true}},&quot;6a4660f7-388a-4529-bc8f-8731f10c3bf9&quot;:{&quot;type&quot;:&quot;FIGURE_OBJECT&quot;,&quot;id&quot;:&quot;6a4660f7-388a-4529-bc8f-8731f10c3bf9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b1b79a15-89bb-4873-9c62-004cd164c27d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e04512ff-e076-4ec7-bae4-77ff6d434b9d&quot;,&quot;coordinates&quot;:{&quot;x&quot;:1,&quot;y&quot;:0.5}}}},&quot;63d6a25c-233b-4b75-ba62-909f23fba9cd&quot;:{&quot;type&quot;:&quot;FIGURE_OBJECT&quot;,&quot;id&quot;:&quot;63d6a25c-233b-4b75-ba62-909f23fba9cd&quot;,&quot;relativeTransform&quot;:{&quot;translate&quot;:{&quot;x&quot;:293.7810866057442,&quot;y&quot;:-208.2671679377025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6]}],&quot;text&quot;:&quot;Donor 2 &amp; Donor 3&quot;}],&quot;verticalAlign&quot;:&quot;TOP&quot;,&quot;_lastCaretLocation&quot;:{&quot;lineIndex&quot;:0,&quot;runIndex&quot;:-1,&quot;charIndex&quot;:-1,&quot;endOfLine&quot;:true}},&quot;size&quot;:{&quot;x&quot;:140.56107313791796,&quot;y&quot;:18},&quot;targetSize&quot;:{&quot;x&quot;:140.56107313791796,&quot;y&quot;:18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99997&quot;}},&quot;a9f7557c-e932-41e7-b83a-3d30be018b64&quot;:{&quot;type&quot;:&quot;FIGURE_OBJECT&quot;,&quot;id&quot;:&quot;a9f7557c-e932-41e7-b83a-3d30be018b64&quot;,&quot;parent&quot;:{&quot;type&quot;:&quot;CHILD&quot;,&quot;parentId&quot;:&quot;b1b79a15-89bb-4873-9c62-004cd164c27d&quot;,&quot;order&quot;:&quot;9999999999999999999999995&quot;},&quot;relativeTransform&quot;:{&quot;translate&quot;:{&quot;x&quot;:177.44387944353394,&quot;y&quot;:-246.0226545588157},&quot;rotate&quot;:0,&quot;skewX&quot;:0,&quot;scale&quot;:{&quot;x&quot;:1,&quot;y&quot;:1}}},&quot;342be9d6-c000-4670-ae08-b6f18b0629b1&quot;:{&quot;type&quot;:&quot;FIGURE_OBJECT&quot;,&quot;id&quot;:&quot;342be9d6-c000-4670-ae08-b6f18b0629b1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95&quot;}},&quot;116659f0-e122-4d08-8de8-e1e7457fb546&quot;:{&quot;type&quot;:&quot;FIGURE_OBJECT&quot;,&quot;id&quot;:&quot;116659f0-e122-4d08-8de8-e1e7457fb546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9&quot;}},&quot;19cc1751-8446-419d-a153-6eb9c6c2b22d&quot;:{&quot;type&quot;:&quot;FIGURE_OBJECT&quot;,&quot;id&quot;:&quot;19cc1751-8446-419d-a153-6eb9c6c2b22d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85&quot;}},&quot;c1e8774e-6fe4-4842-abd9-b9c5e8acea7d&quot;:{&quot;type&quot;:&quot;FIGURE_OBJECT&quot;,&quot;id&quot;:&quot;c1e8774e-6fe4-4842-abd9-b9c5e8acea7d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8&quot;}},&quot;424f491a-f1cc-4f38-8ae2-aa49bc5cf8ea&quot;:{&quot;type&quot;:&quot;FIGURE_OBJECT&quot;,&quot;id&quot;:&quot;424f491a-f1cc-4f38-8ae2-aa49bc5cf8ea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7&quot;}},&quot;400118a5-7cf2-40b5-a4f9-8078c3b88062&quot;:{&quot;type&quot;:&quot;FIGURE_OBJECT&quot;,&quot;id&quot;:&quot;400118a5-7cf2-40b5-a4f9-8078c3b88062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5&quot;}},&quot;3ccb5a06-fd32-4e2e-b6fa-4e8a7fb57bb5&quot;:{&quot;type&quot;:&quot;FIGURE_OBJECT&quot;,&quot;id&quot;:&quot;3ccb5a06-fd32-4e2e-b6fa-4e8a7fb57bb5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2&quot;}},&quot;4d2a2c6e-d3eb-43c8-9cc9-35d38edb3b98&quot;:{&quot;type&quot;:&quot;FIGURE_OBJECT&quot;,&quot;id&quot;:&quot;4d2a2c6e-d3eb-43c8-9cc9-35d38edb3b98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1&quot;}},&quot;8b906355-d036-4a9f-93c9-e24803c98703&quot;:{&quot;type&quot;:&quot;FIGURE_OBJECT&quot;,&quot;id&quot;:&quot;8b906355-d036-4a9f-93c9-e24803c98703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&quot;}},&quot;19e91b09-a3c5-41af-855c-288a35974908&quot;:{&quot;type&quot;:&quot;FIGURE_OBJECT&quot;,&quot;id&quot;:&quot;19e91b09-a3c5-41af-855c-288a35974908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7&quot;}},&quot;8b4e3344-d631-439e-8977-852c294c0b31&quot;:{&quot;type&quot;:&quot;FIGURE_OBJECT&quot;,&quot;id&quot;:&quot;8b4e3344-d631-439e-8977-852c294c0b31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5&quot;}},&quot;601aa63b-9737-474d-8d04-387bcda00531&quot;:{&quot;type&quot;:&quot;FIGURE_OBJECT&quot;,&quot;id&quot;:&quot;601aa63b-9737-474d-8d04-387bcda00531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2&quot;}},&quot;1dc938da-5d35-4a38-80ab-f28ee4c45d7d&quot;:{&quot;type&quot;:&quot;FIGURE_OBJECT&quot;,&quot;id&quot;:&quot;1dc938da-5d35-4a38-80ab-f28ee4c45d7d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&quot;}},&quot;ff73a59f-683c-40df-bd80-090337ddcdfa&quot;:{&quot;type&quot;:&quot;FIGURE_OBJECT&quot;,&quot;id&quot;:&quot;ff73a59f-683c-40df-bd80-090337ddcdfa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7&quot;}},&quot;d94ef169-dc97-4099-a7d0-7003f5b5c3c4&quot;:{&quot;type&quot;:&quot;FIGURE_OBJECT&quot;,&quot;id&quot;:&quot;d94ef169-dc97-4099-a7d0-7003f5b5c3c4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5&quot;}},&quot;1e284c08-ef90-473f-baa7-222ac43194cd&quot;:{&quot;type&quot;:&quot;FIGURE_OBJECT&quot;,&quot;id&quot;:&quot;1e284c08-ef90-473f-baa7-222ac43194cd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2&quot;}},&quot;1bd60e99-4ad8-473f-a48b-a8e24a4bcc1c&quot;:{&quot;type&quot;:&quot;FIGURE_OBJECT&quot;,&quot;id&quot;:&quot;1bd60e99-4ad8-473f-a48b-a8e24a4bcc1c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1&quot;}},&quot;5ed27df6-3273-4724-a883-84f9aa0a701d&quot;:{&quot;type&quot;:&quot;FIGURE_OBJECT&quot;,&quot;id&quot;:&quot;5ed27df6-3273-4724-a883-84f9aa0a701d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&quot;}},&quot;2bc5c360-6c14-4301-933d-89239c8713d1&quot;:{&quot;type&quot;:&quot;FIGURE_OBJECT&quot;,&quot;id&quot;:&quot;2bc5c360-6c14-4301-933d-89239c8713d1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45&quot;}},&quot;9ee92e8d-9407-4006-ae22-4714fd4fbe52&quot;:{&quot;type&quot;:&quot;FIGURE_OBJECT&quot;,&quot;id&quot;:&quot;9ee92e8d-9407-4006-ae22-4714fd4fbe52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4&quot;}},&quot;def54fd1-3a83-4726-b18d-6eb4dc106a5e&quot;:{&quot;type&quot;:&quot;FIGURE_OBJECT&quot;,&quot;id&quot;:&quot;def54fd1-3a83-4726-b18d-6eb4dc106a5e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35&quot;}},&quot;491d72d8-7d38-4ae7-839f-4935f65bd814&quot;:{&quot;type&quot;:&quot;FIGURE_OBJECT&quot;,&quot;id&quot;:&quot;491d72d8-7d38-4ae7-839f-4935f65bd814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3&quot;}},&quot;152c8391-a2ab-42c9-87da-1c41d761722e&quot;:{&quot;type&quot;:&quot;FIGURE_OBJECT&quot;,&quot;id&quot;:&quot;152c8391-a2ab-42c9-87da-1c41d761722e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7&quot;}},&quot;c8f8c853-707f-40c4-b606-be26478c3e58&quot;:{&quot;type&quot;:&quot;FIGURE_OBJECT&quot;,&quot;id&quot;:&quot;c8f8c853-707f-40c4-b606-be26478c3e58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5&quot;}},&quot;239a4aa9-6416-4316-a31f-c87b4ce3ead3&quot;:{&quot;type&quot;:&quot;FIGURE_OBJECT&quot;,&quot;id&quot;:&quot;239a4aa9-6416-4316-a31f-c87b4ce3ead3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2&quot;}},&quot;3d989b8a-024d-4b3c-b5d7-426950b6e009&quot;:{&quot;type&quot;:&quot;FIGURE_OBJECT&quot;,&quot;id&quot;:&quot;3d989b8a-024d-4b3c-b5d7-426950b6e009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1&quot;}},&quot;352a9bb1-72c1-446b-8b16-b110d3257885&quot;:{&quot;type&quot;:&quot;FIGURE_OBJECT&quot;,&quot;id&quot;:&quot;352a9bb1-72c1-446b-8b16-b110d3257885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&quot;}},&quot;c759e58f-abd9-476f-8cde-b0096ee05b4b&quot;:{&quot;type&quot;:&quot;FIGURE_OBJECT&quot;,&quot;id&quot;:&quot;c759e58f-abd9-476f-8cde-b0096ee05b4b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7&quot;}},&quot;d2851ac6-c469-467e-bd19-7a7bf83618cc&quot;:{&quot;type&quot;:&quot;FIGURE_OBJECT&quot;,&quot;id&quot;:&quot;d2851ac6-c469-467e-bd19-7a7bf83618cc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5&quot;}},&quot;22044e74-5377-41a8-bee2-39fc89655557&quot;:{&quot;type&quot;:&quot;FIGURE_OBJECT&quot;,&quot;id&quot;:&quot;22044e74-5377-41a8-bee2-39fc89655557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2&quot;}},&quot;201bee53-0c9e-415f-b462-f35b34267e4f&quot;:{&quot;type&quot;:&quot;FIGURE_OBJECT&quot;,&quot;id&quot;:&quot;201bee53-0c9e-415f-b462-f35b34267e4f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1&quot;}},&quot;6d874d56-353e-4450-8ec6-1a49f87d779a&quot;:{&quot;type&quot;:&quot;FIGURE_OBJECT&quot;,&quot;id&quot;:&quot;6d874d56-353e-4450-8ec6-1a49f87d779a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&quot;}},&quot;9763ef46-c605-40e9-8ea3-184187ed8427&quot;:{&quot;type&quot;:&quot;FIGURE_OBJECT&quot;,&quot;id&quot;:&quot;9763ef46-c605-40e9-8ea3-184187ed8427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7&quot;}},&quot;dc615abc-0e12-489a-9257-678ffd4d3c68&quot;:{&quot;type&quot;:&quot;FIGURE_OBJECT&quot;,&quot;id&quot;:&quot;dc615abc-0e12-489a-9257-678ffd4d3c68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5&quot;}},&quot;e5f0d9e4-0f40-4ca0-815d-59fe57d3c123&quot;:{&quot;type&quot;:&quot;FIGURE_OBJECT&quot;,&quot;id&quot;:&quot;e5f0d9e4-0f40-4ca0-815d-59fe57d3c123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2&quot;}},&quot;e97ca69b-cdc0-4e08-9e18-c91ee63a2df0&quot;:{&quot;type&quot;:&quot;FIGURE_OBJECT&quot;,&quot;id&quot;:&quot;e97ca69b-cdc0-4e08-9e18-c91ee63a2df0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1&quot;}},&quot;93148005-7613-4958-8a0c-733a01aeaed9&quot;:{&quot;type&quot;:&quot;FIGURE_OBJECT&quot;,&quot;id&quot;:&quot;93148005-7613-4958-8a0c-733a01aeaed9&quot;,&quot;parent&quot;:{&quot;type&quot;:&quot;CHILD&quot;,&quot;parentId&quot;:&quot;b1b79a15-89bb-4873-9c62-004cd164c27d&quot;,&quot;order&quot;:&quot;999999999999999999999999&quot;},&quot;relativeTransform&quot;:{&quot;translate&quot;:{&quot;x&quot;:116.402483726469,&quot;y&quot;:-246.02235262249508},&quot;rotate&quot;:0,&quot;skewX&quot;:0,&quot;scale&quot;:{&quot;x&quot;:1,&quot;y&quot;:1}}},&quot;c0323e4f-8418-4864-a398-d012bc72ed57&quot;:{&quot;type&quot;:&quot;FIGURE_OBJECT&quot;,&quot;id&quot;:&quot;c0323e4f-8418-4864-a398-d012bc72ed57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95&quot;}},&quot;0ab34403-88b5-4828-ab6d-46b0e498d136&quot;:{&quot;type&quot;:&quot;FIGURE_OBJECT&quot;,&quot;id&quot;:&quot;0ab34403-88b5-4828-ab6d-46b0e498d136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9&quot;}},&quot;6dea6492-c8c5-403a-a7a9-e545238b1f89&quot;:{&quot;type&quot;:&quot;FIGURE_OBJECT&quot;,&quot;id&quot;:&quot;6dea6492-c8c5-403a-a7a9-e545238b1f89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85&quot;}},&quot;1bcd0ae1-e6fc-428f-99c1-bd4677e3edcd&quot;:{&quot;type&quot;:&quot;FIGURE_OBJECT&quot;,&quot;id&quot;:&quot;1bcd0ae1-e6fc-428f-99c1-bd4677e3edcd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8&quot;}},&quot;ec9abf98-26e1-4d1c-ac52-3a09ee4984ec&quot;:{&quot;type&quot;:&quot;FIGURE_OBJECT&quot;,&quot;id&quot;:&quot;ec9abf98-26e1-4d1c-ac52-3a09ee4984ec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7&quot;}},&quot;2ae6352e-0202-445a-883b-22deab00e3f6&quot;:{&quot;type&quot;:&quot;FIGURE_OBJECT&quot;,&quot;id&quot;:&quot;2ae6352e-0202-445a-883b-22deab00e3f6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5&quot;}},&quot;04fa7185-21c7-48dd-9339-492dcd5fd989&quot;:{&quot;type&quot;:&quot;FIGURE_OBJECT&quot;,&quot;id&quot;:&quot;04fa7185-21c7-48dd-9339-492dcd5fd989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2&quot;}},&quot;f468fb6c-3f15-483a-a3fa-8af346989c71&quot;:{&quot;type&quot;:&quot;FIGURE_OBJECT&quot;,&quot;id&quot;:&quot;f468fb6c-3f15-483a-a3fa-8af346989c71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1&quot;}},&quot;08ffbf8e-609d-4841-94dd-9b7729342565&quot;:{&quot;type&quot;:&quot;FIGURE_OBJECT&quot;,&quot;id&quot;:&quot;08ffbf8e-609d-4841-94dd-9b7729342565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&quot;}},&quot;cd315b66-d90f-4d8c-9a6b-c05962f06418&quot;:{&quot;type&quot;:&quot;FIGURE_OBJECT&quot;,&quot;id&quot;:&quot;cd315b66-d90f-4d8c-9a6b-c05962f06418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7&quot;}},&quot;89e639a9-6637-4dc9-8b0b-bb1b55b20806&quot;:{&quot;type&quot;:&quot;FIGURE_OBJECT&quot;,&quot;id&quot;:&quot;89e639a9-6637-4dc9-8b0b-bb1b55b20806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5&quot;}},&quot;b39fa652-1a45-4fb4-bdea-0740254ec6c1&quot;:{&quot;type&quot;:&quot;FIGURE_OBJECT&quot;,&quot;id&quot;:&quot;b39fa652-1a45-4fb4-bdea-0740254ec6c1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2&quot;}},&quot;b770201a-3e9e-4857-9525-8117ab55dca5&quot;:{&quot;type&quot;:&quot;FIGURE_OBJECT&quot;,&quot;id&quot;:&quot;b770201a-3e9e-4857-9525-8117ab55dca5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&quot;}},&quot;0fd14934-140a-4fe8-9266-ea56d4afdffd&quot;:{&quot;type&quot;:&quot;FIGURE_OBJECT&quot;,&quot;id&quot;:&quot;0fd14934-140a-4fe8-9266-ea56d4afdffd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7&quot;}},&quot;d1379ee4-2446-41b7-a9c3-a613e1df62ed&quot;:{&quot;type&quot;:&quot;FIGURE_OBJECT&quot;,&quot;id&quot;:&quot;d1379ee4-2446-41b7-a9c3-a613e1df62ed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5&quot;}},&quot;aa4b7c64-a171-4a89-b3bc-f166b03e5846&quot;:{&quot;type&quot;:&quot;FIGURE_OBJECT&quot;,&quot;id&quot;:&quot;aa4b7c64-a171-4a89-b3bc-f166b03e5846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2&quot;}},&quot;57344298-efaf-4351-a27c-959738e9f078&quot;:{&quot;type&quot;:&quot;FIGURE_OBJECT&quot;,&quot;id&quot;:&quot;57344298-efaf-4351-a27c-959738e9f078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1&quot;}},&quot;021b6bfc-4308-4469-bc1d-8b45f2c65a5e&quot;:{&quot;type&quot;:&quot;FIGURE_OBJECT&quot;,&quot;id&quot;:&quot;021b6bfc-4308-4469-bc1d-8b45f2c65a5e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&quot;}},&quot;6721b8ed-04c7-4af9-b209-d2ad158e7a0e&quot;:{&quot;type&quot;:&quot;FIGURE_OBJECT&quot;,&quot;id&quot;:&quot;6721b8ed-04c7-4af9-b209-d2ad158e7a0e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45&quot;}},&quot;ee1ea3d3-e1d0-402f-a09a-5aadb9263f3f&quot;:{&quot;type&quot;:&quot;FIGURE_OBJECT&quot;,&quot;id&quot;:&quot;ee1ea3d3-e1d0-402f-a09a-5aadb9263f3f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4&quot;}},&quot;2d98c7b9-910a-472b-9f07-e3752e129809&quot;:{&quot;type&quot;:&quot;FIGURE_OBJECT&quot;,&quot;id&quot;:&quot;2d98c7b9-910a-472b-9f07-e3752e129809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35&quot;}},&quot;39f39b6a-fb9e-4827-8972-366b41ae4068&quot;:{&quot;type&quot;:&quot;FIGURE_OBJECT&quot;,&quot;id&quot;:&quot;39f39b6a-fb9e-4827-8972-366b41ae4068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3&quot;}},&quot;aaeaa3cd-04ce-4e7f-b600-7d55191bee83&quot;:{&quot;type&quot;:&quot;FIGURE_OBJECT&quot;,&quot;id&quot;:&quot;aaeaa3cd-04ce-4e7f-b600-7d55191bee83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7&quot;}},&quot;1bbfe627-8e06-4326-b1a8-32d85021b548&quot;:{&quot;type&quot;:&quot;FIGURE_OBJECT&quot;,&quot;id&quot;:&quot;1bbfe627-8e06-4326-b1a8-32d85021b548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5&quot;}},&quot;88aa0a72-b570-4c25-869b-1ac462b60ae5&quot;:{&quot;type&quot;:&quot;FIGURE_OBJECT&quot;,&quot;id&quot;:&quot;88aa0a72-b570-4c25-869b-1ac462b60ae5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2&quot;}},&quot;5b4e3148-36a7-4ba2-8752-9ddf1d639faf&quot;:{&quot;type&quot;:&quot;FIGURE_OBJECT&quot;,&quot;id&quot;:&quot;5b4e3148-36a7-4ba2-8752-9ddf1d639faf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1&quot;}},&quot;a32ea63e-b079-4f06-b07b-0da479aa66a8&quot;:{&quot;type&quot;:&quot;FIGURE_OBJECT&quot;,&quot;id&quot;:&quot;a32ea63e-b079-4f06-b07b-0da479aa66a8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&quot;}},&quot;8cf2cbfd-ded3-4d9d-ba38-a6736fb19405&quot;:{&quot;type&quot;:&quot;FIGURE_OBJECT&quot;,&quot;id&quot;:&quot;8cf2cbfd-ded3-4d9d-ba38-a6736fb19405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7&quot;}},&quot;96e738c7-e2c2-4bea-be1a-5ec8384d1e8f&quot;:{&quot;type&quot;:&quot;FIGURE_OBJECT&quot;,&quot;id&quot;:&quot;96e738c7-e2c2-4bea-be1a-5ec8384d1e8f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5&quot;}},&quot;3d361841-e849-4510-9506-8a9e5252d927&quot;:{&quot;type&quot;:&quot;FIGURE_OBJECT&quot;,&quot;id&quot;:&quot;3d361841-e849-4510-9506-8a9e5252d927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2&quot;}},&quot;97930b28-2316-4f6d-9a80-f7bf1bd1a5a5&quot;:{&quot;type&quot;:&quot;FIGURE_OBJECT&quot;,&quot;id&quot;:&quot;97930b28-2316-4f6d-9a80-f7bf1bd1a5a5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1&quot;}},&quot;4d31b412-254c-4ba6-8ee3-3bd47295b638&quot;:{&quot;type&quot;:&quot;FIGURE_OBJECT&quot;,&quot;id&quot;:&quot;4d31b412-254c-4ba6-8ee3-3bd47295b638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&quot;}},&quot;d7e3d84a-b9bb-43fc-ba62-72d02aa8c674&quot;:{&quot;type&quot;:&quot;FIGURE_OBJECT&quot;,&quot;id&quot;:&quot;d7e3d84a-b9bb-43fc-ba62-72d02aa8c674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7&quot;}},&quot;f9601591-43d4-4dcc-b636-72b0d1570434&quot;:{&quot;type&quot;:&quot;FIGURE_OBJECT&quot;,&quot;id&quot;:&quot;f9601591-43d4-4dcc-b636-72b0d1570434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5&quot;}},&quot;1c1f581b-fc73-43b6-a208-8d89cfda0449&quot;:{&quot;type&quot;:&quot;FIGURE_OBJECT&quot;,&quot;id&quot;:&quot;1c1f581b-fc73-43b6-a208-8d89cfda0449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2&quot;}},&quot;95aae906-9af8-49d8-bee6-08b1dd587aaa&quot;:{&quot;type&quot;:&quot;FIGURE_OBJECT&quot;,&quot;id&quot;:&quot;95aae906-9af8-49d8-bee6-08b1dd587aaa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1&quot;}},&quot;cd87349a-58e7-4f01-8ca0-8755efb8506a&quot;:{&quot;type&quot;:&quot;FIGURE_OBJECT&quot;,&quot;id&quot;:&quot;cd87349a-58e7-4f01-8ca0-8755efb8506a&quot;,&quot;parent&quot;:{&quot;type&quot;:&quot;CHILD&quot;,&quot;parentId&quot;:&quot;b1b79a15-89bb-4873-9c62-004cd164c27d&quot;,&quot;order&quot;:&quot;9999999999999999999999919&quot;},&quot;relativeTransform&quot;:{}},&quot;f693e046-8ee5-4436-85da-e73335ff6c6a&quot;:{&quot;type&quot;:&quot;FIGURE_OBJECT&quot;,&quot;id&quot;:&quot;f693e046-8ee5-4436-85da-e73335ff6c6a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95&quot;}},&quot;40627fbe-af11-42b0-b4a1-d70acfe53e27&quot;:{&quot;type&quot;:&quot;FIGURE_OBJECT&quot;,&quot;id&quot;:&quot;40627fbe-af11-42b0-b4a1-d70acfe53e27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9&quot;}},&quot;fc090ae9-ce17-424e-b543-f7045915f075&quot;:{&quot;type&quot;:&quot;FIGURE_OBJECT&quot;,&quot;id&quot;:&quot;fc090ae9-ce17-424e-b543-f7045915f075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85&quot;}},&quot;d2b23259-d1d1-4d48-b3f5-5913d532a863&quot;:{&quot;type&quot;:&quot;FIGURE_OBJECT&quot;,&quot;id&quot;:&quot;d2b23259-d1d1-4d48-b3f5-5913d532a863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8&quot;}},&quot;04f40dac-4612-4696-9ab6-d42bdcb21149&quot;:{&quot;type&quot;:&quot;FIGURE_OBJECT&quot;,&quot;id&quot;:&quot;04f40dac-4612-4696-9ab6-d42bdcb21149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7&quot;}},&quot;d104039f-f3f2-48ce-bdf3-e5fcee77805e&quot;:{&quot;type&quot;:&quot;FIGURE_OBJECT&quot;,&quot;id&quot;:&quot;d104039f-f3f2-48ce-bdf3-e5fcee77805e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5&quot;}},&quot;d3ad904c-b3ea-49fb-a0da-06507ec10dbc&quot;:{&quot;type&quot;:&quot;FIGURE_OBJECT&quot;,&quot;id&quot;:&quot;d3ad904c-b3ea-49fb-a0da-06507ec10dbc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2&quot;}},&quot;82745b11-3c72-42bc-8e33-0a2a93e4ca12&quot;:{&quot;type&quot;:&quot;FIGURE_OBJECT&quot;,&quot;id&quot;:&quot;82745b11-3c72-42bc-8e33-0a2a93e4ca12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1&quot;}},&quot;21693716-cb33-4ebb-a87c-63236947110c&quot;:{&quot;type&quot;:&quot;FIGURE_OBJECT&quot;,&quot;id&quot;:&quot;21693716-cb33-4ebb-a87c-63236947110c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&quot;}},&quot;0794d270-ca87-4e8b-b4c9-73238659f59c&quot;:{&quot;type&quot;:&quot;FIGURE_OBJECT&quot;,&quot;id&quot;:&quot;0794d270-ca87-4e8b-b4c9-73238659f59c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7&quot;}},&quot;47073dc1-a24f-4fa0-8f54-049f8ca8fdf3&quot;:{&quot;type&quot;:&quot;FIGURE_OBJECT&quot;,&quot;id&quot;:&quot;47073dc1-a24f-4fa0-8f54-049f8ca8fdf3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5&quot;}},&quot;1fa9822a-3bb6-412e-bcdd-973c14129a68&quot;:{&quot;type&quot;:&quot;FIGURE_OBJECT&quot;,&quot;id&quot;:&quot;1fa9822a-3bb6-412e-bcdd-973c14129a68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2&quot;}},&quot;19ed89b4-c3dc-4f52-a7d9-62db9b72213d&quot;:{&quot;type&quot;:&quot;FIGURE_OBJECT&quot;,&quot;id&quot;:&quot;19ed89b4-c3dc-4f52-a7d9-62db9b72213d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&quot;}},&quot;24611a3e-2a43-4d40-a687-d1e463f359e4&quot;:{&quot;type&quot;:&quot;FIGURE_OBJECT&quot;,&quot;id&quot;:&quot;24611a3e-2a43-4d40-a687-d1e463f359e4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7&quot;}},&quot;a4b3f1b5-94ff-4857-9aa6-5b3fae5a45bc&quot;:{&quot;type&quot;:&quot;FIGURE_OBJECT&quot;,&quot;id&quot;:&quot;a4b3f1b5-94ff-4857-9aa6-5b3fae5a45bc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5&quot;}},&quot;e378af55-0e15-4187-8040-84ba7957e0ce&quot;:{&quot;type&quot;:&quot;FIGURE_OBJECT&quot;,&quot;id&quot;:&quot;e378af55-0e15-4187-8040-84ba7957e0ce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2&quot;}},&quot;55f63535-4d97-4a5d-b99b-49eba0264a7c&quot;:{&quot;type&quot;:&quot;FIGURE_OBJECT&quot;,&quot;id&quot;:&quot;55f63535-4d97-4a5d-b99b-49eba0264a7c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1&quot;}},&quot;8a473884-2a77-4b23-8d12-46dea6095238&quot;:{&quot;type&quot;:&quot;FIGURE_OBJECT&quot;,&quot;id&quot;:&quot;8a473884-2a77-4b23-8d12-46dea6095238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&quot;}},&quot;36934fc5-10cc-4186-8eaf-6de494a18894&quot;:{&quot;type&quot;:&quot;FIGURE_OBJECT&quot;,&quot;id&quot;:&quot;36934fc5-10cc-4186-8eaf-6de494a18894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45&quot;}},&quot;58ffebfa-b98c-4522-b224-0f3aec7499a2&quot;:{&quot;type&quot;:&quot;FIGURE_OBJECT&quot;,&quot;id&quot;:&quot;58ffebfa-b98c-4522-b224-0f3aec7499a2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4&quot;}},&quot;bc397613-64fe-483d-8c50-48ace098a34f&quot;:{&quot;type&quot;:&quot;FIGURE_OBJECT&quot;,&quot;id&quot;:&quot;bc397613-64fe-483d-8c50-48ace098a34f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35&quot;}},&quot;f897ccd7-4288-411e-b846-18f145454552&quot;:{&quot;type&quot;:&quot;FIGURE_OBJECT&quot;,&quot;id&quot;:&quot;f897ccd7-4288-411e-b846-18f145454552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3&quot;}},&quot;e97c2efd-0805-4474-ad48-910e4abf6e5d&quot;:{&quot;type&quot;:&quot;FIGURE_OBJECT&quot;,&quot;id&quot;:&quot;e97c2efd-0805-4474-ad48-910e4abf6e5d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7&quot;}},&quot;35aeb555-185e-48b5-bdfc-51b7826e03d1&quot;:{&quot;type&quot;:&quot;FIGURE_OBJECT&quot;,&quot;id&quot;:&quot;35aeb555-185e-48b5-bdfc-51b7826e03d1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5&quot;}},&quot;f16db225-1b46-49e9-b8a1-af0de99c023f&quot;:{&quot;type&quot;:&quot;FIGURE_OBJECT&quot;,&quot;id&quot;:&quot;f16db225-1b46-49e9-b8a1-af0de99c023f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2&quot;}},&quot;ed43e92d-ee07-42dc-86f1-62a0d6924d5a&quot;:{&quot;type&quot;:&quot;FIGURE_OBJECT&quot;,&quot;id&quot;:&quot;ed43e92d-ee07-42dc-86f1-62a0d6924d5a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1&quot;}},&quot;0eeb0e7b-2c01-4a1c-b8ae-e74d7c9f3f04&quot;:{&quot;type&quot;:&quot;FIGURE_OBJECT&quot;,&quot;id&quot;:&quot;0eeb0e7b-2c01-4a1c-b8ae-e74d7c9f3f04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&quot;}},&quot;aed8cae4-281a-4995-b9c4-98e3cf88b6d9&quot;:{&quot;type&quot;:&quot;FIGURE_OBJECT&quot;,&quot;id&quot;:&quot;aed8cae4-281a-4995-b9c4-98e3cf88b6d9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7&quot;}},&quot;bad4c530-104b-4a42-a58a-aacd52a76435&quot;:{&quot;type&quot;:&quot;FIGURE_OBJECT&quot;,&quot;id&quot;:&quot;bad4c530-104b-4a42-a58a-aacd52a76435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5&quot;}},&quot;f1accdf4-363a-49d0-848f-1607d478eaee&quot;:{&quot;type&quot;:&quot;FIGURE_OBJECT&quot;,&quot;id&quot;:&quot;f1accdf4-363a-49d0-848f-1607d478eaee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2&quot;}},&quot;b9b1affb-f7b9-48e6-9703-6d40fff58bd5&quot;:{&quot;type&quot;:&quot;FIGURE_OBJECT&quot;,&quot;id&quot;:&quot;b9b1affb-f7b9-48e6-9703-6d40fff58bd5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1&quot;}},&quot;7924d6a4-3e79-4741-9dff-118621bbbf0d&quot;:{&quot;type&quot;:&quot;FIGURE_OBJECT&quot;,&quot;id&quot;:&quot;7924d6a4-3e79-4741-9dff-118621bbbf0d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&quot;}},&quot;ad1bb060-c86b-40ce-a298-dea9e7e0d6e3&quot;:{&quot;type&quot;:&quot;FIGURE_OBJECT&quot;,&quot;id&quot;:&quot;ad1bb060-c86b-40ce-a298-dea9e7e0d6e3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7&quot;}},&quot;75e28cf2-e6d1-49ce-8520-e0ac541959fd&quot;:{&quot;type&quot;:&quot;FIGURE_OBJECT&quot;,&quot;id&quot;:&quot;75e28cf2-e6d1-49ce-8520-e0ac541959fd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5&quot;}},&quot;70e64e4d-fcda-4d2d-8e1d-0eec4c00e1ec&quot;:{&quot;type&quot;:&quot;FIGURE_OBJECT&quot;,&quot;id&quot;:&quot;70e64e4d-fcda-4d2d-8e1d-0eec4c00e1ec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2&quot;}},&quot;81db5124-58e1-4f28-acf3-ee312dad8f68&quot;:{&quot;type&quot;:&quot;FIGURE_OBJECT&quot;,&quot;id&quot;:&quot;81db5124-58e1-4f28-acf3-ee312dad8f68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1&quot;}},&quot;6d2051d4-b67f-4ce3-82cf-d95368d68faa&quot;:{&quot;type&quot;:&quot;FIGURE_OBJECT&quot;,&quot;id&quot;:&quot;6d2051d4-b67f-4ce3-82cf-d95368d68faa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b1b79a15-89bb-4873-9c62-004cd164c27d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},&quot;c2e57295-36f6-4cae-a4fb-5cfb1513410a&quot;:{&quot;id&quot;:&quot;c2e57295-36f6-4cae-a4fb-5cfb1513410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6d2051d4-b67f-4ce3-82cf-d95368d68faa&quot;,&quot;order&quot;:&quot;5&quot;}},&quot;2f1d7580-f4ef-43d1-8e81-3f02df58a520&quot;:{&quot;type&quot;:&quot;FIGURE_OBJECT&quot;,&quot;id&quot;:&quot;2f1d7580-f4ef-43d1-8e81-3f02df58a520&quot;,&quot;parent&quot;:{&quot;type&quot;:&quot;CHILD&quot;,&quot;parentId&quot;:&quot;b1b79a15-89bb-4873-9c62-004cd164c27d&quot;,&quot;order&quot;:&quot;999999999999999999999&quot;},&quot;relativeTransform&quot;:{&quot;translate&quot;:{&quot;x&quot;:-5.593912965258861,&quot;y&quot;:8.277245494691797},&quot;rotate&quot;:0,&quot;skewX&quot;:0,&quot;scale&quot;:{&quot;x&quot;:1,&quot;y&quot;:1}}},&quot;c578c26a-4c26-4ec3-a59f-4fb1e386f20b&quot;:{&quot;type&quot;:&quot;FIGURE_OBJECT&quot;,&quot;id&quot;:&quot;c578c26a-4c26-4ec3-a59f-4fb1e386f20b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5&quot;}},&quot;90512c07-0578-43be-9d54-5f766badffa4&quot;:{&quot;type&quot;:&quot;FIGURE_OBJECT&quot;,&quot;id&quot;:&quot;90512c07-0578-43be-9d54-5f766badffa4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c578c26a-4c26-4ec3-a59f-4fb1e386f20b&quot;,&quot;order&quot;:&quot;5&quot;}},&quot;9f33b706-6298-4f87-9527-b46592338bee&quot;:{&quot;type&quot;:&quot;FIGURE_OBJECT&quot;,&quot;id&quot;:&quot;9f33b706-6298-4f87-9527-b46592338bee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2f1d7580-f4ef-43d1-8e81-3f02df58a520&quot;,&quot;order&quot;:&quot;3&quot;}},&quot;c92a46b4-137c-425c-a39c-245407e2600c&quot;:{&quot;type&quot;:&quot;FIGURE_OBJECT&quot;,&quot;id&quot;:&quot;c92a46b4-137c-425c-a39c-245407e2600c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2&quot;}},&quot;3a3aeb88-1494-4948-ae96-c4bc6e110921&quot;:{&quot;type&quot;:&quot;FIGURE_OBJECT&quot;,&quot;id&quot;:&quot;3a3aeb88-1494-4948-ae96-c4bc6e11092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c92a46b4-137c-425c-a39c-245407e2600c&quot;,&quot;order&quot;:&quot;5&quot;}},&quot;8b091e87-b838-4647-ab8d-ca6d9d8014e2&quot;:{&quot;type&quot;:&quot;FIGURE_OBJECT&quot;,&quot;id&quot;:&quot;8b091e87-b838-4647-ab8d-ca6d9d8014e2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8&quot;}},&quot;a5d1e908-ea7c-4ffb-bc33-fa4ab80357f1&quot;:{&quot;type&quot;:&quot;FIGURE_OBJECT&quot;,&quot;id&quot;:&quot;a5d1e908-ea7c-4ffb-bc33-fa4ab80357f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8b091e87-b838-4647-ab8d-ca6d9d8014e2&quot;,&quot;order&quot;:&quot;5&quot;}},&quot;e55e02af-f7f4-4598-9b19-61234ab9e3f7&quot;:{&quot;type&quot;:&quot;FIGURE_OBJECT&quot;,&quot;id&quot;:&quot;e55e02af-f7f4-4598-9b19-61234ab9e3f7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7&quot;}},&quot;76f5a1d2-09ec-4e97-aff4-a3a94fe20c6f&quot;:{&quot;type&quot;:&quot;FIGURE_OBJECT&quot;,&quot;id&quot;:&quot;76f5a1d2-09ec-4e97-aff4-a3a94fe20c6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e55e02af-f7f4-4598-9b19-61234ab9e3f7&quot;,&quot;order&quot;:&quot;5&quot;}},&quot;ca20f080-673c-46b5-b82a-2fd30eb48c15&quot;:{&quot;type&quot;:&quot;FIGURE_OBJECT&quot;,&quot;id&quot;:&quot;ca20f080-673c-46b5-b82a-2fd30eb48c15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6&quot;}},&quot;9859b604-fc6a-4150-bd8c-d6665a5c7add&quot;:{&quot;type&quot;:&quot;FIGURE_OBJECT&quot;,&quot;id&quot;:&quot;9859b604-fc6a-4150-bd8c-d6665a5c7ad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ca20f080-673c-46b5-b82a-2fd30eb48c15&quot;,&quot;order&quot;:&quot;5&quot;}},&quot;d82f9cd1-61eb-4851-9670-72e340eb73bc&quot;:{&quot;type&quot;:&quot;FIGURE_OBJECT&quot;,&quot;id&quot;:&quot;d82f9cd1-61eb-4851-9670-72e340eb73bc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1&quot;}},&quot;59f3df23-d346-4386-8b1e-b67772ef837f&quot;:{&quot;type&quot;:&quot;FIGURE_OBJECT&quot;,&quot;id&quot;:&quot;59f3df23-d346-4386-8b1e-b67772ef837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d82f9cd1-61eb-4851-9670-72e340eb73bc&quot;,&quot;order&quot;:&quot;5&quot;}},&quot;c00aada5-671f-4c85-98c1-c51091bd4613&quot;:{&quot;type&quot;:&quot;FIGURE_OBJECT&quot;,&quot;id&quot;:&quot;c00aada5-671f-4c85-98c1-c51091bd4613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05&quot;}},&quot;c21597dc-8a25-41b8-936c-ec175c7c265b&quot;:{&quot;type&quot;:&quot;FIGURE_OBJECT&quot;,&quot;id&quot;:&quot;c21597dc-8a25-41b8-936c-ec175c7c265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c00aada5-671f-4c85-98c1-c51091bd4613&quot;,&quot;order&quot;:&quot;5&quot;}},&quot;c3ef3637-7bd8-4127-b316-64f9d0d5951b&quot;:{&quot;type&quot;:&quot;FIGURE_OBJECT&quot;,&quot;id&quot;:&quot;c3ef3637-7bd8-4127-b316-64f9d0d5951b&quot;,&quot;relativeTransform&quot;:{&quot;translate&quot;:{&quot;x&quot;:207.90102815403432,&quot;y&quot;:60.515796999134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6]}],&quot;text&quot;:&quot;Best Scoring positions / aa&quot;}],&quot;verticalAlign&quot;:&quot;TOP&quot;,&quot;_lastCaretLocation&quot;:{&quot;lineIndex&quot;:0,&quot;runIndex&quot;:-1,&quot;charIndex&quot;:-1,&quot;endOfLine&quot;:true}},&quot;size&quot;:{&quot;x&quot;:100.70177321558332,&quot;y&quot;:38.69504579116622},&quot;targetSize&quot;:{&quot;x&quot;:100.70177321558332,&quot;y&quot;:38.69504579116622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9997&quot;}},&quot;fe5f752d-251e-4d60-8072-d7db7b9de6ca&quot;:{&quot;type&quot;:&quot;FIGURE_OBJECT&quot;,&quot;id&quot;:&quot;fe5f752d-251e-4d60-8072-d7db7b9de6ca&quot;,&quot;relativeTransform&quot;:{&quot;translate&quot;:{&quot;x&quot;:96.34420758385988,&quot;y&quot;:0.00007438016530159075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5&quot;},&quot;connectorInfo&quot;:{&quot;type&quot;:&quot;LINE&quot;,&quot;offset&quot;:{&quot;x&quot;:0,&quot;y&quot;:0},&quot;bending&quot;:0.1,&quot;customized&quot;:false}},&quot;e0dba97b-2d12-49db-b9cb-e77e434bd67d&quot;:{&quot;type&quot;:&quot;FIGURE_OBJECT&quot;,&quot;id&quot;:&quot;e0dba97b-2d12-49db-b9cb-e77e434bd67d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&quot;},&quot;connectorInfo&quot;:{&quot;connectedObjectAtLineEnd&quot;:{&quot;objectId&quot;:&quot;bcf297fb-084f-4e4d-b51f-e5c12be88061&quot;,&quot;coordinates&quot;:{&quot;x&quot;:0,&quot;y&quot;:0.5}},&quot;type&quot;:&quot;LINE&quot;,&quot;offset&quot;:{&quot;x&quot;:0,&quot;y&quot;:0},&quot;bending&quot;:0.1,&quot;customized&quot;:false}},&quot;308e1870-2578-4930-9312-07f9de4653f4&quot;:{&quot;type&quot;:&quot;FIGURE_OBJECT&quot;,&quot;id&quot;:&quot;308e1870-2578-4930-9312-07f9de4653f4&quot;,&quot;relativeTransform&quot;:{&quot;translate&quot;:{&quot;x&quot;:72.81176578456075,&quot;y&quot;:65.7934612856846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7]}],&quot;text&quot;:&quot;Donor 1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CPL cytokines activity ratios&quot;,&quot;base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7]}],&quot;text&quot;:&quot;relative to the wt&quot;}],&quot;verticalAlign&quot;:&quot;TOP&quot;,&quot;_lastCaretLocation&quot;:{&quot;lineIndex&quot;:0,&quot;runIndex&quot;:-1,&quot;charIndex&quot;:-1,&quot;endOfLine&quot;:true}},&quot;size&quot;:{&quot;x&quot;:126.95359670052116,&quot;y&quot;:72},&quot;targetSize&quot;:{&quot;x&quot;:126.95359670052116,&quot;y&quot;:54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998&quot;}},&quot;bcf297fb-084f-4e4d-b51f-e5c12be88061&quot;:{&quot;type&quot;:&quot;FIGURE_OBJECT&quot;,&quot;id&quot;:&quot;bcf297fb-084f-4e4d-b51f-e5c12be88061&quot;,&quot;parent&quot;:{&quot;type&quot;:&quot;CHILD&quot;,&quot;parentId&quot;:&quot;b1b79a15-89bb-4873-9c62-004cd164c27d&quot;,&quot;order&quot;:&quot;99999999999999999999996&quot;},&quot;relativeTransform&quot;:{&quot;translate&quot;:{&quot;x&quot;:-132.41727879185254,&quot;y&quot;:11.136717055467239},&quot;rotate&quot;:0,&quot;skewX&quot;:0,&quot;scale&quot;:{&quot;x&quot;:1,&quot;y&quot;:1}}},&quot;61fe1c9e-dc61-4287-b720-a3808c4e8e45&quot;:{&quot;type&quot;:&quot;FIGURE_OBJECT&quot;,&quot;id&quot;:&quot;61fe1c9e-dc61-4287-b720-a3808c4e8e45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bcf297fb-084f-4e4d-b51f-e5c12be88061&quot;,&quot;order&quot;:&quot;5&quot;}},&quot;cd51f788-5d61-4a2a-b00d-e86f0f542d2f&quot;:{&quot;type&quot;:&quot;FIGURE_OBJECT&quot;,&quot;id&quot;:&quot;cd51f788-5d61-4a2a-b00d-e86f0f542d2f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cf297fb-084f-4e4d-b51f-e5c12be88061&quot;,&quot;order&quot;:&quot;2&quot;}},&quot;1b5b73b9-0f21-4010-ac77-6af55159f1f6&quot;:{&quot;type&quot;:&quot;FIGURE_OBJECT&quot;,&quot;id&quot;:&quot;1b5b73b9-0f21-4010-ac77-6af55159f1f6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95&quot;}},&quot;cd9b5532-b00c-41d2-9248-b9093a181742&quot;:{&quot;type&quot;:&quot;FIGURE_OBJECT&quot;,&quot;id&quot;:&quot;cd9b5532-b00c-41d2-9248-b9093a181742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9&quot;}},&quot;90cad5fa-9c7f-4a92-a786-42ff6d1ed25b&quot;:{&quot;type&quot;:&quot;FIGURE_OBJECT&quot;,&quot;id&quot;:&quot;90cad5fa-9c7f-4a92-a786-42ff6d1ed25b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85&quot;}},&quot;8ea2a225-3395-4a9e-aa47-0c5506606ea7&quot;:{&quot;type&quot;:&quot;FIGURE_OBJECT&quot;,&quot;id&quot;:&quot;8ea2a225-3395-4a9e-aa47-0c5506606ea7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8&quot;}},&quot;73af138e-df4e-47d7-bdde-61618fd9a829&quot;:{&quot;type&quot;:&quot;FIGURE_OBJECT&quot;,&quot;id&quot;:&quot;73af138e-df4e-47d7-bdde-61618fd9a829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7&quot;}},&quot;ee630ef1-707f-4f3c-bb0f-67ad5c375229&quot;:{&quot;type&quot;:&quot;FIGURE_OBJECT&quot;,&quot;id&quot;:&quot;ee630ef1-707f-4f3c-bb0f-67ad5c375229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5&quot;}},&quot;e09425fa-bdc5-403c-9243-0ee667e9b6ae&quot;:{&quot;type&quot;:&quot;FIGURE_OBJECT&quot;,&quot;id&quot;:&quot;e09425fa-bdc5-403c-9243-0ee667e9b6ae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2&quot;}},&quot;f4a68eeb-3489-4a1c-82ab-78c00303e31e&quot;:{&quot;type&quot;:&quot;FIGURE_OBJECT&quot;,&quot;id&quot;:&quot;f4a68eeb-3489-4a1c-82ab-78c00303e31e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1&quot;}},&quot;ee68d049-6eab-4425-8821-61f387e35540&quot;:{&quot;type&quot;:&quot;FIGURE_OBJECT&quot;,&quot;id&quot;:&quot;ee68d049-6eab-4425-8821-61f387e35540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&quot;}},&quot;482000f2-d433-4f09-b8f6-0186fa147acd&quot;:{&quot;type&quot;:&quot;FIGURE_OBJECT&quot;,&quot;id&quot;:&quot;482000f2-d433-4f09-b8f6-0186fa147acd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7&quot;}},&quot;4caab38b-5db3-4dd9-8f57-8f832acf5550&quot;:{&quot;type&quot;:&quot;FIGURE_OBJECT&quot;,&quot;id&quot;:&quot;4caab38b-5db3-4dd9-8f57-8f832acf5550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5&quot;}},&quot;a62d5749-3bf6-464c-a9ae-70e96fd39682&quot;:{&quot;type&quot;:&quot;FIGURE_OBJECT&quot;,&quot;id&quot;:&quot;a62d5749-3bf6-464c-a9ae-70e96fd39682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2&quot;}},&quot;02001e2f-6eaa-460a-8a98-e12898d131d7&quot;:{&quot;type&quot;:&quot;FIGURE_OBJECT&quot;,&quot;id&quot;:&quot;02001e2f-6eaa-460a-8a98-e12898d131d7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&quot;}},&quot;7c6c5c84-d2ff-45a3-837c-91e12c778b74&quot;:{&quot;type&quot;:&quot;FIGURE_OBJECT&quot;,&quot;id&quot;:&quot;7c6c5c84-d2ff-45a3-837c-91e12c778b74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7&quot;}},&quot;e4d2e664-61fe-4021-9733-161acfb9ea91&quot;:{&quot;type&quot;:&quot;FIGURE_OBJECT&quot;,&quot;id&quot;:&quot;e4d2e664-61fe-4021-9733-161acfb9ea91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5&quot;}},&quot;c9ec1da0-05d8-4592-9db4-7b98b9f870e9&quot;:{&quot;type&quot;:&quot;FIGURE_OBJECT&quot;,&quot;id&quot;:&quot;c9ec1da0-05d8-4592-9db4-7b98b9f870e9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2&quot;}},&quot;1e1720ff-77f6-4cc0-b5e8-b4a738b14374&quot;:{&quot;type&quot;:&quot;FIGURE_OBJECT&quot;,&quot;id&quot;:&quot;1e1720ff-77f6-4cc0-b5e8-b4a738b14374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1&quot;}},&quot;3db04932-4b9b-43ab-82bd-de852d11ca45&quot;:{&quot;type&quot;:&quot;FIGURE_OBJECT&quot;,&quot;id&quot;:&quot;3db04932-4b9b-43ab-82bd-de852d11ca45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&quot;}},&quot;6f6c474a-6aeb-4560-87cc-18a6c3956b78&quot;:{&quot;type&quot;:&quot;FIGURE_OBJECT&quot;,&quot;id&quot;:&quot;6f6c474a-6aeb-4560-87cc-18a6c3956b78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45&quot;}},&quot;670b8f68-95c1-4f55-b490-71c52e33db89&quot;:{&quot;type&quot;:&quot;FIGURE_OBJECT&quot;,&quot;id&quot;:&quot;670b8f68-95c1-4f55-b490-71c52e33db89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4&quot;}},&quot;e931c8a5-5784-4ad4-846f-7d207b3b6345&quot;:{&quot;type&quot;:&quot;FIGURE_OBJECT&quot;,&quot;id&quot;:&quot;e931c8a5-5784-4ad4-846f-7d207b3b6345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35&quot;}},&quot;7db29f01-1974-4d31-95c8-86b6c582d772&quot;:{&quot;type&quot;:&quot;FIGURE_OBJECT&quot;,&quot;id&quot;:&quot;7db29f01-1974-4d31-95c8-86b6c582d772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3&quot;}},&quot;172323d1-839e-4829-8a13-9e125a7455b4&quot;:{&quot;type&quot;:&quot;FIGURE_OBJECT&quot;,&quot;id&quot;:&quot;172323d1-839e-4829-8a13-9e125a7455b4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7&quot;}},&quot;1b5011db-818d-453b-8573-3730d6f745f7&quot;:{&quot;type&quot;:&quot;FIGURE_OBJECT&quot;,&quot;id&quot;:&quot;1b5011db-818d-453b-8573-3730d6f745f7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5&quot;}},&quot;a3f0b5b9-7c68-408e-b97d-41d963cbf517&quot;:{&quot;type&quot;:&quot;FIGURE_OBJECT&quot;,&quot;id&quot;:&quot;a3f0b5b9-7c68-408e-b97d-41d963cbf517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2&quot;}},&quot;10e7e13c-d8a5-4190-b430-0af907e07b5e&quot;:{&quot;type&quot;:&quot;FIGURE_OBJECT&quot;,&quot;id&quot;:&quot;10e7e13c-d8a5-4190-b430-0af907e07b5e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1&quot;}},&quot;d2944414-fa75-4055-bff5-d73403282825&quot;:{&quot;type&quot;:&quot;FIGURE_OBJECT&quot;,&quot;id&quot;:&quot;d2944414-fa75-4055-bff5-d73403282825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&quot;}},&quot;03357be5-8d13-4cc9-a7b2-f272fd2fd91c&quot;:{&quot;type&quot;:&quot;FIGURE_OBJECT&quot;,&quot;id&quot;:&quot;03357be5-8d13-4cc9-a7b2-f272fd2fd91c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7&quot;}},&quot;b312ca4a-40b0-45f8-affc-08b7e62e7e49&quot;:{&quot;type&quot;:&quot;FIGURE_OBJECT&quot;,&quot;id&quot;:&quot;b312ca4a-40b0-45f8-affc-08b7e62e7e49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5&quot;}},&quot;cd023294-346c-481c-8787-94dc3c6db38e&quot;:{&quot;type&quot;:&quot;FIGURE_OBJECT&quot;,&quot;id&quot;:&quot;cd023294-346c-481c-8787-94dc3c6db38e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2&quot;}},&quot;994ff08f-0967-4f5e-9022-fd2bdb28ef2e&quot;:{&quot;type&quot;:&quot;FIGURE_OBJECT&quot;,&quot;id&quot;:&quot;994ff08f-0967-4f5e-9022-fd2bdb28ef2e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1&quot;}},&quot;007816c5-0fd2-46ba-bdb8-cacc7186a731&quot;:{&quot;type&quot;:&quot;FIGURE_OBJECT&quot;,&quot;id&quot;:&quot;007816c5-0fd2-46ba-bdb8-cacc7186a731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&quot;}},&quot;6d0d5186-1f34-47e9-8fb9-2afd3871da28&quot;:{&quot;type&quot;:&quot;FIGURE_OBJECT&quot;,&quot;id&quot;:&quot;6d0d5186-1f34-47e9-8fb9-2afd3871da28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7&quot;}},&quot;8ce8843f-9f7f-4761-86cc-8eac5027f968&quot;:{&quot;type&quot;:&quot;FIGURE_OBJECT&quot;,&quot;id&quot;:&quot;8ce8843f-9f7f-4761-86cc-8eac5027f968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5&quot;}},&quot;ec0399b2-d2de-42df-948a-8f171f010152&quot;:{&quot;type&quot;:&quot;FIGURE_OBJECT&quot;,&quot;id&quot;:&quot;ec0399b2-d2de-42df-948a-8f171f010152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2&quot;}},&quot;f26d9066-e957-4ec0-ab3f-a739685f6a17&quot;:{&quot;type&quot;:&quot;FIGURE_OBJECT&quot;,&quot;id&quot;:&quot;f26d9066-e957-4ec0-ab3f-a739685f6a17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1&quot;}},&quot;feaf96fd-10a3-44ac-bbb9-578e390f44bf&quot;:{&quot;type&quot;:&quot;FIGURE_OBJECT&quot;,&quot;id&quot;:&quot;feaf96fd-10a3-44ac-bbb9-578e390f44bf&quot;,&quot;relativeTransform&quot;:{&quot;translate&quot;:{&quot;x&quot;:0,&quot;y&quot;:0.972289742343214},&quot;rotate&quot;:0,&quot;skewX&quot;:0,&quot;scale&quot;:{&quot;x&quot;:1,&quot;y&quot;:1}},&quot;opacity&quot;:1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7&quot;},&quot;connectorInfo&quot;:{&quot;connectedObjectAtLineStart&quot;:{&quot;objectId&quot;:&quot;2f1d7580-f4ef-43d1-8e81-3f02df58a520&quot;,&quot;coordinates&quot;:{&quot;x&quot;:0,&quot;y&quot;:0.5}},&quot;connectedObjectAtLineEnd&quot;:{&quot;objectId&quot;:&quot;e04512ff-e076-4ec7-bae4-77ff6d434b9d&quot;,&quot;coordinates&quot;:{&quot;x&quot;:0,&quot;y&quot;:0.5}},&quot;type&quot;:&quot;ELBOW&quot;,&quot;offset&quot;:{&quot;x&quot;:0,&quot;y&quot;:0},&quot;bending&quot;:0.1,&quot;customized&quot;:true}},&quot;e04512ff-e076-4ec7-bae4-77ff6d434b9d&quot;:{&quot;type&quot;:&quot;FIGURE_OBJECT&quot;,&quot;id&quot;:&quot;e04512ff-e076-4ec7-bae4-77ff6d434b9d&quot;,&quot;parent&quot;:{&quot;type&quot;:&quot;CHILD&quot;,&quot;parentId&quot;:&quot;b1b79a15-89bb-4873-9c62-004cd164c27d&quot;,&quot;order&quot;:&quot;9999999999999999999995&quot;},&quot;relativeTransform&quot;:{&quot;translate&quot;:{&quot;x&quot;:-5.594155759230981,&quot;y&quot;:62.26905503758982},&quot;rotate&quot;:0,&quot;skewX&quot;:0,&quot;scale&quot;:{&quot;x&quot;:1,&quot;y&quot;:1}}},&quot;02edbdb5-9965-4e4c-b010-98dcbd0e4c1b&quot;:{&quot;type&quot;:&quot;FIGURE_OBJECT&quot;,&quot;id&quot;:&quot;02edbdb5-9965-4e4c-b010-98dcbd0e4c1b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5&quot;}},&quot;277032b8-8e07-4aa0-bf32-6d730a29a3c5&quot;:{&quot;type&quot;:&quot;FIGURE_OBJECT&quot;,&quot;id&quot;:&quot;277032b8-8e07-4aa0-bf32-6d730a29a3c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02edbdb5-9965-4e4c-b010-98dcbd0e4c1b&quot;,&quot;order&quot;:&quot;5&quot;}},&quot;c0ca5af3-a36f-450b-90a2-6cc25b740308&quot;:{&quot;type&quot;:&quot;FIGURE_OBJECT&quot;,&quot;id&quot;:&quot;c0ca5af3-a36f-450b-90a2-6cc25b740308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04512ff-e076-4ec7-bae4-77ff6d434b9d&quot;,&quot;order&quot;:&quot;3&quot;}},&quot;2776f57f-6b23-4a50-8141-a0617b1ef2f1&quot;:{&quot;type&quot;:&quot;FIGURE_OBJECT&quot;,&quot;id&quot;:&quot;2776f57f-6b23-4a50-8141-a0617b1ef2f1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2&quot;}},&quot;48085986-fbec-429b-9e3e-5a898986aa5d&quot;:{&quot;type&quot;:&quot;FIGURE_OBJECT&quot;,&quot;id&quot;:&quot;48085986-fbec-429b-9e3e-5a898986aa5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2776f57f-6b23-4a50-8141-a0617b1ef2f1&quot;,&quot;order&quot;:&quot;5&quot;}},&quot;22c54107-4163-4d95-b165-6ee8a81b68b3&quot;:{&quot;type&quot;:&quot;FIGURE_OBJECT&quot;,&quot;id&quot;:&quot;22c54107-4163-4d95-b165-6ee8a81b68b3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8&quot;}},&quot;d988c9e8-4a38-4400-9694-1e4b60af9359&quot;:{&quot;type&quot;:&quot;FIGURE_OBJECT&quot;,&quot;id&quot;:&quot;d988c9e8-4a38-4400-9694-1e4b60af93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2c54107-4163-4d95-b165-6ee8a81b68b3&quot;,&quot;order&quot;:&quot;5&quot;}},&quot;e1163a47-0d47-4555-a00a-ba406f8f2792&quot;:{&quot;type&quot;:&quot;FIGURE_OBJECT&quot;,&quot;id&quot;:&quot;e1163a47-0d47-4555-a00a-ba406f8f2792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7&quot;}},&quot;67ba46fa-6918-4a04-a3d2-9a08ee262105&quot;:{&quot;type&quot;:&quot;FIGURE_OBJECT&quot;,&quot;id&quot;:&quot;67ba46fa-6918-4a04-a3d2-9a08ee26210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e1163a47-0d47-4555-a00a-ba406f8f2792&quot;,&quot;order&quot;:&quot;5&quot;}},&quot;40535fba-6b56-4a74-a210-236ee9bd013f&quot;:{&quot;type&quot;:&quot;FIGURE_OBJECT&quot;,&quot;id&quot;:&quot;40535fba-6b56-4a74-a210-236ee9bd013f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6&quot;}},&quot;a0bcc021-e1cc-48dd-afcf-ff40f17c8259&quot;:{&quot;type&quot;:&quot;FIGURE_OBJECT&quot;,&quot;id&quot;:&quot;a0bcc021-e1cc-48dd-afcf-ff40f17c82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40535fba-6b56-4a74-a210-236ee9bd013f&quot;,&quot;order&quot;:&quot;5&quot;}},&quot;61f3d367-e3fc-4c87-82f3-69febc3c1ead&quot;:{&quot;type&quot;:&quot;FIGURE_OBJECT&quot;,&quot;id&quot;:&quot;61f3d367-e3fc-4c87-82f3-69febc3c1ead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1&quot;}},&quot;97376702-e5ba-440c-8eeb-eb717f67b2b0&quot;:{&quot;type&quot;:&quot;FIGURE_OBJECT&quot;,&quot;id&quot;:&quot;97376702-e5ba-440c-8eeb-eb717f67b2b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61f3d367-e3fc-4c87-82f3-69febc3c1ead&quot;,&quot;order&quot;:&quot;5&quot;}},&quot;8a0a9b17-b946-4bf8-a5c5-7353f829d8ad&quot;:{&quot;type&quot;:&quot;FIGURE_OBJECT&quot;,&quot;id&quot;:&quot;8a0a9b17-b946-4bf8-a5c5-7353f829d8ad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04512ff-e076-4ec7-bae4-77ff6d434b9d&quot;,&quot;order&quot;:&quot;05&quot;}},&quot;c36d3a74-8534-4546-8a82-6966efef8b4d&quot;:{&quot;type&quot;:&quot;FIGURE_OBJECT&quot;,&quot;id&quot;:&quot;c36d3a74-8534-4546-8a82-6966efef8b4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8a0a9b17-b946-4bf8-a5c5-7353f829d8ad&quot;,&quot;order&quot;:&quot;5&quot;}},&quot;1467cce3-eaa3-4271-8209-6cc5da46c3fb&quot;:{&quot;type&quot;:&quot;FIGURE_OBJECT&quot;,&quot;id&quot;:&quot;1467cce3-eaa3-4271-8209-6cc5da46c3fb&quot;,&quot;relativeTransform&quot;:{&quot;translate&quot;:{&quot;x&quot;:127.38634762121963,&quot;y&quot;:-118.273141481067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2-AA candidates&quot;}],&quot;verticalAlign&quot;:&quot;TOP&quot;,&quot;_lastCaretLocation&quot;:{&quot;lineIndex&quot;:0,&quot;runIndex&quot;:0,&quot;charIndex&quot;:1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5&quot;}},&quot;c6b9f6c4-c71e-44de-ae3c-abae9d3317d4&quot;:{&quot;type&quot;:&quot;FIGURE_OBJECT&quot;,&quot;id&quot;:&quot;c6b9f6c4-c71e-44de-ae3c-abae9d3317d4&quot;,&quot;relativeTransform&quot;:{&quot;translate&quot;:{&quot;x&quot;:127.38624380171338,&quot;y&quot;:-172.2723603032377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1-AA candidates&quot;}],&quot;verticalAlign&quot;:&quot;TOP&quot;,&quot;_lastCaretLocation&quot;:{&quot;lineIndex&quot;:0,&quot;runIndex&quot;:-1,&quot;charIndex&quot;:-1,&quot;endOfLine&quot;:true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9&quot;}},&quot;a477546f-a9b3-476e-bad7-9f0d51248b15&quot;:{&quot;type&quot;:&quot;FIGURE_OBJECT&quot;,&quot;id&quot;:&quot;a477546f-a9b3-476e-bad7-9f0d51248b15&quot;,&quot;relativeTransform&quot;:{&quot;translate&quot;:{&quot;x&quot;:-6.842014996954845,&quot;y&quot;:0.499362294007347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1]}],&quot;text&quot;:&quot;PS-CPL guided Analysis&quot;}],&quot;verticalAlign&quot;:&quot;TOP&quot;,&quot;_lastCaretLocation&quot;:{&quot;lineIndex&quot;:0,&quot;runIndex&quot;:0,&quot;charIndex&quot;:16}},&quot;size&quot;:{&quot;x&quot;:113.69767080259729,&quot;y&quot;:36.00000000000001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8&quot;}},&quot;d9751ad6-3a1e-4e46-a32c-dec64d9f7a55&quot;:{&quot;type&quot;:&quot;FIGURE_OBJECT&quot;,&quot;id&quot;:&quot;d9751ad6-3a1e-4e46-a32c-dec64d9f7a55&quot;,&quot;relativeTransform&quot;:{&quot;translate&quot;:{&quot;x&quot;:-13.925701040263773,&quot;y&quot;:-122.2044643268417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8]}],&quot;text&quot;:&quot;Mutational Analysis&quot;}],&quot;verticalAlign&quot;:&quot;TOP&quot;,&quot;_lastCaretLocation&quot;:{&quot;lineIndex&quot;:0,&quot;runIndex&quot;:-1,&quot;charIndex&quot;:-1,&quot;endOfLine&quot;:true}},&quot;size&quot;:{&quot;x&quot;:79.16515104961562,&quot;y&quot;:36.000000000000014},&quot;targetSize&quot;:{&quot;x&quot;:79.16515104961562,&quot;y&quot;:36.000000000000014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7&quot;}},&quot;091c00ef-b708-4284-b619-e8c70cd43029&quot;:{&quot;type&quot;:&quot;FIGURE_OBJECT&quot;,&quot;id&quot;:&quot;091c00ef-b708-4284-b619-e8c70cd43029&quot;,&quot;relativeTransform&quot;:{&quot;translate&quot;:{&quot;x&quot;:128.76011244971576,&quot;y&quot;:-235.27945900035465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8]}],&quot;text&quot;:&quot;QCFFCFKEL&quot;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21]}],&quot;text&quot;:&quot;SV-wild type (wt) 9mer&quot;}],&quot;verticalAlign&quot;:&quot;TOP&quot;,&quot;_lastCaretLocation&quot;:{&quot;lineIndex&quot;:1,&quot;runIndex&quot;:0,&quot;charIndex&quot;:17}},&quot;size&quot;:{&quot;x&quot;:144.8788123571466,&quot;y&quot;:54},&quot;targetSize&quot;:{&quot;x&quot;:144.8788123571466,&quot;y&quot;:54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95&quot;}},&quot;772c9d25-c654-40b8-8d14-49332f39ef70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772c9d25-c654-40b8-8d14-49332f39ef70&quot;,&quot;parent&quot;:{&quot;type&quot;:&quot;CHILD&quot;,&quot;parentId&quot;:&quot;b1b79a15-89bb-4873-9c62-004cd164c27d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},&quot;ec8c5ba2-e461-4773-a965-062c685a83e7&quot;:{&quot;type&quot;:&quot;FIGURE_OBJECT&quot;,&quot;id&quot;:&quot;ec8c5ba2-e461-4773-a965-062c685a83e7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772c9d25-c654-40b8-8d14-49332f39ef70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8c4f06c0-4d72-4a57-88f7-2c0d8c44fc24&quot;:{&quot;type&quot;:&quot;FIGURE_OBJECT&quot;,&quot;id&quot;:&quot;8c4f06c0-4d72-4a57-88f7-2c0d8c44fc24&quot;,&quot;parent&quot;:{&quot;type&quot;:&quot;CHILD&quot;,&quot;parentId&quot;:&quot;772c9d25-c654-40b8-8d14-49332f39ef70&quot;,&quot;order&quot;:&quot;1&quot;},&quot;relativeTransform&quot;:{&quot;translate&quot;:{&quot;x&quot;:-0.03331737558516619,&quot;y&quot;:0.1967239441377253},&quot;rotate&quot;:0}},&quot;6b25b20a-4764-4ce9-8a52-a08eaaacb2fd&quot;:{&quot;type&quot;:&quot;FIGURE_OBJECT&quot;,&quot;id&quot;:&quot;6b25b20a-4764-4ce9-8a52-a08eaaacb2fd&quot;,&quot;parent&quot;:{&quot;type&quot;:&quot;CROP&quot;,&quot;parentId&quot;:&quot;8c4f06c0-4d72-4a57-88f7-2c0d8c44fc24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e41fcf98-78e0-4f2d-835b-68521312d20a&quot;:{&quot;id&quot;:&quot;e41fcf98-78e0-4f2d-835b-68521312d20a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8c4f06c0-4d72-4a57-88f7-2c0d8c44fc24&quot;,&quot;order&quot;:&quot;5&quot;}},&quot;1bfb9200-154b-447a-9f1a-86f0db3b4ae7&quot;:{&quot;relativeTransform&quot;:{&quot;translate&quot;:{&quot;x&quot;:8.020945760691498,&quot;y&quot;:2.288420123198222},&quot;rotate&quot;:4.1633363423443364e-17},&quot;type&quot;:&quot;FIGURE_OBJECT&quot;,&quot;id&quot;:&quot;1bfb9200-154b-447a-9f1a-86f0db3b4ae7&quot;,&quot;parent&quot;:{&quot;type&quot;:&quot;CHILD&quot;,&quot;parentId&quot;:&quot;772c9d25-c654-40b8-8d14-49332f39ef70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204bcde9-570b-45a1-80d3-a884ee3b82a0&quot;:{&quot;type&quot;:&quot;FIGURE_OBJECT&quot;,&quot;id&quot;:&quot;204bcde9-570b-45a1-80d3-a884ee3b82a0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1bfb9200-154b-447a-9f1a-86f0db3b4ae7&quot;,&quot;order&quot;:&quot;8&quot;}},&quot;5cd1286e-c1f1-4eba-a04a-57ee7e55e9e3&quot;:{&quot;type&quot;:&quot;FIGURE_OBJECT&quot;,&quot;id&quot;:&quot;5cd1286e-c1f1-4eba-a04a-57ee7e55e9e3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1bfb9200-154b-447a-9f1a-86f0db3b4ae7&quot;,&quot;order&quot;:&quot;2&quot;}},&quot;65046572-c306-4ac3-92be-26b4fd3ad0e0&quot;:{&quot;id&quot;:&quot;65046572-c306-4ac3-92be-26b4fd3ad0e0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1bfb9200-154b-447a-9f1a-86f0db3b4ae7&quot;,&quot;order&quot;:&quot;7&quot;}},&quot;e5aa5efc-e28a-4990-9f64-e247ed3a0750&quot;:{&quot;type&quot;:&quot;FIGURE_OBJECT&quot;,&quot;id&quot;:&quot;e5aa5efc-e28a-4990-9f64-e247ed3a0750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772c9d25-c654-40b8-8d14-49332f39ef70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70e73cc8-3c82-45bc-a2a3-c4cb27d2f2e8&quot;:{&quot;relativeTransform&quot;:{&quot;translate&quot;:{&quot;x&quot;:25.656211366522225,&quot;y&quot;:-11.14816637129976},&quot;rotate&quot;:0.5478843171998568},&quot;type&quot;:&quot;FIGURE_OBJECT&quot;,&quot;id&quot;:&quot;70e73cc8-3c82-45bc-a2a3-c4cb27d2f2e8&quot;,&quot;parent&quot;:{&quot;type&quot;:&quot;CHILD&quot;,&quot;parentId&quot;:&quot;772c9d25-c654-40b8-8d14-49332f39ef70&quot;,&quot;order&quot;:&quot;5&quot;},&quot;name&quot;:&quot;Radioligand&quot;,&quot;displayName&quot;:&quot;Radioligand&quot;,&quot;source&quot;:{&quot;id&quot;:&quot;614a1ea32f946a00a0836689&quot;,&quot;type&quot;:&quot;ASSETS&quot;},&quot;isPremium&quot;:false},&quot;ebe5a6a4-34f7-4569-8077-9d80aa62ac14&quot;:{&quot;type&quot;:&quot;FIGURE_OBJECT&quot;,&quot;id&quot;:&quot;ebe5a6a4-34f7-4569-8077-9d80aa62ac14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70e73cc8-3c82-45bc-a2a3-c4cb27d2f2e8&quot;,&quot;order&quot;:&quot;8&quot;}},&quot;bd183419-5c14-4541-bb10-c7c23e71ae6c&quot;:{&quot;type&quot;:&quot;FIGURE_OBJECT&quot;,&quot;id&quot;:&quot;bd183419-5c14-4541-bb10-c7c23e71ae6c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70e73cc8-3c82-45bc-a2a3-c4cb27d2f2e8&quot;,&quot;order&quot;:&quot;2&quot;}},&quot;094ff0f8-92d3-493f-a3da-2e083fb5ab36&quot;:{&quot;id&quot;:&quot;094ff0f8-92d3-493f-a3da-2e083fb5ab36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70e73cc8-3c82-45bc-a2a3-c4cb27d2f2e8&quot;,&quot;order&quot;:&quot;7&quot;}},&quot;2e6d41f9-7649-431b-8ae5-95ee05d1225f&quot;:{&quot;type&quot;:&quot;FIGURE_OBJECT&quot;,&quot;id&quot;:&quot;2e6d41f9-7649-431b-8ae5-95ee05d1225f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772c9d25-c654-40b8-8d14-49332f39ef70&quot;,&quot;order&quot;:&quot;3&quot;}},&quot;b8a17230-6018-4d3e-ad37-13cd3971c256&quot;:{&quot;relativeTransform&quot;:{&quot;translate&quot;:{&quot;x&quot;:-94.52047553959267,&quot;y&quot;:-2.108457435895191},&quot;rotate&quot;:0},&quot;type&quot;:&quot;FIGURE_OBJECT&quot;,&quot;id&quot;:&quot;b8a17230-6018-4d3e-ad37-13cd3971c256&quot;,&quot;parent&quot;:{&quot;type&quot;:&quot;CHILD&quot;,&quot;parentId&quot;:&quot;772c9d25-c654-40b8-8d14-49332f39ef70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e89334a9-3a37-48ee-be88-6e3a500c147b&quot;:{&quot;type&quot;:&quot;FIGURE_OBJECT&quot;,&quot;id&quot;:&quot;e89334a9-3a37-48ee-be88-6e3a500c147b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b8a17230-6018-4d3e-ad37-13cd3971c25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2d55b53-b712-48a0-832f-86b372248e0a&quot;:{&quot;type&quot;:&quot;FIGURE_OBJECT&quot;,&quot;id&quot;:&quot;92d55b53-b712-48a0-832f-86b372248e0a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b8a17230-6018-4d3e-ad37-13cd3971c256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79799b2d-586c-4336-8ab6-7c8644503410&quot;:{&quot;type&quot;:&quot;FIGURE_OBJECT&quot;,&quot;id&quot;:&quot;79799b2d-586c-4336-8ab6-7c8644503410&quot;,&quot;relativeTransform&quot;:{&quot;translate&quot;:{&quot;x&quot;:477.7862367892823,&quot;y&quot;:-244.569785514979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,&quot;range&quot;:[0,8]}],&quot;text&quot;:&quot;NetMHCPan&quot;,&quot;base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5]}],&quot;text&quot;:&quot;Binding Affinity&quot;,&quot;base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1]}],&quot;text&quot;:&quot;Elution Rank&quot;}],&quot;verticalAlign&quot;:&quot;TOP&quot;,&quot;_lastCaretLocation&quot;:{&quot;lineIndex&quot;:1,&quot;runIndex&quot;:0,&quot;charIndex&quot;:0}},&quot;size&quot;:{&quot;x&quot;:113.69767080259729,&quot;y&quot;:5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b1b79a15-89bb-4873-9c62-004cd164c27d&quot;,&quot;order&quot;:&quot;99999999999999999975&quot;}},&quot;1ff02a8f-4f02-4bff-8d9d-3a4810c19baa&quot;:{&quot;id&quot;:&quot;1ff02a8f-4f02-4bff-8d9d-3a4810c19baa&quot;,&quot;type&quot;:&quot;FIGURE_OBJECT&quot;,&quot;relativeTransform&quot;:{&quot;translate&quot;:{&quot;x&quot;:503.48589977645145,&quot;y&quot;:245.06815106740862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GROMACS&quot;}],&quot;_lastCaretLocation&quot;:{&quot;lineIndex&quot;:0,&quot;runIndex&quot;:-1,&quot;charIndex&quot;:-1,&quot;endOfLine&quot;:true}},&quot;format&quot;:&quot;BETTER_TEXT&quot;,&quot;size&quot;:{&quot;x&quot;:44.38580322265625,&quot;y&quot;:11.116082450718066},&quot;targetSize&quot;:{&quot;x&quot;:38.2125729155916,&quot;y&quot;:11.116082450718066}},&quot;parent&quot;:{&quot;type&quot;:&quot;CHILD&quot;,&quot;parentId&quot;:&quot;b1b79a15-89bb-4873-9c62-004cd164c27d&quot;,&quot;order&quot;:&quot;9999999999999999997&quot;},&quot;opacity&quot;:0.28},&quot;f55835a1-2add-4fa0-a494-eeae31996e55&quot;:{&quot;id&quot;:&quot;f55835a1-2add-4fa0-a494-eeae31996e55&quot;,&quot;type&quot;:&quot;FIGURE_OBJECT&quot;,&quot;relativeTransform&quot;:{&quot;translate&quot;:{&quot;x&quot;:572.4073617285078,&quot;y&quot;:304.72770740016216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9]}],&quot;text&quot;:&quot;Final candidates with low RMSF&quot;}],&quot;_lastCaretLocation&quot;:{&quot;lineIndex&quot;:0,&quot;runIndex&quot;:-1,&quot;charIndex&quot;:-1,&quot;endOfLine&quot;:true}},&quot;format&quot;:&quot;BETTER_TEXT&quot;,&quot;size&quot;:{&quot;x&quot;:86.76724602852363,&quot;y&quot;:23.46247508090268},&quot;targetSize&quot;:{&quot;x&quot;:86.76724602852363,&quot;y&quot;:23.46247508090268}},&quot;parent&quot;:{&quot;type&quot;:&quot;CHILD&quot;,&quot;parentId&quot;:&quot;b1b79a15-89bb-4873-9c62-004cd164c27d&quot;,&quot;order&quot;:&quot;9999999999999999995&quot;},&quot;opacity&quot;:0.28},&quot;339c03fa-a29a-4192-929f-081f13857a76&quot;:{&quot;type&quot;:&quot;FIGURE_OBJECT&quot;,&quot;id&quot;:&quot;339c03fa-a29a-4192-929f-081f13857a76&quot;,&quot;parent&quot;:{&quot;type&quot;:&quot;CHILD&quot;,&quot;parentId&quot;:&quot;b1b79a15-89bb-4873-9c62-004cd164c27d&quot;,&quot;order&quot;:&quot;999999999999999999&quot;},&quot;relativeTransform&quot;:{&quot;translate&quot;:{&quot;x&quot;:570.2097244124328,&quot;y&quot;:-55.47922384792972},&quot;rotate&quot;:0,&quot;skewX&quot;:0,&quot;scale&quot;:{&quot;x&quot;:1,&quot;y&quot;:1}},&quot;opacity&quot;:0.28},&quot;716781f2-19ff-4ed0-98f0-e86385161f18&quot;:{&quot;type&quot;:&quot;FIGURE_OBJECT&quot;,&quot;id&quot;:&quot;716781f2-19ff-4ed0-98f0-e86385161f18&quot;,&quot;parent&quot;:{&quot;type&quot;:&quot;CHILD&quot;,&quot;parentId&quot;:&quot;339c03fa-a29a-4192-929f-081f13857a76&quot;,&quot;order&quot;:&quot;5&quot;},&quot;relativeTransform&quot;:{&quot;translate&quot;:{&quot;x&quot;:260.77927831674674,&quot;y&quot;:198.83640199084653},&quot;rotate&quot;:0.6387441686248161}},&quot;6898a03a-ec0b-4491-b35b-6fb5a68d7282&quot;:{&quot;type&quot;:&quot;FIGURE_OBJECT&quot;,&quot;id&quot;:&quot;6898a03a-ec0b-4491-b35b-6fb5a68d7282&quot;,&quot;parent&quot;:{&quot;type&quot;:&quot;CROP&quot;,&quot;parentId&quot;:&quot;716781f2-19ff-4ed0-98f0-e86385161f18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8e4452d3-160b-4a15-8d0f-fc565d9d7917&quot;:{&quot;id&quot;:&quot;8e4452d3-160b-4a15-8d0f-fc565d9d7917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716781f2-19ff-4ed0-98f0-e86385161f18&quot;,&quot;order&quot;:&quot;5&quot;}},&quot;16f83497-31c1-49b4-81d4-7aac8beb2659&quot;:{&quot;type&quot;:&quot;FIGURE_OBJECT&quot;,&quot;id&quot;:&quot;16f83497-31c1-49b4-81d4-7aac8beb2659&quot;,&quot;parent&quot;:{&quot;type&quot;:&quot;CHILD&quot;,&quot;parentId&quot;:&quot;339c03fa-a29a-4192-929f-081f13857a76&quot;,&quot;order&quot;:&quot;2&quot;},&quot;relativeTransform&quot;:{&quot;translate&quot;:{&quot;x&quot;:-14.99888481120773,&quot;y&quot;:109.78797710352872},&quot;rotate&quot;:-0.6236081290546599}},&quot;f9267137-1433-4c5a-bd5a-7f1523b5e589&quot;:{&quot;type&quot;:&quot;FIGURE_OBJECT&quot;,&quot;id&quot;:&quot;f9267137-1433-4c5a-bd5a-7f1523b5e589&quot;,&quot;parent&quot;:{&quot;type&quot;:&quot;CROP&quot;,&quot;parentId&quot;:&quot;16f83497-31c1-49b4-81d4-7aac8beb2659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5673e088-6a24-4a88-9f78-25a56ca1a104&quot;:{&quot;id&quot;:&quot;5673e088-6a24-4a88-9f78-25a56ca1a104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16f83497-31c1-49b4-81d4-7aac8beb2659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6fb8347a-b1ae-4c1f-b645-dacf2fa59a68&quot;:{&quot;type&quot;:&quot;FIGURE_OBJECT&quot;,&quot;id&quot;:&quot;6fb8347a-b1ae-4c1f-b645-dacf2fa59a68&quot;,&quot;parent&quot;:{&quot;type&quot;:&quot;CHILD&quot;,&quot;parentId&quot;:&quot;339c03fa-a29a-4192-929f-081f13857a76&quot;,&quot;order&quot;:&quot;7&quot;},&quot;relativeTransform&quot;:{&quot;translate&quot;:{&quot;x&quot;:244.03430220320564,&quot;y&quot;:260.40454164456577},&quot;rotate&quot;:0.5705284900767742}},&quot;1c9dd6c3-b679-4a39-a2f5-743d89fcb780&quot;:{&quot;type&quot;:&quot;FIGURE_OBJECT&quot;,&quot;id&quot;:&quot;1c9dd6c3-b679-4a39-a2f5-743d89fcb780&quot;,&quot;parent&quot;:{&quot;type&quot;:&quot;CROP&quot;,&quot;parentId&quot;:&quot;6fb8347a-b1ae-4c1f-b645-dacf2fa59a68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9d46592e-d66b-4f94-ab44-e8a080a67a9a&quot;:{&quot;id&quot;:&quot;9d46592e-d66b-4f94-ab44-e8a080a67a9a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6fb8347a-b1ae-4c1f-b645-dacf2fa59a68&quot;,&quot;order&quot;:&quot;5&quot;}},&quot;beaacb68-b75c-4d2f-8c7c-4a15978ff20c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beaacb68-b75c-4d2f-8c7c-4a15978ff20c&quot;,&quot;opacity&quot;:0.28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b1b79a15-89bb-4873-9c62-004cd164c27d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90a95491-104f-4a1f-9145-bbbdcff09aaa&quot;:{&quot;id&quot;:&quot;90a95491-104f-4a1f-9145-bbbdcff09aa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beaacb68-b75c-4d2f-8c7c-4a15978ff20c&quot;,&quot;order&quot;:&quot;5&quot;}},&quot;2ca722c3-82d6-47d0-a6d4-ae8f2298a825&quot;:{&quot;type&quot;:&quot;FIGURE_OBJECT&quot;,&quot;id&quot;:&quot;2ca722c3-82d6-47d0-a6d4-ae8f2298a825&quot;,&quot;relativeTransform&quot;:{&quot;translate&quot;:{&quot;x&quot;:575.4321364606502,&quot;y&quot;:240.82928202563065},&quot;rotate&quot;:0.09147679864726632,&quot;skewX&quot;:0,&quot;scale&quot;:{&quot;x&quot;:1,&quot;y&quot;:1}},&quot;opacity&quot;:0.28,&quot;source&quot;:{&quot;type&quot;:&quot;ASSETS&quot;},&quot;pathStyles&quot;:[{&quot;type&quot;:&quot;FILL&quot;,&quot;fillStyle&quot;:&quot;rgb(0,0,0)&quot;}],&quot;isLocked&quot;:false,&quot;parent&quot;:{&quot;type&quot;:&quot;CHILD&quot;,&quot;parentId&quot;:&quot;b1b79a15-89bb-4873-9c62-004cd164c27d&quot;,&quot;order&quot;:&quot;9999999999999999975&quot;}},&quot;a4edfe75-6313-4bc4-9b60-204cfa81edb5&quot;:{&quot;type&quot;:&quot;FIGURE_OBJECT&quot;,&quot;id&quot;:&quot;a4edfe75-6313-4bc4-9b60-204cfa81edb5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3&quot;}},&quot;a81ba15c-9978-4367-807e-704933d434a1&quot;:{&quot;type&quot;:&quot;FIGURE_OBJECT&quot;,&quot;id&quot;:&quot;a81ba15c-9978-4367-807e-704933d434a1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25&quot;}},&quot;30089ed6-63c2-4c41-9cb2-93766305f89f&quot;:{&quot;type&quot;:&quot;FIGURE_OBJECT&quot;,&quot;id&quot;:&quot;30089ed6-63c2-4c41-9cb2-93766305f89f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2&quot;}},&quot;5ff63be5-be9b-4b35-9531-a7ad7c10b883&quot;:{&quot;type&quot;:&quot;FIGURE_OBJECT&quot;,&quot;id&quot;:&quot;5ff63be5-be9b-4b35-9531-a7ad7c10b883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30089ed6-63c2-4c41-9cb2-93766305f89f&quot;,&quot;order&quot;:&quot;5&quot;}},&quot;0f75a48c-4dba-4841-adfc-f54606ee2593&quot;:{&quot;type&quot;:&quot;FIGURE_OBJECT&quot;,&quot;id&quot;:&quot;0f75a48c-4dba-4841-adfc-f54606ee2593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2ca722c3-82d6-47d0-a6d4-ae8f2298a825&quot;,&quot;order&quot;:&quot;15&quot;}},&quot;301141dc-f35d-4884-9319-f477a754beaf&quot;:{&quot;type&quot;:&quot;FIGURE_OBJECT&quot;,&quot;id&quot;:&quot;301141dc-f35d-4884-9319-f477a754beaf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1&quot;}},&quot;83c3806f-2248-44d4-b533-65f6a6567ecb&quot;:{&quot;type&quot;:&quot;FIGURE_OBJECT&quot;,&quot;id&quot;:&quot;83c3806f-2248-44d4-b533-65f6a6567ecb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2ca722c3-82d6-47d0-a6d4-ae8f2298a825&quot;,&quot;order&quot;:&quot;05&quot;}},&quot;e5bbed3c-c4ec-4c54-909f-a76198e5fea8&quot;:{&quot;id&quot;:&quot;e5bbed3c-c4ec-4c54-909f-a76198e5fea8&quot;,&quot;type&quot;:&quot;FIGURE_OBJECT&quot;,&quot;relativeTransform&quot;:{&quot;translate&quot;:{&quot;x&quot;:506.89355497895514,&quot;y&quot;:220.9042265724860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italic&quot;,&quot;fontFamily&quot;:&quot;Roboto&quot;,&quot;fontSize&quot;:8,&quot;color&quot;:&quot;black&quot;},&quot;range&quot;:[0,14]}],&quot;text&quot;:&quot;Top  candidates&quot;}],&quot;_lastCaretLocation&quot;:{&quot;lineIndex&quot;:0,&quot;runIndex&quot;:0,&quot;charIndex&quot;:4}},&quot;format&quot;:&quot;BETTER_TEXT&quot;,&quot;size&quot;:{&quot;x&quot;:45.770660400390625,&quot;y&quot;:18},&quot;targetSize&quot;:{&quot;x&quot;:38.2125729155916,&quot;y&quot;:11.116082450718066}},&quot;parent&quot;:{&quot;type&quot;:&quot;CHILD&quot;,&quot;parentId&quot;:&quot;b1b79a15-89bb-4873-9c62-004cd164c27d&quot;,&quot;order&quot;:&quot;999999999999999997&quot;},&quot;opacity&quot;:0.28},&quot;67de87c9-dbfb-49c3-bb3e-e1b10d0118d4&quot;:{&quot;id&quot;:&quot;67de87c9-dbfb-49c3-bb3e-e1b10d0118d4&quot;,&quot;type&quot;:&quot;FIGURE_OBJECT&quot;,&quot;relativeTransform&quot;:{&quot;translate&quot;:{&quot;x&quot;:572.354728810146,&quot;y&quot;:172.34727129075887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8]}],&quot;text&quot;:&quot;Molecular Dynamics Simulation&quot;}],&quot;_lastCaretLocation&quot;:{&quot;lineIndex&quot;:0,&quot;runIndex&quot;:-1,&quot;charIndex&quot;:-1,&quot;endOfLine&quot;:true}},&quot;format&quot;:&quot;BETTER_TEXT&quot;,&quot;size&quot;:{&quot;x&quot;:102.18526697267835,&quot;y&quot;:22},&quot;targetSize&quot;:{&quot;x&quot;:102.18526697267835,&quot;y&quot;:16.972737540451337}},&quot;parent&quot;:{&quot;type&quot;:&quot;CHILD&quot;,&quot;parentId&quot;:&quot;b1b79a15-89bb-4873-9c62-004cd164c27d&quot;,&quot;order&quot;:&quot;999999999999999996&quot;},&quot;opacity&quot;:0.28},&quot;61a52e37-859a-45ee-87ad-ba93cac75291&quot;:{&quot;type&quot;:&quot;FIGURE_OBJECT&quot;,&quot;id&quot;:&quot;61a52e37-859a-45ee-87ad-ba93cac75291&quot;,&quot;relativeTransform&quot;:{&quot;translate&quot;:{&quot;x&quot;:180.04306918214252,&quot;y&quot;:-0.0003578993845394507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81&quot;},&quot;connectorInfo&quot;:{&quot;type&quot;:&quot;LINE&quot;,&quot;offset&quot;:{&quot;x&quot;:0,&quot;y&quot;:0},&quot;bending&quot;:0.1,&quot;customized&quot;:false}},&quot;6704a814-b48f-4149-a52a-0fbfcff26749&quot;:{&quot;id&quot;:&quot;6704a814-b48f-4149-a52a-0fbfcff26749&quot;,&quot;type&quot;:&quot;FIGURE_OBJECT&quot;,&quot;relativeTransform&quot;:{&quot;translate&quot;:{&quot;x&quot;:325.2664141041654,&quot;y&quot;:226.0579124678189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Rosetta&quot;}],&quot;_lastCaretLocation&quot;:{&quot;lineIndex&quot;:0,&quot;runIndex&quot;:-1,&quot;charIndex&quot;:-1,&quot;endOfLine&quot;:true}},&quot;format&quot;:&quot;BETTER_TEXT&quot;,&quot;size&quot;:{&quot;x&quot;:38.2125729155916,&quot;y&quot;:11.116082450718066},&quot;targetSize&quot;:{&quot;x&quot;:38.2125729155916,&quot;y&quot;:11.116082450718066}},&quot;parent&quot;:{&quot;type&quot;:&quot;CHILD&quot;,&quot;parentId&quot;:&quot;b1b79a15-89bb-4873-9c62-004cd164c27d&quot;,&quot;order&quot;:&quot;99999999999999998&quot;},&quot;opacity&quot;:0.28},&quot;278cff91-ee70-4f10-9ce3-b71324614d2e&quot;:{&quot;id&quot;:&quot;278cff91-ee70-4f10-9ce3-b71324614d2e&quot;,&quot;type&quot;:&quot;FIGURE_OBJECT&quot;,&quot;relativeTransform&quot;:{&quot;translate&quot;:{&quot;x&quot;:414.8997212204074,&quot;y&quot;:181.54626083340932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0]}],&quot;text&quot;:&quot;Thermodynamic Scoring&quot;}],&quot;_lastCaretLocation&quot;:{&quot;lineIndex&quot;:0,&quot;runIndex&quot;:-1,&quot;charIndex&quot;:-1,&quot;endOfLine&quot;:true}},&quot;format&quot;:&quot;BETTER_TEXT&quot;,&quot;size&quot;:{&quot;x&quot;:102.18526697267835,&quot;y&quot;:16.972737540451337},&quot;targetSize&quot;:{&quot;x&quot;:102.18526697267835,&quot;y&quot;:16.972737540451337}},&quot;parent&quot;:{&quot;type&quot;:&quot;CHILD&quot;,&quot;parentId&quot;:&quot;b1b79a15-89bb-4873-9c62-004cd164c27d&quot;,&quot;order&quot;:&quot;99999999999999997&quot;},&quot;opacity&quot;:0.28},&quot;4f4d90b0-5079-4f70-93ea-12eb291e846a&quot;:{&quot;type&quot;:&quot;FIGURE_OBJECT&quot;,&quot;id&quot;:&quot;4f4d90b0-5079-4f70-93ea-12eb291e846a&quot;,&quot;relativeTransform&quot;:{&quot;translate&quot;:{&quot;x&quot;:411.16300144328545,&quot;y&quot;:262.28656994028995},&quot;rotate&quot;:0,&quot;skewX&quot;:0,&quot;scale&quot;:{&quot;x&quot;:1,&quot;y&quot;:1}},&quot;opacity&quot;:0.28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67&quot;}},&quot;2974a835-aa2b-43ef-a733-406c80b1d693&quot;:{&quot;id&quot;:&quot;2974a835-aa2b-43ef-a733-406c80b1d693&quot;,&quot;type&quot;:&quot;FIGURE_OBJECT&quot;,&quot;relativeTransform&quot;:{&quot;translate&quot;:{&quot;x&quot;:475.6369744522668,&quot;y&quot;:228.00162185425685},&quot;rotate&quot;:0,&quot;skewX&quot;:0,&quot;scale&quot;:{&quot;x&quot;:1,&quot;y&quot;:1}},&quot;text&quot;:{&quot;textData&quot;:{&quot;lineSpacing&quot;:&quot;normal&quot;,&quot;alignment&quot;:&quot;left&quot;,&quot;lines&quot;:[{&quot;runs&quot;:[{&quot;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,&quot;range&quot;:[0,3]}],&quot;text&quot;:&quot;ΔG&gt;0&quot;,&quot;base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format&quot;:&quot;BETTER_TEXT&quot;,&quot;size&quot;:{&quot;x&quot;:17.486421722543998,&quot;y&quot;:7.300669150331365},&quot;targetSize&quot;:{&quot;x&quot;:17.486421722543998,&quot;y&quot;:7.300669150331365},&quot;verticalAlign&quot;:&quot;TOP&quot;},&quot;parent&quot;:{&quot;type&quot;:&quot;CHILD&quot;,&quot;parentId&quot;:&quot;b1b79a15-89bb-4873-9c62-004cd164c27d&quot;,&quot;order&quot;:&quot;99999999999999985&quot;},&quot;opacity&quot;:0.28},&quot;ad404b30-80ef-4652-b391-c099395a9bf7&quot;:{&quot;type&quot;:&quot;FIGURE_OBJECT&quot;,&quot;id&quot;:&quot;ad404b30-80ef-4652-b391-c099395a9bf7&quot;,&quot;relativeTransform&quot;:{&quot;translate&quot;:{&quot;x&quot;:462.6869085966954,&quot;y&quot;:228.17547371945528},&quot;rotate&quot;:3.141592653589793,&quot;skewX&quot;:0,&quot;scale&quot;:{&quot;x&quot;:1,&quot;y&quot;:1}},&quot;opacity&quot;:0.28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52&quot;}},&quot;5c275731-c2b7-4c20-976c-e9f4df5d95bc&quot;:{&quot;type&quot;:&quot;FIGURE_OBJECT&quot;,&quot;id&quot;:&quot;5c275731-c2b7-4c20-976c-e9f4df5d95bc&quot;,&quot;relativeTransform&quot;:{&quot;translate&quot;:{&quot;x&quot;:411.0210505636628,&quot;y&quot;:204.6157863765514},&quot;rotate&quot;:3.141592653589793,&quot;skewX&quot;:0,&quot;scale&quot;:{&quot;x&quot;:1,&quot;y&quot;:1}},&quot;opacity&quot;:0.28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b1b79a15-89bb-4873-9c62-004cd164c27d&quot;,&quot;order&quot;:&quot;99999999999999955&quot;}},&quot;e65dbaa5-7731-4fbe-a83d-490d32041ff8&quot;:{&quot;type&quot;:&quot;FIGURE_OBJECT&quot;,&quot;id&quot;:&quot;e65dbaa5-7731-4fbe-a83d-490d32041ff8&quot;,&quot;relativeTransform&quot;:{&quot;translate&quot;:{&quot;x&quot;:408.77313009356465,&quot;y&quot;:249.11076520550506},&quot;rotate&quot;:0,&quot;skewX&quot;:0,&quot;scale&quot;:{&quot;x&quot;:1,&quot;y&quot;:1}},&quot;opacity&quot;:0.28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b1b79a15-89bb-4873-9c62-004cd164c27d&quot;,&quot;order&quot;:&quot;99999999999999975&quot;}},&quot;a9ce4889-7502-4054-8c05-a14f4d158129&quot;:{&quot;type&quot;:&quot;FIGURE_OBJECT&quot;,&quot;id&quot;:&quot;a9ce4889-7502-4054-8c05-a14f4d158129&quot;,&quot;relativeTransform&quot;:{&quot;translate&quot;:{&quot;x&quot;:399.5165820104963,&quot;y&quot;:319.9590928188726},&quot;rotate&quot;:-1.570796326794897,&quot;skewX&quot;:0,&quot;scale&quot;:{&quot;x&quot;:1,&quot;y&quot;:1}},&quot;opacity&quot;:0.28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b1b79a15-89bb-4873-9c62-004cd164c27d&quot;,&quot;order&quot;:&quot;9999999999999997&quot;}},&quot;e412d75d-cd75-4894-a9ba-bb54e3d57c8e&quot;:{&quot;type&quot;:&quot;FIGURE_OBJECT&quot;,&quot;id&quot;:&quot;e412d75d-cd75-4894-a9ba-bb54e3d57c8e&quot;,&quot;relativeTransform&quot;:{&quot;translate&quot;:{&quot;x&quot;:383.3909484785978,&quot;y&quot;:262.9360506357998},&quot;rotate&quot;:-2.4492935982947064e-16,&quot;skewX&quot;:0,&quot;scale&quot;:{&quot;x&quot;:1,&quot;y&quot;:1}},&quot;opacity&quot;:0.28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b1b79a15-89bb-4873-9c62-004cd164c27d&quot;,&quot;order&quot;:&quot;9999999999999998&quot;}},&quot;82556089-648d-42bc-9049-f390efee0f99&quot;:{&quot;type&quot;:&quot;FIGURE_OBJECT&quot;,&quot;id&quot;:&quot;82556089-648d-42bc-9049-f390efee0f99&quot;,&quot;relativeTransform&quot;:{&quot;translate&quot;:{&quot;x&quot;:437.6588821887366,&quot;y&quot;:237.329388142653},&quot;rotate&quot;:-2.4492935982947064e-16,&quot;skewX&quot;:0,&quot;scale&quot;:{&quot;x&quot;:1,&quot;y&quot;:1}},&quot;opacity&quot;:0.28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b1b79a15-89bb-4873-9c62-004cd164c27d&quot;,&quot;order&quot;:&quot;9999999999999996&quot;}},&quot;8bcd5eeb-d92c-4fe3-ba2c-87eb8fcc61f5&quot;:{&quot;type&quot;:&quot;FIGURE_OBJECT&quot;,&quot;id&quot;:&quot;8bcd5eeb-d92c-4fe3-ba2c-87eb8fcc61f5&quot;,&quot;relativeTransform&quot;:{&quot;translate&quot;:{&quot;x&quot;:410.57508103122075,&quot;y&quot;:256.0196877450628},&quot;rotate&quot;:3.141592653589793,&quot;skewX&quot;:0,&quot;scale&quot;:{&quot;x&quot;:1,&quot;y&quot;:1}},&quot;opacity&quot;:0.28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b1b79a15-89bb-4873-9c62-004cd164c27d&quot;,&quot;order&quot;:&quot;99999999999999977&quot;}},&quot;9693b52d-1f5a-4096-a78b-d8153237c1d8&quot;:{&quot;id&quot;:&quot;9693b52d-1f5a-4096-a78b-d8153237c1d8&quot;,&quot;type&quot;:&quot;FIGURE_OBJECT&quot;,&quot;relativeTransform&quot;:{&quot;translate&quot;:{&quot;x&quot;:355.7274799432668,&quot;y&quot;:230.39282463408955},&quot;rotate&quot;:-1.5707963267948966,&quot;skewX&quot;:0,&quot;scale&quot;:{&quot;x&quot;:1,&quot;y&quot;:1}},&quot;text&quot;:{&quot;textData&quot;:{&quot;lineSpacing&quot;:&quot;half&quot;,&quot;alignment&quot;:&quot;left&quot;,&quot;lines&quot;:[{&quot;runs&quot;:[{&quot;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,&quot;range&quot;:[0,10]}],&quot;text&quot;:&quot;Free energy&quot;,&quot;base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31.499378421380467,&quot;y&quot;:6.031627509525879},&quot;targetSize&quot;:{&quot;x&quot;:31.499378421380467,&quot;y&quot;:6.031627509525879},&quot;verticalAlign&quot;:&quot;TOP&quot;},&quot;parent&quot;:{&quot;type&quot;:&quot;CHILD&quot;,&quot;parentId&quot;:&quot;b1b79a15-89bb-4873-9c62-004cd164c27d&quot;,&quot;order&quot;:&quot;99999999999999957&quot;},&quot;opacity&quot;:0.28},&quot;9b6b497e-0158-4611-84a0-a21b723fb05d&quot;:{&quot;type&quot;:&quot;FIGURE_OBJECT&quot;,&quot;id&quot;:&quot;9b6b497e-0158-4611-84a0-a21b723fb05d&quot;,&quot;relativeTransform&quot;:{&quot;translate&quot;:{&quot;x&quot;:406.36308091556714,&quot;y&quot;:245.64381390284933},&quot;rotate&quot;:0,&quot;skewX&quot;:0,&quot;scale&quot;:{&quot;x&quot;:1,&quot;y&quot;:1}},&quot;opacity&quot;:0.28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5&quot;}},&quot;b2a4f568-c2d7-4947-bba9-2d898f8ac9f9&quot;:{&quot;type&quot;:&quot;FIGURE_OBJECT&quot;,&quot;id&quot;:&quot;b2a4f568-c2d7-4947-bba9-2d898f8ac9f9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11b0f35e-411b-4b11-93db-aa97f4c42756&quot;,&quot;coordinates&quot;:{&quot;x&quot;:1,&quot;y&quot;:0.5070653408197099}}}},&quot;8ec91097-e4a3-49c8-bef9-e994bbb59bc0&quot;:{&quot;id&quot;:&quot;8ec91097-e4a3-49c8-bef9-e994bbb59bc0&quot;,&quot;type&quot;:&quot;FIGURE_OBJECT&quot;,&quot;relativeTransform&quot;:{&quot;translate&quot;:{&quot;x&quot;:196.20485607923138,&quot;y&quot;:234.72804892531101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4]}],&quot;text&quot;:&quot;ipTM 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]}],&quot;text&quot;:&quot;PAE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4]}],&quot;text&quot;:&quot;pLDDT&quot;,&quot;base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}],&quot;_lastCaretLocation&quot;:{&quot;lineIndex&quot;:2,&quot;runIndex&quot;:0,&quot;charIndex&quot;:3}},&quot;format&quot;:&quot;BETTER_TEXT&quot;,&quot;size&quot;:{&quot;x&quot;:70.62336943604143,&quot;y&quot;:33},&quot;targetSize&quot;:{&quot;x&quot;:70.62336943604143,&quot;y&quot;:12.90175354768527}},&quot;parent&quot;:{&quot;type&quot;:&quot;CHILD&quot;,&quot;parentId&quot;:&quot;b1b79a15-89bb-4873-9c62-004cd164c27d&quot;,&quot;order&quot;:&quot;999999999999999&quot;},&quot;opacity&quot;:0.28},&quot;26a15adb-59d7-496f-8d31-546f4065baf1&quot;:{&quot;id&quot;:&quot;26a15adb-59d7-496f-8d31-546f4065baf1&quot;,&quot;type&quot;:&quot;FIGURE_OBJECT&quot;,&quot;relativeTransform&quot;:{&quot;translate&quot;:{&quot;x&quot;:254.91011192842944,&quot;y&quot;:182.6728835404047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5]}],&quot;text&quot;:&quot;Top-scoring pHLA&quot;}],&quot;_lastCaretLocation&quot;:{&quot;lineIndex&quot;:0,&quot;runIndex&quot;:-1,&quot;charIndex&quot;:-1,&quot;endOfLine&quot;:true}},&quot;format&quot;:&quot;BETTER_TEXT&quot;,&quot;size&quot;:{&quot;x&quot;:85.5163255634375,&quot;y&quot;:15.621410315426854},&quot;targetSize&quot;:{&quot;x&quot;:85.5163255634375,&quot;y&quot;:15.621410315426854}},&quot;parent&quot;:{&quot;type&quot;:&quot;CHILD&quot;,&quot;parentId&quot;:&quot;b1b79a15-89bb-4873-9c62-004cd164c27d&quot;,&quot;order&quot;:&quot;999999999999998&quot;},&quot;opacity&quot;:0.28},&quot;11b0f35e-411b-4b11-93db-aa97f4c42756&quot;:{&quot;id&quot;:&quot;11b0f35e-411b-4b11-93db-aa97f4c42756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b1b79a15-89bb-4873-9c62-004cd164c27d&quot;,&quot;order&quot;:&quot;999999999999997&quot;},&quot;opacity&quot;:0.28},&quot;2fdba441-f666-4a29-9e67-1da90090291d&quot;:{&quot;type&quot;:&quot;FIGURE_OBJECT&quot;,&quot;id&quot;:&quot;2fdba441-f666-4a29-9e67-1da90090291d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11b0f35e-411b-4b11-93db-aa97f4c42756&quot;,&quot;coordinates&quot;:{&quot;x&quot;:0,&quot;y&quot;:1}}}},&quot;cd52e339-be80-4b53-a895-82a31bd4102a&quot;:{&quot;type&quot;:&quot;FIGURE_OBJECT&quot;,&quot;id&quot;:&quot;cd52e339-be80-4b53-a895-82a31bd4102a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&quot;},&quot;connectorInfo&quot;:{&quot;connectedObjectAtLineEnd&quot;:{&quot;objectId&quot;:&quot;11b0f35e-411b-4b11-93db-aa97f4c42756&quot;,&quot;coordinates&quot;:{&quot;x&quot;:0,&quot;y&quot;:0}},&quot;type&quot;:&quot;LINE&quot;,&quot;offset&quot;:{&quot;x&quot;:0,&quot;y&quot;:0},&quot;bending&quot;:0.1,&quot;customized&quot;:false}},&quot;a6e033f7-1bef-4929-ad84-9474194e4a80&quot;:{&quot;id&quot;:&quot;a6e033f7-1bef-4929-ad84-9474194e4a80&quot;,&quot;type&quot;:&quot;FIGURE_OBJECT&quot;,&quot;relativeTransform&quot;:{&quot;translate&quot;:{&quot;x&quot;:46.18492663269919,&quot;y&quot;:236.16902207950324},&quot;rotate&quot;:-2.449293598294707e-16,&quot;skewX&quot;:9.284996427990465e-31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]}],&quot;text&quot;:&quot;AF3&quot;}],&quot;_lastCaretLocation&quot;:{&quot;lineIndex&quot;:0,&quot;runIndex&quot;:-1,&quot;charIndex&quot;:-1,&quot;endOfLine&quot;:true}},&quot;format&quot;:&quot;BETTER_TEXT&quot;,&quot;size&quot;:{&quot;x&quot;:30.446109923090123,&quot;y&quot;:12.90175354768527},&quot;targetSize&quot;:{&quot;x&quot;:30.446109923090123,&quot;y&quot;:12.90175354768527}},&quot;parent&quot;:{&quot;type&quot;:&quot;CHILD&quot;,&quot;parentId&quot;:&quot;b1b79a15-89bb-4873-9c62-004cd164c27d&quot;,&quot;order&quot;:&quot;99999999999998&quot;},&quot;opacity&quot;:0.28},&quot;39f542d0-afef-449f-bb11-c697473be574&quot;:{&quot;type&quot;:&quot;FIGURE_OBJECT&quot;,&quot;id&quot;:&quot;39f542d0-afef-449f-bb11-c697473be574&quot;,&quot;parent&quot;:{&quot;type&quot;:&quot;CHILD&quot;,&quot;parentId&quot;:&quot;b1b79a15-89bb-4873-9c62-004cd164c27d&quot;,&quot;order&quot;:&quot;99999999999997&quot;},&quot;relativeTransform&quot;:{&quot;translate&quot;:{&quot;x&quot;:28.420696223332826,&quot;y&quot;:156.62166970378425},&quot;rotate&quot;:0,&quot;skewX&quot;:0,&quot;scale&quot;:{&quot;x&quot;:1,&quot;y&quot;:1}},&quot;opacity&quot;:0.28},&quot;cfc94758-b367-4b4d-938d-5509301e0436&quot;:{&quot;type&quot;:&quot;FIGURE_OBJECT&quot;,&quot;id&quot;:&quot;cfc94758-b367-4b4d-938d-5509301e0436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39f542d0-afef-449f-bb11-c697473be574&quot;,&quot;order&quot;:&quot;7&quot;},&quot;connectorInfo&quot;:{&quot;type&quot;:&quot;CUBIC&quot;,&quot;offset&quot;:{&quot;x&quot;:0,&quot;y&quot;:0},&quot;bending&quot;:0.1,&quot;customized&quot;:true}},&quot;d283d3d6-8aab-4b11-988c-f33aa5a3adea&quot;:{&quot;type&quot;:&quot;FIGURE_OBJECT&quot;,&quot;id&quot;:&quot;d283d3d6-8aab-4b11-988c-f33aa5a3adea&quot;,&quot;parent&quot;:{&quot;type&quot;:&quot;CHILD&quot;,&quot;parentId&quot;:&quot;39f542d0-afef-449f-bb11-c697473be574&quot;,&quot;order&quot;:&quot;1&quot;},&quot;relativeTransform&quot;:{&quot;translate&quot;:{&quot;x&quot;:82.82888947334816,&quot;y&quot;:134.96523233868172},&quot;rotate&quot;:0}},&quot;fbba29c2-7f82-43c4-b8bb-97af7a68289e&quot;:{&quot;type&quot;:&quot;FIGURE_OBJECT&quot;,&quot;id&quot;:&quot;fbba29c2-7f82-43c4-b8bb-97af7a68289e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283d3d6-8aab-4b11-988c-f33aa5a3adea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3d264a53-5730-4004-96c5-9671edbc98b1&quot;:{&quot;type&quot;:&quot;FIGURE_OBJECT&quot;,&quot;id&quot;:&quot;3d264a53-5730-4004-96c5-9671edbc98b1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d283d3d6-8aab-4b11-988c-f33aa5a3adea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2f87a6f9-0fcd-44bd-839d-4da964873a6f&quot;:{&quot;type&quot;:&quot;FIGURE_OBJECT&quot;,&quot;id&quot;:&quot;2f87a6f9-0fcd-44bd-839d-4da964873a6f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d283d3d6-8aab-4b11-988c-f33aa5a3adea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89d51256-0ac3-4189-9f5b-0ffd53415f39&quot;:{&quot;type&quot;:&quot;FIGURE_OBJECT&quot;,&quot;id&quot;:&quot;89d51256-0ac3-4189-9f5b-0ffd53415f39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d283d3d6-8aab-4b11-988c-f33aa5a3adea&quot;,&quot;order&quot;:&quot;1&quot;}},&quot;56d54914-87f1-4b2c-8cdb-22a140206ce0&quot;:{&quot;type&quot;:&quot;FIGURE_OBJECT&quot;,&quot;id&quot;:&quot;56d54914-87f1-4b2c-8cdb-22a140206ce0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283d3d6-8aab-4b11-988c-f33aa5a3adea&quot;,&quot;order&quot;:&quot;3&quot;}},&quot;2a936edc-5904-4adf-8f22-a9424fcd2885&quot;:{&quot;id&quot;:&quot;2a936edc-5904-4adf-8f22-a9424fcd2885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283d3d6-8aab-4b11-988c-f33aa5a3adea&quot;,&quot;order&quot;:&quot;6&quot;},&quot;styles&quot;:{&quot;editable&quot;:[{&quot;styleName&quot;:&quot;MONOCHROME_COLOR&quot;,&quot;index&quot;:0,&quot;color&quot;:&quot;#FF8E8F&quot;}]},&quot;isLocked&quot;:false},&quot;8620a09b-3cc1-40b5-bf14-a9751a174174&quot;:{&quot;id&quot;:&quot;8620a09b-3cc1-40b5-bf14-a9751a174174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283d3d6-8aab-4b11-988c-f33aa5a3adea&quot;,&quot;order&quot;:&quot;7&quot;},&quot;styles&quot;:{&quot;editable&quot;:[{&quot;styleName&quot;:&quot;MONOCHROME_COLOR&quot;,&quot;index&quot;:0,&quot;color&quot;:&quot;#0F99DC&quot;}]},&quot;isLocked&quot;:false},&quot;7c37ebb5-e43f-4501-a91a-67a2b021b483&quot;:{&quot;id&quot;:&quot;7c37ebb5-e43f-4501-a91a-67a2b021b483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39f542d0-afef-449f-bb11-c697473be574&quot;,&quot;order&quot;:&quot;5&quot;},&quot;isLocked&quot;:false},&quot;056a55bc-4393-4bea-bdbe-abaac9b1faa6&quot;:{&quot;id&quot;:&quot;056a55bc-4393-4bea-bdbe-abaac9b1faa6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39f542d0-afef-449f-bb11-c697473be574&quot;,&quot;order&quot;:&quot;2&quot;},&quot;isLocked&quot;:false},&quot;8b5b4c8a-b95e-4040-9709-072ef98d6fec&quot;:{&quot;type&quot;:&quot;FIGURE_OBJECT&quot;,&quot;id&quot;:&quot;8b5b4c8a-b95e-4040-9709-072ef98d6fec&quot;,&quot;parent&quot;:{&quot;type&quot;:&quot;CHILD&quot;,&quot;parentId&quot;:&quot;b1b79a15-89bb-4873-9c62-004cd164c27d&quot;,&quot;order&quot;:&quot;99999999999995&quot;},&quot;relativeTransform&quot;:{&quot;translate&quot;:{&quot;x&quot;:26.559274982466334,&quot;y&quot;:95.05935852773737},&quot;rotate&quot;:0,&quot;skewX&quot;:0,&quot;scale&quot;:{&quot;x&quot;:1,&quot;y&quot;:1}},&quot;opacity&quot;:0.28},&quot;4dadf3ee-0c79-42d0-b026-be90d648ce23&quot;:{&quot;type&quot;:&quot;FIGURE_OBJECT&quot;,&quot;id&quot;:&quot;4dadf3ee-0c79-42d0-b026-be90d648ce23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8b5b4c8a-b95e-4040-9709-072ef98d6fec&quot;,&quot;order&quot;:&quot;7&quot;},&quot;connectorInfo&quot;:{&quot;type&quot;:&quot;CUBIC&quot;,&quot;offset&quot;:{&quot;x&quot;:0,&quot;y&quot;:0},&quot;bending&quot;:0.1,&quot;customized&quot;:true}},&quot;d5cb359a-f26f-4289-a85d-654067703b58&quot;:{&quot;type&quot;:&quot;FIGURE_OBJECT&quot;,&quot;id&quot;:&quot;d5cb359a-f26f-4289-a85d-654067703b58&quot;,&quot;parent&quot;:{&quot;type&quot;:&quot;CHILD&quot;,&quot;parentId&quot;:&quot;8b5b4c8a-b95e-4040-9709-072ef98d6fec&quot;,&quot;order&quot;:&quot;1&quot;},&quot;relativeTransform&quot;:{&quot;translate&quot;:{&quot;x&quot;:82.82888947334816,&quot;y&quot;:134.96523233868172},&quot;rotate&quot;:0}},&quot;e7fb2518-9fe5-4d4d-98b6-373ce2a72b92&quot;:{&quot;type&quot;:&quot;FIGURE_OBJECT&quot;,&quot;id&quot;:&quot;e7fb2518-9fe5-4d4d-98b6-373ce2a72b92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5cb359a-f26f-4289-a85d-654067703b58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c743b71b-3dcb-431d-a133-d0bacbfa1442&quot;:{&quot;type&quot;:&quot;FIGURE_OBJECT&quot;,&quot;id&quot;:&quot;c743b71b-3dcb-431d-a133-d0bacbfa1442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d5cb359a-f26f-4289-a85d-654067703b58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6901699a-973f-4f69-8dc2-6b2616588dfa&quot;:{&quot;type&quot;:&quot;FIGURE_OBJECT&quot;,&quot;id&quot;:&quot;6901699a-973f-4f69-8dc2-6b2616588dfa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d5cb359a-f26f-4289-a85d-654067703b58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c1609c6d-cc1f-4e54-aa31-6e86653c8b75&quot;:{&quot;type&quot;:&quot;FIGURE_OBJECT&quot;,&quot;id&quot;:&quot;c1609c6d-cc1f-4e54-aa31-6e86653c8b75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d5cb359a-f26f-4289-a85d-654067703b58&quot;,&quot;order&quot;:&quot;1&quot;}},&quot;7cd42150-17a4-4bd3-98ff-73ce5947b6fb&quot;:{&quot;type&quot;:&quot;FIGURE_OBJECT&quot;,&quot;id&quot;:&quot;7cd42150-17a4-4bd3-98ff-73ce5947b6fb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5cb359a-f26f-4289-a85d-654067703b58&quot;,&quot;order&quot;:&quot;3&quot;}},&quot;976b3c6b-bb6c-4845-a9bd-b8cdd4340173&quot;:{&quot;id&quot;:&quot;976b3c6b-bb6c-4845-a9bd-b8cdd4340173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5cb359a-f26f-4289-a85d-654067703b58&quot;,&quot;order&quot;:&quot;6&quot;},&quot;styles&quot;:{&quot;editable&quot;:[{&quot;styleName&quot;:&quot;MONOCHROME_COLOR&quot;,&quot;index&quot;:0,&quot;color&quot;:&quot;#FF8E8F&quot;}]},&quot;isLocked&quot;:false},&quot;853d37ad-476a-42be-862e-65a7e6d15147&quot;:{&quot;id&quot;:&quot;853d37ad-476a-42be-862e-65a7e6d15147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5cb359a-f26f-4289-a85d-654067703b58&quot;,&quot;order&quot;:&quot;7&quot;},&quot;styles&quot;:{&quot;editable&quot;:[{&quot;styleName&quot;:&quot;MONOCHROME_COLOR&quot;,&quot;index&quot;:0,&quot;color&quot;:&quot;#0F99DC&quot;}]},&quot;isLocked&quot;:false},&quot;256f4f1c-7c70-4d45-aada-94cfadca8418&quot;:{&quot;id&quot;:&quot;256f4f1c-7c70-4d45-aada-94cfadca8418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b5b4c8a-b95e-4040-9709-072ef98d6fec&quot;,&quot;order&quot;:&quot;5&quot;},&quot;isLocked&quot;:false},&quot;3ddd8cdc-04f9-4eba-873b-d16b45d45310&quot;:{&quot;id&quot;:&quot;3ddd8cdc-04f9-4eba-873b-d16b45d45310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b5b4c8a-b95e-4040-9709-072ef98d6fec&quot;,&quot;order&quot;:&quot;2&quot;},&quot;isLocked&quot;:false},&quot;b07738c0-5ee3-4f41-9bd1-ed1073138171&quot;:{&quot;type&quot;:&quot;FIGURE_OBJECT&quot;,&quot;id&quot;:&quot;b07738c0-5ee3-4f41-9bd1-ed1073138171&quot;,&quot;parent&quot;:{&quot;type&quot;:&quot;CHILD&quot;,&quot;parentId&quot;:&quot;b1b79a15-89bb-4873-9c62-004cd164c27d&quot;,&quot;order&quot;:&quot;9999999999999&quot;},&quot;relativeTransform&quot;:{&quot;translate&quot;:{&quot;x&quot;:26.559062742643732,&quot;y&quot;:35.37817285956762},&quot;rotate&quot;:0,&quot;skewX&quot;:0,&quot;scale&quot;:{&quot;x&quot;:1,&quot;y&quot;:1}},&quot;opacity&quot;:0.28},&quot;0567a85f-f985-43df-91d3-8aa094b29237&quot;:{&quot;type&quot;:&quot;FIGURE_OBJECT&quot;,&quot;id&quot;:&quot;0567a85f-f985-43df-91d3-8aa094b29237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b07738c0-5ee3-4f41-9bd1-ed1073138171&quot;,&quot;order&quot;:&quot;7&quot;},&quot;connectorInfo&quot;:{&quot;type&quot;:&quot;CUBIC&quot;,&quot;offset&quot;:{&quot;x&quot;:0,&quot;y&quot;:0},&quot;bending&quot;:0.1,&quot;customized&quot;:true}},&quot;ab481f33-7090-4b26-9ff5-4b81c214c756&quot;:{&quot;type&quot;:&quot;FIGURE_OBJECT&quot;,&quot;id&quot;:&quot;ab481f33-7090-4b26-9ff5-4b81c214c756&quot;,&quot;parent&quot;:{&quot;type&quot;:&quot;CHILD&quot;,&quot;parentId&quot;:&quot;b07738c0-5ee3-4f41-9bd1-ed1073138171&quot;,&quot;order&quot;:&quot;1&quot;},&quot;relativeTransform&quot;:{&quot;translate&quot;:{&quot;x&quot;:82.82888947334816,&quot;y&quot;:134.96523233868172},&quot;rotate&quot;:0}},&quot;af2673fd-c89a-4937-a433-de3701da35f4&quot;:{&quot;type&quot;:&quot;FIGURE_OBJECT&quot;,&quot;id&quot;:&quot;af2673fd-c89a-4937-a433-de3701da35f4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b481f33-7090-4b26-9ff5-4b81c214c756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481b8665-6e07-4f55-a982-5a95a5c45036&quot;:{&quot;type&quot;:&quot;FIGURE_OBJECT&quot;,&quot;id&quot;:&quot;481b8665-6e07-4f55-a982-5a95a5c45036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ab481f33-7090-4b26-9ff5-4b81c214c756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0ad31688-a08a-4848-844f-544d23d81b87&quot;:{&quot;type&quot;:&quot;FIGURE_OBJECT&quot;,&quot;id&quot;:&quot;0ad31688-a08a-4848-844f-544d23d81b87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ab481f33-7090-4b26-9ff5-4b81c214c756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a7f1e49c-df31-4e1f-846f-04e5e774a70e&quot;:{&quot;type&quot;:&quot;FIGURE_OBJECT&quot;,&quot;id&quot;:&quot;a7f1e49c-df31-4e1f-846f-04e5e774a70e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ab481f33-7090-4b26-9ff5-4b81c214c756&quot;,&quot;order&quot;:&quot;1&quot;}},&quot;cba56490-fbac-4026-89d6-f4a8dda37e8e&quot;:{&quot;type&quot;:&quot;FIGURE_OBJECT&quot;,&quot;id&quot;:&quot;cba56490-fbac-4026-89d6-f4a8dda37e8e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b481f33-7090-4b26-9ff5-4b81c214c756&quot;,&quot;order&quot;:&quot;3&quot;}},&quot;8e8050d9-e036-4d2d-bb53-ade131e5a032&quot;:{&quot;id&quot;:&quot;8e8050d9-e036-4d2d-bb53-ade131e5a032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b481f33-7090-4b26-9ff5-4b81c214c756&quot;,&quot;order&quot;:&quot;6&quot;},&quot;styles&quot;:{&quot;editable&quot;:[{&quot;styleName&quot;:&quot;MONOCHROME_COLOR&quot;,&quot;index&quot;:0,&quot;color&quot;:&quot;#FF8E8F&quot;}]},&quot;isLocked&quot;:false},&quot;0af59860-a1ac-4694-8ebb-cafab59d3194&quot;:{&quot;id&quot;:&quot;0af59860-a1ac-4694-8ebb-cafab59d3194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b481f33-7090-4b26-9ff5-4b81c214c756&quot;,&quot;order&quot;:&quot;7&quot;},&quot;styles&quot;:{&quot;editable&quot;:[{&quot;styleName&quot;:&quot;MONOCHROME_COLOR&quot;,&quot;index&quot;:0,&quot;color&quot;:&quot;#0F99DC&quot;}]},&quot;isLocked&quot;:false},&quot;3976b30d-9a1e-403a-8c5f-d14fe6779755&quot;:{&quot;id&quot;:&quot;3976b30d-9a1e-403a-8c5f-d14fe6779755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b07738c0-5ee3-4f41-9bd1-ed1073138171&quot;,&quot;order&quot;:&quot;5&quot;},&quot;isLocked&quot;:false},&quot;dcfed029-aa4b-4305-9478-cd7026de8f30&quot;:{&quot;id&quot;:&quot;dcfed029-aa4b-4305-9478-cd7026de8f30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b07738c0-5ee3-4f41-9bd1-ed1073138171&quot;,&quot;order&quot;:&quot;2&quot;},&quot;isLocked&quot;:false},&quot;4bfb00cc-1843-4640-80a8-89c9f31de7a7&quot;:{&quot;id&quot;:&quot;4bfb00cc-1843-4640-80a8-89c9f31de7a7&quot;,&quot;type&quot;:&quot;FIGURE_OBJECT&quot;,&quot;relativeTransform&quot;:{&quot;translate&quot;:{&quot;x&quot;:-16.837319145315174,&quot;y&quot;:167.2584366017678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32]}],&quot;text&quot;:&quot;Candidate Peptides from Phase III&quot;}],&quot;_lastCaretLocation&quot;:{&quot;lineIndex&quot;:0,&quot;runIndex&quot;:-1,&quot;charIndex&quot;:-1,&quot;endOfLine&quot;:true}},&quot;format&quot;:&quot;BETTER_TEXT&quot;,&quot;size&quot;:{&quot;x&quot;:85.5163255634375,&quot;y&quot;:22.379089265119138},&quot;targetSize&quot;:{&quot;x&quot;:85.5163255634375,&quot;y&quot;:22.379089265119138}},&quot;parent&quot;:{&quot;type&quot;:&quot;CHILD&quot;,&quot;parentId&quot;:&quot;b1b79a15-89bb-4873-9c62-004cd164c27d&quot;,&quot;order&quot;:&quot;9999999999997&quot;},&quot;opacity&quot;:0.28},&quot;004eb5d5-3beb-4030-a9f3-b55c1645990a&quot;:{&quot;id&quot;:&quot;004eb5d5-3beb-4030-a9f3-b55c1645990a&quot;,&quot;type&quot;:&quot;FIGURE_OBJECT&quot;,&quot;relativeTransform&quot;:{&quot;translate&quot;:{&quot;x&quot;:-18.261049999295437,&quot;y&quot;:296.76217973366323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0]}],&quot;text&quot;:&quot;HLA-A*02:01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b1b79a15-89bb-4873-9c62-004cd164c27d&quot;,&quot;order&quot;:&quot;9999999999995&quot;},&quot;opacity&quot;:0.28},&quot;9fa06467-55b7-4af7-b44b-d6ba704e58a8&quot;:{&quot;type&quot;:&quot;FIGURE_OBJECT&quot;,&quot;id&quot;:&quot;9fa06467-55b7-4af7-b44b-d6ba704e58a8&quot;,&quot;relativeTransform&quot;:{&quot;translate&quot;:{&quot;x&quot;:4.866038401088101,&quot;y&quot;:200.8093392738215},&quot;rotate&quot;:2.4657944107428795,&quot;skewX&quot;:0,&quot;scale&quot;:{&quot;x&quot;:1,&quot;y&quot;:1}},&quot;opacity&quot;:0.28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b1b79a15-89bb-4873-9c62-004cd164c27d&quot;,&quot;order&quot;:&quot;999999999999&quot;}},&quot;371f6513-9d3b-4c44-8a9c-c2f28e9c9970&quot;:{&quot;type&quot;:&quot;FIGURE_OBJECT&quot;,&quot;id&quot;:&quot;371f6513-9d3b-4c44-8a9c-c2f28e9c9970&quot;,&quot;relativeTransform&quot;:{&quot;translate&quot;:{&quot;x&quot;:-40.16846732518931,&quot;y&quot;:202.20048008950235},&quot;rotate&quot;:0,&quot;skewX&quot;:0,&quot;scale&quot;:{&quot;x&quot;:1,&quot;y&quot;:1}},&quot;opacity&quot;:0.28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b1b79a15-89bb-4873-9c62-004cd164c27d&quot;,&quot;order&quot;:&quot;9999999999988&quot;}},&quot;8c1e85c2-2584-40ed-8bc1-f7c906c54c07&quot;:{&quot;type&quot;:&quot;FIGURE_OBJECT&quot;,&quot;id&quot;:&quot;8c1e85c2-2584-40ed-8bc1-f7c906c54c07&quot;,&quot;relativeTransform&quot;:{&quot;translate&quot;:{&quot;x&quot;:-15.175993706673184,&quot;y&quot;:192.0219208225249},&quot;rotate&quot;:-0.4413105726068125,&quot;skewX&quot;:0,&quot;scale&quot;:{&quot;x&quot;:1,&quot;y&quot;:1}},&quot;opacity&quot;:0.28,&quot;path&quot;:{&quot;type&quot;:&quot;POLY_LINE&quot;,&quot;points&quot;:[{&quot;x&quot;:10.258905163828206,&quot;y&quot;:3.102795738977075},{&quot;x&quot;:5.284890538941804,&quot;y&quot;:-3.1008837282934567},{&quot;x&quot;:-0.3108759140554002,&quot;y&quot;:2.494882724703746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b1b79a15-89bb-4873-9c62-004cd164c27d&quot;,&quot;order&quot;:&quot;9999999999987&quot;}},&quot;e3d57661-8339-4476-890b-dd3694e2c9f3&quot;:{&quot;type&quot;:&quot;FIGURE_OBJECT&quot;,&quot;id&quot;:&quot;e3d57661-8339-4476-890b-dd3694e2c9f3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0.28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b1b79a15-89bb-4873-9c62-004cd164c27d&quot;,&quot;order&quot;:&quot;9999999999986&quot;}},&quot;3cbe9a6f-e9c4-46ef-ba95-b935bbbaf1ea&quot;:{&quot;type&quot;:&quot;FIGURE_OBJECT&quot;,&quot;id&quot;:&quot;3cbe9a6f-e9c4-46ef-ba95-b935bbbaf1ea&quot;,&quot;parent&quot;:{&quot;type&quot;:&quot;CHILD&quot;,&quot;parentId&quot;:&quot;b1b79a15-89bb-4873-9c62-004cd164c27d&quot;,&quot;order&quot;:&quot;99999999998&quot;},&quot;relativeTransform&quot;:{&quot;translate&quot;:{&quot;x&quot;:27.327192973110066,&quot;y&quot;:-26.0373139648472},&quot;rotate&quot;:0,&quot;skewX&quot;:0,&quot;scale&quot;:{&quot;x&quot;:1,&quot;y&quot;:1}},&quot;opacity&quot;:0.16},&quot;72aef949-fb0b-472e-8b5c-a445b6082088&quot;:{&quot;type&quot;:&quot;FIGURE_OBJECT&quot;,&quot;id&quot;:&quot;72aef949-fb0b-472e-8b5c-a445b6082088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7&quot;}},&quot;1e493be2-22ef-41c2-aeb2-4d2e980b3886&quot;:{&quot;type&quot;:&quot;FIGURE_OBJECT&quot;,&quot;id&quot;:&quot;1e493be2-22ef-41c2-aeb2-4d2e980b3886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5&quot;}},&quot;4de0ee5e-60e0-4a13-a8b1-6758a351220f&quot;:{&quot;type&quot;:&quot;FIGURE_OBJECT&quot;,&quot;id&quot;:&quot;4de0ee5e-60e0-4a13-a8b1-6758a351220f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2&quot;}},&quot;28495200-bd94-4688-ba86-4f0f6a5ea5c0&quot;:{&quot;type&quot;:&quot;FIGURE_OBJECT&quot;,&quot;id&quot;:&quot;28495200-bd94-4688-ba86-4f0f6a5ea5c0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&quot;}},&quot;34b291b8-6a37-485f-a60b-a4ec5314cde5&quot;:{&quot;type&quot;:&quot;FIGURE_OBJECT&quot;,&quot;id&quot;:&quot;34b291b8-6a37-485f-a60b-a4ec5314cde5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7&quot;}},&quot;38c40461-9950-4b50-b478-c44f1745bc31&quot;:{&quot;type&quot;:&quot;FIGURE_OBJECT&quot;,&quot;id&quot;:&quot;38c40461-9950-4b50-b478-c44f1745bc31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5&quot;}},&quot;23879277-38df-4f60-89fe-e2ead1650571&quot;:{&quot;type&quot;:&quot;FIGURE_OBJECT&quot;,&quot;id&quot;:&quot;23879277-38df-4f60-89fe-e2ead1650571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2&quot;}},&quot;344182f0-e4bb-408e-82c6-52fb2d020fcd&quot;:{&quot;type&quot;:&quot;FIGURE_OBJECT&quot;,&quot;id&quot;:&quot;344182f0-e4bb-408e-82c6-52fb2d020fcd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&quot;}},&quot;5b5ac34a-d667-4c28-a230-6778648ebafc&quot;:{&quot;type&quot;:&quot;FIGURE_OBJECT&quot;,&quot;id&quot;:&quot;5b5ac34a-d667-4c28-a230-6778648ebafc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78&quot;}},&quot;3baef89f-d41a-443f-a4b5-0ece18b78c9c&quot;:{&quot;type&quot;:&quot;FIGURE_OBJECT&quot;,&quot;id&quot;:&quot;3baef89f-d41a-443f-a4b5-0ece18b78c9c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3cbe9a6f-e9c4-46ef-ba95-b935bbbaf1ea&quot;,&quot;order&quot;:&quot;77&quot;}},&quot;04d991c8-647e-4efa-8938-0bbd46cd2e21&quot;:{&quot;type&quot;:&quot;FIGURE_OBJECT&quot;,&quot;id&quot;:&quot;04d991c8-647e-4efa-8938-0bbd46cd2e21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6&quot;}},&quot;86ddac27-2613-4035-8dbb-a499b64565b5&quot;:{&quot;type&quot;:&quot;FIGURE_OBJECT&quot;,&quot;id&quot;:&quot;86ddac27-2613-4035-8dbb-a499b64565b5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5&quot;}},&quot;a4e2ac73-d94c-450b-85bd-334b2540b296&quot;:{&quot;type&quot;:&quot;FIGURE_OBJECT&quot;,&quot;id&quot;:&quot;a4e2ac73-d94c-450b-85bd-334b2540b296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3&quot;}},&quot;2a294cc8-33da-4b81-9eb3-6702fd42df23&quot;:{&quot;type&quot;:&quot;FIGURE_OBJECT&quot;,&quot;id&quot;:&quot;2a294cc8-33da-4b81-9eb3-6702fd42df23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2&quot;}},&quot;5f54e3a2-a9e6-4f07-a6f7-6ad5cf34b270&quot;:{&quot;type&quot;:&quot;FIGURE_OBJECT&quot;,&quot;id&quot;:&quot;5f54e3a2-a9e6-4f07-a6f7-6ad5cf34b270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1&quot;}},&quot;15a5d778-82d3-497d-b884-86650d764f50&quot;:{&quot;type&quot;:&quot;FIGURE_OBJECT&quot;,&quot;id&quot;:&quot;15a5d778-82d3-497d-b884-86650d764f50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&quot;}},&quot;d940acbe-cac2-4ec7-adc4-e59e257b7b66&quot;:{&quot;type&quot;:&quot;FIGURE_OBJECT&quot;,&quot;id&quot;:&quot;d940acbe-cac2-4ec7-adc4-e59e257b7b66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8&quot;}},&quot;1c667be3-081a-4b33-9ba8-e692c68c1cb4&quot;:{&quot;type&quot;:&quot;FIGURE_OBJECT&quot;,&quot;id&quot;:&quot;1c667be3-081a-4b33-9ba8-e692c68c1cb4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7&quot;}},&quot;07a4b8ea-c9fa-4d98-9b9e-6476e0ca6178&quot;:{&quot;type&quot;:&quot;FIGURE_OBJECT&quot;,&quot;id&quot;:&quot;07a4b8ea-c9fa-4d98-9b9e-6476e0ca6178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6&quot;}},&quot;1042617b-c5b6-4f16-b6ac-d6d68ab214ba&quot;:{&quot;type&quot;:&quot;FIGURE_OBJECT&quot;,&quot;id&quot;:&quot;1042617b-c5b6-4f16-b6ac-d6d68ab214ba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5&quot;}},&quot;c7c8e2e9-19b5-4428-82d5-a8fda6d6a07c&quot;:{&quot;type&quot;:&quot;FIGURE_OBJECT&quot;,&quot;id&quot;:&quot;c7c8e2e9-19b5-4428-82d5-a8fda6d6a07c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3&quot;}},&quot;76bccc95-f03e-494f-b586-d76cbbd008a3&quot;:{&quot;type&quot;:&quot;FIGURE_OBJECT&quot;,&quot;id&quot;:&quot;76bccc95-f03e-494f-b586-d76cbbd008a3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2&quot;}},&quot;cc1fd80e-cbfc-4f2e-8164-568fe19e4288&quot;:{&quot;type&quot;:&quot;FIGURE_OBJECT&quot;,&quot;id&quot;:&quot;cc1fd80e-cbfc-4f2e-8164-568fe19e4288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1&quot;}},&quot;8eddcc5b-49ae-47b1-948e-dbc047b413a2&quot;:{&quot;type&quot;:&quot;FIGURE_OBJECT&quot;,&quot;id&quot;:&quot;8eddcc5b-49ae-47b1-948e-dbc047b413a2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&quot;}},&quot;1b8e7a9a-9fc2-4acc-af75-595d76b094bb&quot;:{&quot;type&quot;:&quot;FIGURE_OBJECT&quot;,&quot;id&quot;:&quot;1b8e7a9a-9fc2-4acc-af75-595d76b094bb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8&quot;}},&quot;2989ebc5-8805-438c-ac3c-d6e01de2d0ac&quot;:{&quot;type&quot;:&quot;FIGURE_OBJECT&quot;,&quot;id&quot;:&quot;2989ebc5-8805-438c-ac3c-d6e01de2d0ac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7&quot;}},&quot;b8988d30-0042-4ec8-9b47-c9eadaee9120&quot;:{&quot;type&quot;:&quot;FIGURE_OBJECT&quot;,&quot;id&quot;:&quot;b8988d30-0042-4ec8-9b47-c9eadaee9120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6&quot;}},&quot;01b27ec3-9ad1-4e7a-aa4a-c73cb0794256&quot;:{&quot;type&quot;:&quot;FIGURE_OBJECT&quot;,&quot;id&quot;:&quot;01b27ec3-9ad1-4e7a-aa4a-c73cb0794256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5&quot;}},&quot;cffb3b0f-3c90-4f65-ba8e-15c73d8872c1&quot;:{&quot;type&quot;:&quot;FIGURE_OBJECT&quot;,&quot;id&quot;:&quot;cffb3b0f-3c90-4f65-ba8e-15c73d8872c1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3&quot;}},&quot;8ce9141c-d046-47bb-9060-c4a5ffcf4c9d&quot;:{&quot;type&quot;:&quot;FIGURE_OBJECT&quot;,&quot;id&quot;:&quot;8ce9141c-d046-47bb-9060-c4a5ffcf4c9d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2&quot;}},&quot;4750a9da-b22e-423a-ae72-6f2a7f159672&quot;:{&quot;type&quot;:&quot;FIGURE_OBJECT&quot;,&quot;id&quot;:&quot;4750a9da-b22e-423a-ae72-6f2a7f159672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1&quot;}},&quot;2dd41f6f-0c62-44ec-98f5-b34a0d5b8a51&quot;:{&quot;type&quot;:&quot;FIGURE_OBJECT&quot;,&quot;id&quot;:&quot;2dd41f6f-0c62-44ec-98f5-b34a0d5b8a51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05&quot;}},&quot;112c3cf8-7bc5-4a1b-a9a8-cb980138629b&quot;:{&quot;type&quot;:&quot;FIGURE_OBJECT&quot;,&quot;id&quot;:&quot;112c3cf8-7bc5-4a1b-a9a8-cb980138629b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&quot;}},&quot;ff9f27ba-b729-47ad-85fb-14a7a971a12e&quot;:{&quot;type&quot;:&quot;FIGURE_OBJECT&quot;,&quot;id&quot;:&quot;ff9f27ba-b729-47ad-85fb-14a7a971a12e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7&quot;}},&quot;d647ac52-7b89-4483-ae7f-c551144a4562&quot;:{&quot;type&quot;:&quot;FIGURE_OBJECT&quot;,&quot;id&quot;:&quot;d647ac52-7b89-4483-ae7f-c551144a4562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5&quot;}},&quot;f53082a3-7d6a-46ce-b9c6-028edb76417a&quot;:{&quot;type&quot;:&quot;FIGURE_OBJECT&quot;,&quot;id&quot;:&quot;f53082a3-7d6a-46ce-b9c6-028edb76417a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2&quot;}},&quot;017688ba-ecc8-4419-b098-901c210d9e5f&quot;:{&quot;type&quot;:&quot;FIGURE_OBJECT&quot;,&quot;id&quot;:&quot;017688ba-ecc8-4419-b098-901c210d9e5f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&quot;}},&quot;185a0a79-73be-4d1b-a506-d87033b7974f&quot;:{&quot;type&quot;:&quot;FIGURE_OBJECT&quot;,&quot;id&quot;:&quot;185a0a79-73be-4d1b-a506-d87033b7974f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7&quot;}},&quot;7e9f45f2-9a5f-4680-b30b-9893f5dd9e02&quot;:{&quot;type&quot;:&quot;FIGURE_OBJECT&quot;,&quot;id&quot;:&quot;7e9f45f2-9a5f-4680-b30b-9893f5dd9e02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5&quot;}},&quot;e36cc07b-42df-4f2d-ad5f-0a1004cec0be&quot;:{&quot;type&quot;:&quot;FIGURE_OBJECT&quot;,&quot;id&quot;:&quot;e36cc07b-42df-4f2d-ad5f-0a1004cec0be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2&quot;}},&quot;a2ecd9fb-fb1d-48c3-a89e-1e1b84eb401b&quot;:{&quot;type&quot;:&quot;FIGURE_OBJECT&quot;,&quot;id&quot;:&quot;a2ecd9fb-fb1d-48c3-a89e-1e1b84eb401b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&quot;}},&quot;89499778-eb81-466c-97c5-3d332a451db9&quot;:{&quot;type&quot;:&quot;FIGURE_OBJECT&quot;,&quot;id&quot;:&quot;89499778-eb81-466c-97c5-3d332a451db9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8&quot;}},&quot;a7a744ff-02d8-4111-9691-28332bf9f626&quot;:{&quot;type&quot;:&quot;FIGURE_OBJECT&quot;,&quot;id&quot;:&quot;a7a744ff-02d8-4111-9691-28332bf9f626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7&quot;}},&quot;94050b93-845b-470b-ae61-dc82dd4c45e9&quot;:{&quot;type&quot;:&quot;FIGURE_OBJECT&quot;,&quot;id&quot;:&quot;94050b93-845b-470b-ae61-dc82dd4c45e9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6&quot;}},&quot;961e2a0d-2b3a-4aa1-9816-909da3e431ef&quot;:{&quot;type&quot;:&quot;FIGURE_OBJECT&quot;,&quot;id&quot;:&quot;961e2a0d-2b3a-4aa1-9816-909da3e431ef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5&quot;}},&quot;17e9b0ce-52a1-4132-971d-04e10d0f4a45&quot;:{&quot;type&quot;:&quot;FIGURE_OBJECT&quot;,&quot;id&quot;:&quot;17e9b0ce-52a1-4132-971d-04e10d0f4a45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3&quot;}},&quot;8d426d2e-f0df-49f0-a79f-abaed3333862&quot;:{&quot;id&quot;:&quot;8d426d2e-f0df-49f0-a79f-abaed3333862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cbe9a6f-e9c4-46ef-ba95-b935bbbaf1ea&quot;,&quot;order&quot;:&quot;02&quot;}},&quot;c7c0272e-2ee5-4b3d-9ea1-8d4d1f60b320&quot;:{&quot;id&quot;:&quot;c7c0272e-2ee5-4b3d-9ea1-8d4d1f60b320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cbe9a6f-e9c4-46ef-ba95-b935bbbaf1ea&quot;,&quot;order&quot;:&quot;005&quot;}},&quot;8371534f-4f16-49d3-859b-8241f2e9f139&quot;:{&quot;type&quot;:&quot;FIGURE_OBJECT&quot;,&quot;id&quot;:&quot;8371534f-4f16-49d3-859b-8241f2e9f139&quot;,&quot;parent&quot;:{&quot;type&quot;:&quot;CHILD&quot;,&quot;parentId&quot;:&quot;3cbe9a6f-e9c4-46ef-ba95-b935bbbaf1ea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abc59f2c-320b-44e1-8267-72d688c25ddb&quot;:{&quot;type&quot;:&quot;FIGURE_OBJECT&quot;,&quot;id&quot;:&quot;abc59f2c-320b-44e1-8267-72d688c25ddb&quot;,&quot;parent&quot;:{&quot;type&quot;:&quot;CROP&quot;,&quot;parentId&quot;:&quot;8371534f-4f16-49d3-859b-8241f2e9f139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00fdffc6-f056-48a4-bd45-273d610725e3&quot;:{&quot;relativeTransform&quot;:{&quot;translate&quot;:{&quot;x&quot;:88.93304468831501,&quot;y&quot;:-30.053453610426228},&quot;rotate&quot;:-2.4492935982947064e-16},&quot;type&quot;:&quot;FIGURE_OBJECT&quot;,&quot;id&quot;:&quot;00fdffc6-f056-48a4-bd45-273d610725e3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d5cd1cc2-aee2-4140-80a8-44a8f94650e2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8371534f-4f16-49d3-859b-8241f2e9f139&quot;,&quot;order&quot;:&quot;5&quot;}},&quot;d5cd1cc2-aee2-4140-80a8-44a8f94650e2&quot;:{&quot;type&quot;:&quot;FIGURE_OBJECT&quot;,&quot;id&quot;:&quot;d5cd1cc2-aee2-4140-80a8-44a8f94650e2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be6140ae-52b1-42ec-b1c8-d10a37efabdd&quot;:{&quot;type&quot;:&quot;FIGURE_OBJECT&quot;,&quot;id&quot;:&quot;be6140ae-52b1-42ec-b1c8-d10a37efabdd&quot;,&quot;parent&quot;:{&quot;type&quot;:&quot;CHILD&quot;,&quot;parentId&quot;:&quot;d5cd1cc2-aee2-4140-80a8-44a8f94650e2&quot;,&quot;order&quot;:&quot;5&quot;},&quot;relativeTransform&quot;:{&quot;translate&quot;:{&quot;x&quot;:0,&quot;y&quot;:0},&quot;rotate&quot;:0,&quot;skewX&quot;:0,&quot;scale&quot;:{&quot;x&quot;:1,&quot;y&quot;:1}}},&quot;e3e0d2ae-4345-45f2-a7de-b740ded8b267&quot;:{&quot;type&quot;:&quot;FIGURE_OBJECT&quot;,&quot;id&quot;:&quot;e3e0d2ae-4345-45f2-a7de-b740ded8b267&quot;,&quot;parent&quot;:{&quot;type&quot;:&quot;CHILD&quot;,&quot;parentId&quot;:&quot;be6140ae-52b1-42ec-b1c8-d10a37efabdd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9b9395b1-04bd-4b3e-bf12-c6228632bce5&quot;:{&quot;type&quot;:&quot;FIGURE_OBJECT&quot;,&quot;id&quot;:&quot;9b9395b1-04bd-4b3e-bf12-c6228632bce5&quot;,&quot;parent&quot;:{&quot;type&quot;:&quot;CHILD&quot;,&quot;parentId&quot;:&quot;be6140ae-52b1-42ec-b1c8-d10a37efabdd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b8d5f825-e807-4cb1-8b3e-3fb0f3d45cf4&quot;:{&quot;type&quot;:&quot;FIGURE_OBJECT&quot;,&quot;id&quot;:&quot;b8d5f825-e807-4cb1-8b3e-3fb0f3d45cf4&quot;,&quot;parent&quot;:{&quot;type&quot;:&quot;CHILD&quot;,&quot;parentId&quot;:&quot;be6140ae-52b1-42ec-b1c8-d10a37efabdd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d5a7659b-f96d-4da2-892b-92c6b0d1610b&quot;:{&quot;relativeTransform&quot;:{&quot;translate&quot;:{&quot;x&quot;:463.7042165864883,&quot;y&quot;:-30.19675800023839},&quot;rotate&quot;:0},&quot;type&quot;:&quot;FIGURE_OBJECT&quot;,&quot;id&quot;:&quot;d5a7659b-f96d-4da2-892b-92c6b0d1610b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723bcdb3-945d-4eb5-82a7-dd87012429a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8371534f-4f16-49d3-859b-8241f2e9f139&quot;,&quot;order&quot;:&quot;2&quot;}},&quot;723bcdb3-945d-4eb5-82a7-dd87012429a7&quot;:{&quot;type&quot;:&quot;FIGURE_OBJECT&quot;,&quot;id&quot;:&quot;723bcdb3-945d-4eb5-82a7-dd87012429a7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b8f720b2-e573-4cdd-b496-fd257f3ff415&quot;:{&quot;type&quot;:&quot;FIGURE_OBJECT&quot;,&quot;id&quot;:&quot;b8f720b2-e573-4cdd-b496-fd257f3ff415&quot;,&quot;parent&quot;:{&quot;type&quot;:&quot;CHILD&quot;,&quot;parentId&quot;:&quot;723bcdb3-945d-4eb5-82a7-dd87012429a7&quot;,&quot;order&quot;:&quot;5&quot;},&quot;relativeTransform&quot;:{&quot;translate&quot;:{&quot;x&quot;:0,&quot;y&quot;:0},&quot;rotate&quot;:0,&quot;skewX&quot;:0,&quot;scale&quot;:{&quot;x&quot;:1,&quot;y&quot;:1}}},&quot;0330ded0-5554-4b82-adea-5b60a5d2f3b5&quot;:{&quot;type&quot;:&quot;FIGURE_OBJECT&quot;,&quot;id&quot;:&quot;0330ded0-5554-4b82-adea-5b60a5d2f3b5&quot;,&quot;parent&quot;:{&quot;type&quot;:&quot;CHILD&quot;,&quot;parentId&quot;:&quot;b8f720b2-e573-4cdd-b496-fd257f3ff415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1d664763-f7e9-4a21-aa50-78ac01cfb0ae&quot;:{&quot;type&quot;:&quot;FIGURE_OBJECT&quot;,&quot;id&quot;:&quot;1d664763-f7e9-4a21-aa50-78ac01cfb0ae&quot;,&quot;parent&quot;:{&quot;type&quot;:&quot;CHILD&quot;,&quot;parentId&quot;:&quot;b8f720b2-e573-4cdd-b496-fd257f3ff415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a400b393-45b5-48bd-945f-45bad608d89d&quot;:{&quot;type&quot;:&quot;FIGURE_OBJECT&quot;,&quot;id&quot;:&quot;a400b393-45b5-48bd-945f-45bad608d89d&quot;,&quot;parent&quot;:{&quot;type&quot;:&quot;CHILD&quot;,&quot;parentId&quot;:&quot;b8f720b2-e573-4cdd-b496-fd257f3ff415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867c1122-8593-4993-8bb5-741a732d365d&quot;:{&quot;type&quot;:&quot;FIGURE_OBJECT&quot;,&quot;id&quot;:&quot;867c1122-8593-4993-8bb5-741a732d365d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cbe9a6f-e9c4-46ef-ba95-b935bbbaf1ea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cba4a9e5-9674-488e-a2b6-71c66e8fa217&quot;:{&quot;type&quot;:&quot;FIGURE_OBJECT&quot;,&quot;id&quot;:&quot;cba4a9e5-9674-488e-a2b6-71c66e8fa217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cbe9a6f-e9c4-46ef-ba95-b935bbbaf1ea&quot;,&quot;order&quot;:&quot;21&quot;},&quot;connectorInfo&quot;:{&quot;type&quot;:&quot;LINE&quot;,&quot;offset&quot;:{&quot;x&quot;:0,&quot;y&quot;:0},&quot;bending&quot;:0.1,&quot;customized&quot;:true,&quot;connectedObjectAtLineStart&quot;:{&quot;objectId&quot;:&quot;81875e6b-a56f-4d3b-935f-4362aa93962d&quot;,&quot;coordinates&quot;:{&quot;x&quot;:0.03541995954524391,&quot;y&quot;:0.5110264097168954}}}},&quot;81875e6b-a56f-4d3b-935f-4362aa93962d&quot;:{&quot;type&quot;:&quot;FIGURE_OBJECT&quot;,&quot;id&quot;:&quot;81875e6b-a56f-4d3b-935f-4362aa93962d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cbe9a6f-e9c4-46ef-ba95-b935bbbaf1ea&quot;,&quot;order&quot;:&quot;205&quot;}},&quot;edeae019-5ce2-4529-a573-3508b0701232&quot;:{&quot;type&quot;:&quot;FIGURE_OBJECT&quot;,&quot;id&quot;:&quot;edeae019-5ce2-4529-a573-3508b0701232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2&quot;}},&quot;2e0e9c98-766f-44ef-bd9f-b741d52dc04d&quot;:{&quot;type&quot;:&quot;FIGURE_OBJECT&quot;,&quot;id&quot;:&quot;2e0e9c98-766f-44ef-bd9f-b741d52dc04d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7&quot;}},&quot;47a549c6-8bd7-4262-9736-5359ccca99a5&quot;:{&quot;type&quot;:&quot;FIGURE_OBJECT&quot;,&quot;id&quot;:&quot;47a549c6-8bd7-4262-9736-5359ccca99a5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5&quot;}},&quot;8962188b-6e59-43e4-864b-c42986b673e5&quot;:{&quot;type&quot;:&quot;FIGURE_OBJECT&quot;,&quot;id&quot;:&quot;8962188b-6e59-43e4-864b-c42986b673e5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2&quot;}},&quot;7d7d56d7-5e7d-4883-9761-c2662f6c1e95&quot;:{&quot;type&quot;:&quot;FIGURE_OBJECT&quot;,&quot;id&quot;:&quot;7d7d56d7-5e7d-4883-9761-c2662f6c1e95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1&quot;}},&quot;ed5c9000-7f17-42fd-abe8-2ee2f604e48e&quot;:{&quot;type&quot;:&quot;FIGURE_OBJECT&quot;,&quot;id&quot;:&quot;ed5c9000-7f17-42fd-abe8-2ee2f604e48e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8&quot;}},&quot;2318ecf3-c694-4077-a153-3b6fdbb0b4a7&quot;:{&quot;type&quot;:&quot;FIGURE_OBJECT&quot;,&quot;id&quot;:&quot;2318ecf3-c694-4077-a153-3b6fdbb0b4a7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ed5c9000-7f17-42fd-abe8-2ee2f604e48e&quot;,&quot;order&quot;:&quot;7&quot;}},&quot;c32f4155-f97b-46f5-84fd-049b7428abec&quot;:{&quot;type&quot;:&quot;FIGURE_OBJECT&quot;,&quot;id&quot;:&quot;c32f4155-f97b-46f5-84fd-049b7428abec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5c9000-7f17-42fd-abe8-2ee2f604e48e&quot;,&quot;order&quot;:&quot;5&quot;}},&quot;48386c47-bed3-4808-a7aa-b2bd18a74abb&quot;:{&quot;type&quot;:&quot;FIGURE_OBJECT&quot;,&quot;id&quot;:&quot;48386c47-bed3-4808-a7aa-b2bd18a74abb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ed5c9000-7f17-42fd-abe8-2ee2f604e48e&quot;,&quot;order&quot;:&quot;2&quot;}},&quot;f47cd1f6-9b54-4b60-8a53-6a98a4063098&quot;:{&quot;type&quot;:&quot;FIGURE_OBJECT&quot;,&quot;id&quot;:&quot;f47cd1f6-9b54-4b60-8a53-6a98a4063098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7&quot;}},&quot;e8a34fc1-9a7a-44c9-9bbb-557385e67897&quot;:{&quot;type&quot;:&quot;FIGURE_OBJECT&quot;,&quot;id&quot;:&quot;e8a34fc1-9a7a-44c9-9bbb-557385e67897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3cbe9a6f-e9c4-46ef-ba95-b935bbbaf1ea&quot;,&quot;order&quot;:&quot;16&quot;}},&quot;e7a431f8-7bff-41dc-893f-bc4c7f707ea4&quot;:{&quot;type&quot;:&quot;FIGURE_OBJECT&quot;,&quot;id&quot;:&quot;e7a431f8-7bff-41dc-893f-bc4c7f707ea4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3cbe9a6f-e9c4-46ef-ba95-b935bbbaf1ea&quot;,&quot;order&quot;:&quot;15&quot;}},&quot;3a3f3e6f-a811-4d78-abbb-60babda1d64a&quot;:{&quot;type&quot;:&quot;FIGURE_OBJECT&quot;,&quot;id&quot;:&quot;3a3f3e6f-a811-4d78-abbb-60babda1d64a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3&quot;}},&quot;be30a3ca-80b5-4e1e-9a0a-4012d6d2b5ca&quot;:{&quot;type&quot;:&quot;FIGURE_OBJECT&quot;,&quot;id&quot;:&quot;be30a3ca-80b5-4e1e-9a0a-4012d6d2b5ca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7&quot;}},&quot;1642efef-a550-441a-9f02-47f7121bdd90&quot;:{&quot;type&quot;:&quot;FIGURE_OBJECT&quot;,&quot;id&quot;:&quot;1642efef-a550-441a-9f02-47f7121bdd90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5&quot;}},&quot;f4e719d7-cce1-4ecc-af0b-bc8502ace159&quot;:{&quot;type&quot;:&quot;FIGURE_OBJECT&quot;,&quot;id&quot;:&quot;f4e719d7-cce1-4ecc-af0b-bc8502ace159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2&quot;}},&quot;88ec3e8c-cb6e-4fc1-9801-631adb5e272e&quot;:{&quot;type&quot;:&quot;FIGURE_OBJECT&quot;,&quot;id&quot;:&quot;88ec3e8c-cb6e-4fc1-9801-631adb5e272e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1&quot;}},&quot;a09e1ec6-97e8-4164-883c-b3784b10b199&quot;:{&quot;type&quot;:&quot;FIGURE_OBJECT&quot;,&quot;id&quot;:&quot;a09e1ec6-97e8-4164-883c-b3784b10b199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12&quot;}},&quot;62344668-1e73-4883-82a2-5e5ec01c9f1f&quot;:{&quot;type&quot;:&quot;FIGURE_OBJECT&quot;,&quot;id&quot;:&quot;62344668-1e73-4883-82a2-5e5ec01c9f1f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11&quot;}},&quot;009304b4-1727-4229-a83c-36c42b378a06&quot;:{&quot;type&quot;:&quot;FIGURE_OBJECT&quot;,&quot;id&quot;:&quot;009304b4-1727-4229-a83c-36c42b378a06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&quot;}},&quot;79eed5f1-f2ac-440e-8f01-31b532e08bcf&quot;:{&quot;type&quot;:&quot;FIGURE_OBJECT&quot;,&quot;id&quot;:&quot;79eed5f1-f2ac-440e-8f01-31b532e08bcf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7&quot;}},&quot;8418ff37-ae4e-4fd9-b675-4f60307f2894&quot;:{&quot;type&quot;:&quot;FIGURE_OBJECT&quot;,&quot;id&quot;:&quot;8418ff37-ae4e-4fd9-b675-4f60307f2894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5&quot;}},&quot;7962d2a3-ba7f-4465-902b-d88d55ddaffe&quot;:{&quot;type&quot;:&quot;FIGURE_OBJECT&quot;,&quot;id&quot;:&quot;7962d2a3-ba7f-4465-902b-d88d55ddaffe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2&quot;}},&quot;373e9756-38a2-4d4c-9256-b53d75807577&quot;:{&quot;type&quot;:&quot;FIGURE_OBJECT&quot;,&quot;id&quot;:&quot;373e9756-38a2-4d4c-9256-b53d75807577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1&quot;}},&quot;49b3879b-44d1-4bab-8734-7371b2608d83&quot;:{&quot;type&quot;:&quot;FIGURE_OBJECT&quot;,&quot;id&quot;:&quot;49b3879b-44d1-4bab-8734-7371b2608d83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cbe9a6f-e9c4-46ef-ba95-b935bbbaf1ea&quot;,&quot;order&quot;:&quot;08&quot;}},&quot;161111b4-ecfd-49e4-88a2-998c2d235d09&quot;:{&quot;type&quot;:&quot;FIGURE_OBJECT&quot;,&quot;id&quot;:&quot;161111b4-ecfd-49e4-88a2-998c2d235d09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3cbe9a6f-e9c4-46ef-ba95-b935bbbaf1ea&quot;,&quot;order&quot;:&quot;07&quot;}},&quot;f62dff41-27b7-4408-82ae-9eb5fa5c8b64&quot;:{&quot;type&quot;:&quot;FIGURE_OBJECT&quot;,&quot;id&quot;:&quot;f62dff41-27b7-4408-82ae-9eb5fa5c8b64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06&quot;}},&quot;9a7294d9-79de-4adf-a44f-506f7b4f187a&quot;:{&quot;type&quot;:&quot;FIGURE_OBJECT&quot;,&quot;id&quot;:&quot;9a7294d9-79de-4adf-a44f-506f7b4f187a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03&quot;}},&quot;5349d899-e4fb-47a5-a7ae-74d055e845f4&quot;:{&quot;type&quot;:&quot;FIGURE_OBJECT&quot;,&quot;id&quot;:&quot;5349d899-e4fb-47a5-a7ae-74d055e845f4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3cbe9a6f-e9c4-46ef-ba95-b935bbbaf1ea&quot;,&quot;order&quot;:&quot;01&quot;}},&quot;9db45388-c2e0-4380-8f41-53c903425e31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9db45388-c2e0-4380-8f41-53c903425e31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b1b79a15-89bb-4873-9c62-004cd164c27d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cf6aeabf-6cb7-41c2-ab80-c35c61f27a5e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cf6aeabf-6cb7-41c2-ab80-c35c61f27a5e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b1b79a15-89bb-4873-9c62-004cd164c27d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6ec0bf11-28e8-42de-9cf9-e22eaf9df5c7&quot;:{&quot;id&quot;:&quot;6ec0bf11-28e8-42de-9cf9-e22eaf9df5c7&quot;,&quot;type&quot;:&quot;FIGURE_OBJECT&quot;,&quot;relativeTransform&quot;:{&quot;translate&quot;:{&quot;x&quot;:-115.66815915085101,&quot;y&quot;:-105.37232816189199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b1b79a15-89bb-4873-9c62-004cd164c27d&quot;,&quot;order&quot;:&quot;9999995&quot;},&quot;opacity&quot;:0.16},&quot;c53a9996-5cf8-417d-8bac-4140ebdae9b5&quot;:{&quot;id&quot;:&quot;c53a9996-5cf8-417d-8bac-4140ebdae9b5&quot;,&quot;type&quot;:&quot;FIGURE_OBJECT&quot;,&quot;relativeTransform&quot;:{&quot;translate&quot;:{&quot;x&quot;:-111.45430344388777,&quot;y&quot;:-55.69627451208649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Y&quot;}],&quot;_lastCaretLocation&quot;:{&quot;lineIndex&quot;:0,&quot;runIndex&quot;:-1,&quot;charIndex&quot;:-1,&quot;endOfLine&quot;:true}},&quot;format&quot;:&quot;BETTER_TEXT&quot;,&quot;size&quot;:{&quot;x&quot;:58.53114318847656,&quot;y&quot;:11},&quot;targetSize&quot;:{&quot;x&quot;:58.260354516934626,&quot;y&quot;:11}},&quot;parent&quot;:{&quot;type&quot;:&quot;CHILD&quot;,&quot;parentId&quot;:&quot;b1b79a15-89bb-4873-9c62-004cd164c27d&quot;,&quot;order&quot;:&quot;999999&quot;},&quot;opacity&quot;:0.16},&quot;e117d30a-3d8c-4f7b-a827-9e6b7272f17f&quot;:{&quot;id&quot;:&quot;e117d30a-3d8c-4f7b-a827-9e6b7272f17f&quot;,&quot;type&quot;:&quot;FIGURE_OBJECT&quot;,&quot;relativeTransform&quot;:{&quot;translate&quot;:{&quot;x&quot;:-111.58939361196707,&quot;y&quot;:-159.04979135958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C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b1b79a15-89bb-4873-9c62-004cd164c27d&quot;,&quot;order&quot;:&quot;9999985&quot;},&quot;opacity&quot;:0.16},&quot;5065d369-414d-47f3-85a1-989ec5675c8e&quot;:{&quot;id&quot;:&quot;5065d369-414d-47f3-85a1-989ec5675c8e&quot;,&quot;type&quot;:&quot;FIGURE_OBJECT&quot;,&quot;relativeTransform&quot;:{&quot;translate&quot;:{&quot;x&quot;:-111.58919083350588,&quot;y&quot;:-200.31972573688896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A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b1b79a15-89bb-4873-9c62-004cd164c27d&quot;,&quot;order&quot;:&quot;9999982&quot;},&quot;opacity&quot;:0.16},&quot;e4d2263b-c6c7-4a16-909e-09fc673248b3&quot;:{&quot;id&quot;:&quot;e4d2263b-c6c7-4a16-909e-09fc673248b3&quot;,&quot;type&quot;:&quot;FIGURE_OBJECT&quot;,&quot;relativeTransform&quot;:{&quot;translate&quot;:{&quot;x&quot;:-178.82596609774828,&quot;y&quot;:-201.2148449213957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b1b79a15-89bb-4873-9c62-004cd164c27d&quot;,&quot;order&quot;:&quot;999998&quot;},&quot;opacity&quot;:0.16},&quot;c1e4522e-2999-4b17-b7f8-eddd1cbd3d13&quot;:{&quot;id&quot;:&quot;c1e4522e-2999-4b17-b7f8-eddd1cbd3d13&quot;,&quot;type&quot;:&quot;FIGURE_OBJECT&quot;,&quot;relativeTransform&quot;:{&quot;translate&quot;:{&quot;x&quot;:-249.03622278999205,&quot;y&quot;:-105.37218701516171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b1b79a15-89bb-4873-9c62-004cd164c27d&quot;,&quot;order&quot;:&quot;999997&quot;},&quot;opacity&quot;:0.16},&quot;926daa50-2cb0-4403-a292-edf2f225e070&quot;:{&quot;id&quot;:&quot;926daa50-2cb0-4403-a292-edf2f225e070&quot;,&quot;type&quot;:&quot;FIGURE_OBJECT&quot;,&quot;relativeTransform&quot;:{&quot;translate&quot;:{&quot;x&quot;:-244.8223670830288,&quot;y&quot;:-55.6961333653562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YXXXXXXXX&quot;}],&quot;_lastCaretLocation&quot;:{&quot;lineIndex&quot;:0,&quot;runIndex&quot;:0,&quot;charIndex&quot;:1}},&quot;format&quot;:&quot;BETTER_TEXT&quot;,&quot;size&quot;:{&quot;x&quot;:58.53114318847656,&quot;y&quot;:11},&quot;targetSize&quot;:{&quot;x&quot;:58.260354516934626,&quot;y&quot;:11}},&quot;parent&quot;:{&quot;type&quot;:&quot;CHILD&quot;,&quot;parentId&quot;:&quot;b1b79a15-89bb-4873-9c62-004cd164c27d&quot;,&quot;order&quot;:&quot;999995&quot;},&quot;opacity&quot;:0.16},&quot;a99d37d2-0def-4477-a0b6-3a7dbefd4646&quot;:{&quot;id&quot;:&quot;a99d37d2-0def-4477-a0b6-3a7dbefd4646&quot;,&quot;type&quot;:&quot;FIGURE_OBJECT&quot;,&quot;relativeTransform&quot;:{&quot;translate&quot;:{&quot;x&quot;:-244.9574572511081,&quot;y&quot;:-159.04965021285224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CXXXXXXXX&quot;}],&quot;_lastCaretLocation&quot;:{&quot;lineIndex&quot;:0,&quot;runIndex&quot;:0,&quot;charIndex&quot;:1}},&quot;format&quot;:&quot;BETTER_TEXT&quot;,&quot;size&quot;:{&quot;x&quot;:58.260354516934626,&quot;y&quot;:11},&quot;targetSize&quot;:{&quot;x&quot;:58.260354516934626,&quot;y&quot;:11}},&quot;parent&quot;:{&quot;type&quot;:&quot;CHILD&quot;,&quot;parentId&quot;:&quot;b1b79a15-89bb-4873-9c62-004cd164c27d&quot;,&quot;order&quot;:&quot;99999&quot;},&quot;opacity&quot;:0.16},&quot;82324a2f-fe0b-471e-9066-76ce77c9d1d4&quot;:{&quot;id&quot;:&quot;82324a2f-fe0b-471e-9066-76ce77c9d1d4&quot;,&quot;type&quot;:&quot;FIGURE_OBJECT&quot;,&quot;relativeTransform&quot;:{&quot;translate&quot;:{&quot;x&quot;:-244.95725447264692,&quot;y&quot;:-200.31958459015868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AXXXXXXXX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b1b79a15-89bb-4873-9c62-004cd164c27d&quot;,&quot;order&quot;:&quot;99997&quot;},&quot;opacity&quot;:0.16},&quot;469b668e-fb5d-4d1c-876d-2faa92466cb3&quot;:{&quot;type&quot;:&quot;FIGURE_OBJECT&quot;,&quot;id&quot;:&quot;469b668e-fb5d-4d1c-876d-2faa92466cb3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b1b79a15-89bb-4873-9c62-004cd164c27d&quot;,&quot;order&quot;:&quot;99995&quot;},&quot;connectorInfo&quot;:{&quot;type&quot;:&quot;LINE&quot;,&quot;offset&quot;:{&quot;x&quot;:0,&quot;y&quot;:0},&quot;bending&quot;:0.1,&quot;customized&quot;:false}},&quot;c6ec6f6d-31b5-4cf0-b8c4-f7536534664e&quot;:{&quot;type&quot;:&quot;FIGURE_OBJECT&quot;,&quot;id&quot;:&quot;c6ec6f6d-31b5-4cf0-b8c4-f7536534664e&quot;,&quot;parent&quot;:{&quot;type&quot;:&quot;CHILD&quot;,&quot;parentId&quot;:&quot;b1b79a15-89bb-4873-9c62-004cd164c27d&quot;,&quot;order&quot;:&quot;9967&quot;},&quot;relativeTransform&quot;:{&quot;translate&quot;:{&quot;x&quot;:98.80993547241178,&quot;y&quot;:-24.298610447199252},&quot;rotate&quot;:0,&quot;skewX&quot;:0,&quot;scale&quot;:{&quot;x&quot;:1,&quot;y&quot;:1}},&quot;opacity&quot;:0.16},&quot;f0cfd99f-eb97-4b27-9a8a-13c59da784ab&quot;:{&quot;type&quot;:&quot;FIGURE_OBJECT&quot;,&quot;id&quot;:&quot;f0cfd99f-eb97-4b27-9a8a-13c59da784ab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756716fa-b117-4a6d-9737-2aa8588cfe9b&quot;:{&quot;type&quot;:&quot;FIGURE_OBJECT&quot;,&quot;id&quot;:&quot;756716fa-b117-4a6d-9737-2aa8588cfe9b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a16518d4-3109-4c96-9a4a-9c0277a2a07c&quot;:{&quot;type&quot;:&quot;FIGURE_OBJECT&quot;,&quot;id&quot;:&quot;a16518d4-3109-4c96-9a4a-9c0277a2a07c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33931273-7cfa-42e4-a4af-1691cf0de273&quot;:{&quot;type&quot;:&quot;FIGURE_OBJECT&quot;,&quot;id&quot;:&quot;33931273-7cfa-42e4-a4af-1691cf0de273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f9816670-1d40-4497-988b-7db2a5fd4eeb&quot;:{&quot;type&quot;:&quot;FIGURE_OBJECT&quot;,&quot;id&quot;:&quot;f9816670-1d40-4497-988b-7db2a5fd4eeb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7e1bc1cc-1870-4897-b301-e8478bf7a052&quot;:{&quot;type&quot;:&quot;FIGURE_OBJECT&quot;,&quot;id&quot;:&quot;7e1bc1cc-1870-4897-b301-e8478bf7a052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a8759a9f-7748-4e46-bbff-34ec2f408791&quot;:{&quot;type&quot;:&quot;FIGURE_OBJECT&quot;,&quot;id&quot;:&quot;a8759a9f-7748-4e46-bbff-34ec2f408791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b8ec57fc-f0a6-4bc8-996d-f9b5b4158d6e&quot;:{&quot;type&quot;:&quot;FIGURE_OBJECT&quot;,&quot;id&quot;:&quot;b8ec57fc-f0a6-4bc8-996d-f9b5b4158d6e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f6d756a3-4375-4ccd-b0a2-aa532c786ad9&quot;:{&quot;type&quot;:&quot;FIGURE_OBJECT&quot;,&quot;id&quot;:&quot;f6d756a3-4375-4ccd-b0a2-aa532c786ad9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ff1a1266-6262-4acd-ae40-65c21547ca83&quot;:{&quot;type&quot;:&quot;FIGURE_OBJECT&quot;,&quot;id&quot;:&quot;ff1a1266-6262-4acd-ae40-65c21547ca83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2938b58-09d4-49a2-9d5c-7fe9a7ab4066&quot;:{&quot;type&quot;:&quot;FIGURE_OBJECT&quot;,&quot;id&quot;:&quot;22938b58-09d4-49a2-9d5c-7fe9a7ab4066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5d37cb6-9b64-49a7-878e-e9c48cbf683c&quot;:{&quot;type&quot;:&quot;FIGURE_OBJECT&quot;,&quot;id&quot;:&quot;25d37cb6-9b64-49a7-878e-e9c48cbf683c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19a33872-5f98-494a-add7-6928171430af&quot;:{&quot;type&quot;:&quot;FIGURE_OBJECT&quot;,&quot;id&quot;:&quot;19a33872-5f98-494a-add7-6928171430af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1768b0ed-efbd-4683-b47f-8c6e997ded44&quot;:{&quot;type&quot;:&quot;FIGURE_OBJECT&quot;,&quot;id&quot;:&quot;1768b0ed-efbd-4683-b47f-8c6e997ded44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5695ffbb-5c22-434d-a364-108ee0f4d525&quot;:{&quot;type&quot;:&quot;FIGURE_OBJECT&quot;,&quot;id&quot;:&quot;5695ffbb-5c22-434d-a364-108ee0f4d525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da1bd47f-2ed0-481f-9871-97e1f9ca9ff4&quot;:{&quot;type&quot;:&quot;FIGURE_OBJECT&quot;,&quot;id&quot;:&quot;da1bd47f-2ed0-481f-9871-97e1f9ca9ff4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7278e298-718c-4212-a067-4dcaefc34a1d&quot;:{&quot;type&quot;:&quot;FIGURE_OBJECT&quot;,&quot;id&quot;:&quot;7278e298-718c-4212-a067-4dcaefc34a1d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c6ec6f6d-31b5-4cf0-b8c4-f7536534664e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ee53efa7-6736-4ff6-b825-2b8f8afcd523&quot;:{&quot;type&quot;:&quot;FIGURE_OBJECT&quot;,&quot;id&quot;:&quot;ee53efa7-6736-4ff6-b825-2b8f8afcd523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91ab7bb-9b11-4330-b53b-bbdb69e365ac&quot;:{&quot;type&quot;:&quot;FIGURE_OBJECT&quot;,&quot;id&quot;:&quot;c91ab7bb-9b11-4330-b53b-bbdb69e365ac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3121be88-3f83-4579-8415-b577cf493bd7&quot;:{&quot;type&quot;:&quot;FIGURE_OBJECT&quot;,&quot;id&quot;:&quot;3121be88-3f83-4579-8415-b577cf493bd7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9959d052-2ec0-4b84-b74b-959600d40a0d&quot;:{&quot;type&quot;:&quot;FIGURE_OBJECT&quot;,&quot;id&quot;:&quot;9959d052-2ec0-4b84-b74b-959600d40a0d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aa56cc7-1c74-4521-9a33-2fe7848341db&quot;:{&quot;type&quot;:&quot;FIGURE_OBJECT&quot;,&quot;id&quot;:&quot;caa56cc7-1c74-4521-9a33-2fe7848341db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e339be4a-a70b-48ff-afa1-2e6822fd9150&quot;:{&quot;type&quot;:&quot;FIGURE_OBJECT&quot;,&quot;id&quot;:&quot;e339be4a-a70b-48ff-afa1-2e6822fd9150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5399dc8c-9d5a-4ea0-99a2-11b35c8898b6&quot;:{&quot;id&quot;:&quot;5399dc8c-9d5a-4ea0-99a2-11b35c8898b6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c6ec6f6d-31b5-4cf0-b8c4-f7536534664e&quot;,&quot;order&quot;:&quot;95&quot;}},&quot;030e1d3c-2365-4ee7-9a54-ca571b8b0a27&quot;:{&quot;id&quot;:&quot;030e1d3c-2365-4ee7-9a54-ca571b8b0a27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c6ec6f6d-31b5-4cf0-b8c4-f7536534664e&quot;,&quot;order&quot;:&quot;9&quot;}},&quot;b5bad1a8-086b-4f5c-ada4-223f47c051b6&quot;:{&quot;id&quot;:&quot;b5bad1a8-086b-4f5c-ada4-223f47c051b6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c6ec6f6d-31b5-4cf0-b8c4-f7536534664e&quot;,&quot;order&quot;:&quot;85&quot;}},&quot;711ccf41-7a47-4ee7-9a69-f7365f66c185&quot;:{&quot;id&quot;:&quot;711ccf41-7a47-4ee7-9a69-f7365f66c185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c6ec6f6d-31b5-4cf0-b8c4-f7536534664e&quot;,&quot;order&quot;:&quot;82&quot;}},&quot;72dfce0c-9a60-4801-b9eb-a4e111509d4d&quot;:{&quot;id&quot;:&quot;72dfce0c-9a60-4801-b9eb-a4e111509d4d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c6ec6f6d-31b5-4cf0-b8c4-f7536534664e&quot;,&quot;order&quot;:&quot;8&quot;}},&quot;36310289-ebc0-41db-a142-82bd41e76eeb&quot;:{&quot;id&quot;:&quot;36310289-ebc0-41db-a142-82bd41e76eeb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c6ec6f6d-31b5-4cf0-b8c4-f7536534664e&quot;,&quot;order&quot;:&quot;77&quot;}},&quot;ce832113-2e44-4d37-92dc-53878a9785a1&quot;:{&quot;id&quot;:&quot;ce832113-2e44-4d37-92dc-53878a9785a1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c6ec6f6d-31b5-4cf0-b8c4-f7536534664e&quot;,&quot;order&quot;:&quot;76&quot;}},&quot;f6afb4e6-4f21-409e-9699-2932ae36cc8a&quot;:{&quot;id&quot;:&quot;f6afb4e6-4f21-409e-9699-2932ae36cc8a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c6ec6f6d-31b5-4cf0-b8c4-f7536534664e&quot;,&quot;order&quot;:&quot;75&quot;}},&quot;16fa1982-3d41-4599-8719-d0dc4f172877&quot;:{&quot;id&quot;:&quot;16fa1982-3d41-4599-8719-d0dc4f172877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c6ec6f6d-31b5-4cf0-b8c4-f7536534664e&quot;,&quot;order&quot;:&quot;72&quot;}},&quot;19d16258-b91b-4ce2-8dab-6d6bc6472b18&quot;:{&quot;id&quot;:&quot;19d16258-b91b-4ce2-8dab-6d6bc6472b18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c6ec6f6d-31b5-4cf0-b8c4-f7536534664e&quot;,&quot;order&quot;:&quot;71&quot;}},&quot;28bb7373-4cdc-4207-8f74-a4ec4683ed0f&quot;:{&quot;id&quot;:&quot;28bb7373-4cdc-4207-8f74-a4ec4683ed0f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c6ec6f6d-31b5-4cf0-b8c4-f7536534664e&quot;,&quot;order&quot;:&quot;7&quot;}},&quot;809ad003-e83d-43f4-9446-9d287cb47c21&quot;:{&quot;id&quot;:&quot;809ad003-e83d-43f4-9446-9d287cb47c21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c6ec6f6d-31b5-4cf0-b8c4-f7536534664e&quot;,&quot;order&quot;:&quot;67&quot;}},&quot;663ec22f-d7b2-49e8-a559-311e4392d51b&quot;:{&quot;id&quot;:&quot;663ec22f-d7b2-49e8-a559-311e4392d51b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6ec6f6d-31b5-4cf0-b8c4-f7536534664e&quot;,&quot;order&quot;:&quot;66&quot;}},&quot;4d024b7f-ef75-449d-b8e4-b6cadc81fce5&quot;:{&quot;id&quot;:&quot;4d024b7f-ef75-449d-b8e4-b6cadc81fce5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c6ec6f6d-31b5-4cf0-b8c4-f7536534664e&quot;,&quot;order&quot;:&quot;65&quot;}},&quot;05dc9392-b4ee-4d38-a894-3efa7cd3c46f&quot;:{&quot;id&quot;:&quot;05dc9392-b4ee-4d38-a894-3efa7cd3c46f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c6ec6f6d-31b5-4cf0-b8c4-f7536534664e&quot;,&quot;order&quot;:&quot;62&quot;}},&quot;c43ee711-ea0d-4b59-92af-7da90954dc1d&quot;:{&quot;id&quot;:&quot;c43ee711-ea0d-4b59-92af-7da90954dc1d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c6ec6f6d-31b5-4cf0-b8c4-f7536534664e&quot;,&quot;order&quot;:&quot;61&quot;}},&quot;b2f2a272-97c2-455d-af92-91f187c65d20&quot;:{&quot;id&quot;:&quot;b2f2a272-97c2-455d-af92-91f187c65d20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6ec6f6d-31b5-4cf0-b8c4-f7536534664e&quot;,&quot;order&quot;:&quot;6&quot;}},&quot;d86180a4-30e5-46e8-af25-51dc59db0a4d&quot;:{&quot;id&quot;:&quot;d86180a4-30e5-46e8-af25-51dc59db0a4d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c6ec6f6d-31b5-4cf0-b8c4-f7536534664e&quot;,&quot;order&quot;:&quot;57&quot;}},&quot;2c745558-d9e6-4cd2-bb8c-67d0681a6832&quot;:{&quot;id&quot;:&quot;2c745558-d9e6-4cd2-bb8c-67d0681a6832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c6ec6f6d-31b5-4cf0-b8c4-f7536534664e&quot;,&quot;order&quot;:&quot;56&quot;}},&quot;b56c1789-27b7-4c80-a6d3-a23b251abcc3&quot;:{&quot;id&quot;:&quot;b56c1789-27b7-4c80-a6d3-a23b251abcc3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c6ec6f6d-31b5-4cf0-b8c4-f7536534664e&quot;,&quot;order&quot;:&quot;55&quot;}},&quot;57b0d58b-ac45-46ca-b090-a2b85bbbe358&quot;:{&quot;id&quot;:&quot;57b0d58b-ac45-46ca-b090-a2b85bbbe358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c6ec6f6d-31b5-4cf0-b8c4-f7536534664e&quot;,&quot;order&quot;:&quot;52&quot;}},&quot;8f010116-1418-4832-acc7-6f3c8897abad&quot;:{&quot;id&quot;:&quot;8f010116-1418-4832-acc7-6f3c8897abad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c6ec6f6d-31b5-4cf0-b8c4-f7536534664e&quot;,&quot;order&quot;:&quot;51&quot;}},&quot;21a8ff66-82be-4cce-aad2-e28fef6b8e5d&quot;:{&quot;id&quot;:&quot;21a8ff66-82be-4cce-aad2-e28fef6b8e5d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c6ec6f6d-31b5-4cf0-b8c4-f7536534664e&quot;,&quot;order&quot;:&quot;5&quot;}},&quot;c5467786-bfde-4210-8176-c5cb08114a6b&quot;:{&quot;type&quot;:&quot;FIGURE_OBJECT&quot;,&quot;id&quot;:&quot;c5467786-bfde-4210-8176-c5cb08114a6b&quot;,&quot;relativeTransform&quot;:{&quot;translate&quot;:{&quot;x&quot;:-528.838992741979,&quot;y&quot;:-94.2274757892396},&quot;rotate&quot;:-1.570796326794897,&quot;skewX&quot;:0,&quot;scale&quot;:{&quot;x&quot;:1,&quot;y&quot;:1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b1b79a15-89bb-4873-9c62-004cd164c27d&quot;,&quot;order&quot;:&quot;9999&quot;},&quot;connectorInfo&quot;:{&quot;type&quot;:&quot;LINE&quot;,&quot;offset&quot;:{&quot;x&quot;:0,&quot;y&quot;:0},&quot;bending&quot;:0.1,&quot;customized&quot;:false}},&quot;357828ce-8bc6-41f7-92d7-d93a4f55f53a&quot;:{&quot;type&quot;:&quot;FIGURE_OBJECT&quot;,&quot;id&quot;:&quot;357828ce-8bc6-41f7-92d7-d93a4f55f53a&quot;,&quot;parent&quot;:{&quot;type&quot;:&quot;CHILD&quot;,&quot;parentId&quot;:&quot;b1b79a15-89bb-4873-9c62-004cd164c27d&quot;,&quot;order&quot;:&quot;9998&quot;},&quot;relativeTransform&quot;:{&quot;translate&quot;:{&quot;x&quot;:-447.26445110259164,&quot;y&quot;:-363.1311734908486},&quot;rotate&quot;:-1.5707963267948966,&quot;skewX&quot;:0,&quot;scale&quot;:{&quot;x&quot;:1,&quot;y&quot;:1}},&quot;opacity&quot;:0.16},&quot;913a76c4-83b9-4513-9407-a1c5cf98705a&quot;:{&quot;type&quot;:&quot;FIGURE_OBJECT&quot;,&quot;id&quot;:&quot;913a76c4-83b9-4513-9407-a1c5cf98705a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357828ce-8bc6-41f7-92d7-d93a4f55f53a&quot;,&quot;order&quot;:&quot;8&quot;},&quot;layout&quot;:{&quot;sizeRatio&quot;:{&quot;x&quot;:0.7071067811865476,&quot;y&quot;:0.7071067811865476},&quot;keepAspectRatio&quot;:true}},&quot;9d4c06fd-0671-4c15-815b-91f7d16ffcfa&quot;:{&quot;id&quot;:&quot;9d4c06fd-0671-4c15-815b-91f7d16ffcf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913a76c4-83b9-4513-9407-a1c5cf98705a&quot;,&quot;order&quot;:&quot;5&quot;}},&quot;d6ae1ca9-627c-4c43-b007-94efcd990e46&quot;:{&quot;type&quot;:&quot;FIGURE_OBJECT&quot;,&quot;id&quot;:&quot;d6ae1ca9-627c-4c43-b007-94efcd990e46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357828ce-8bc6-41f7-92d7-d93a4f55f53a&quot;,&quot;order&quot;:&quot;7&quot;},&quot;layout&quot;:{&quot;sizeRatio&quot;:{&quot;x&quot;:0.7071067811865476,&quot;y&quot;:0.7071067811865476},&quot;keepAspectRatio&quot;:true}},&quot;e48c787a-3323-4a1f-991b-b5a32fa16305&quot;:{&quot;id&quot;:&quot;e48c787a-3323-4a1f-991b-b5a32fa16305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d6ae1ca9-627c-4c43-b007-94efcd990e46&quot;,&quot;order&quot;:&quot;5&quot;}},&quot;a21bc853-31c5-4a68-9094-da0090e18977&quot;:{&quot;type&quot;:&quot;FIGURE_OBJECT&quot;,&quot;id&quot;:&quot;a21bc853-31c5-4a68-9094-da0090e18977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357828ce-8bc6-41f7-92d7-d93a4f55f53a&quot;,&quot;order&quot;:&quot;6&quot;},&quot;layout&quot;:{&quot;sizeRatio&quot;:{&quot;x&quot;:0.7071067811865476,&quot;y&quot;:0.7071067811865476},&quot;keepAspectRatio&quot;:true}},&quot;b565831d-95e1-41f8-94f4-19536b1c6c0e&quot;:{&quot;id&quot;:&quot;b565831d-95e1-41f8-94f4-19536b1c6c0e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a21bc853-31c5-4a68-9094-da0090e18977&quot;,&quot;order&quot;:&quot;5&quot;}},&quot;a4ab384d-241c-429e-8338-dce541684f7c&quot;:{&quot;type&quot;:&quot;FIGURE_OBJECT&quot;,&quot;id&quot;:&quot;a4ab384d-241c-429e-8338-dce541684f7c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55&quot;},&quot;layout&quot;:{&quot;sizeRatio&quot;:{&quot;x&quot;:0.7071067811865476,&quot;y&quot;:0.7071067811865476},&quot;keepAspectRatio&quot;:true}},&quot;3bbec944-5a6d-40a2-af29-00edfa220f66&quot;:{&quot;id&quot;:&quot;3bbec944-5a6d-40a2-af29-00edfa220f66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a4ab384d-241c-429e-8338-dce541684f7c&quot;,&quot;order&quot;:&quot;5&quot;}},&quot;a2a1c95f-0ee4-44b8-8e4b-0854e684d2d9&quot;:{&quot;type&quot;:&quot;FIGURE_OBJECT&quot;,&quot;id&quot;:&quot;a2a1c95f-0ee4-44b8-8e4b-0854e684d2d9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5&quot;},&quot;layout&quot;:{&quot;sizeRatio&quot;:{&quot;x&quot;:0.7071067811865476,&quot;y&quot;:0.7071067811865476},&quot;keepAspectRatio&quot;:true}},&quot;c14a70b8-e431-4f15-b5c9-410b03df1dcd&quot;:{&quot;id&quot;:&quot;c14a70b8-e431-4f15-b5c9-410b03df1dcd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a2a1c95f-0ee4-44b8-8e4b-0854e684d2d9&quot;,&quot;order&quot;:&quot;5&quot;}},&quot;f98f496f-93f3-4e30-99c0-ed86b3a98397&quot;:{&quot;type&quot;:&quot;FIGURE_OBJECT&quot;,&quot;id&quot;:&quot;f98f496f-93f3-4e30-99c0-ed86b3a98397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3&quot;},&quot;layout&quot;:{&quot;sizeRatio&quot;:{&quot;x&quot;:0.7071067811865476,&quot;y&quot;:0.7071067811865476},&quot;keepAspectRatio&quot;:true}},&quot;4b731f1a-7c59-4b06-943e-f247e50e0031&quot;:{&quot;id&quot;:&quot;4b731f1a-7c59-4b06-943e-f247e50e0031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98f496f-93f3-4e30-99c0-ed86b3a98397&quot;,&quot;order&quot;:&quot;5&quot;}},&quot;6fe345b9-b6a5-46b0-a284-d9e7f9f5ccf5&quot;:{&quot;type&quot;:&quot;FIGURE_OBJECT&quot;,&quot;id&quot;:&quot;6fe345b9-b6a5-46b0-a284-d9e7f9f5ccf5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357828ce-8bc6-41f7-92d7-d93a4f55f53a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c98171e7-a8af-46ca-a17b-29b39d014959&quot;:{&quot;type&quot;:&quot;FIGURE_OBJECT&quot;,&quot;id&quot;:&quot;c98171e7-a8af-46ca-a17b-29b39d014959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357828ce-8bc6-41f7-92d7-d93a4f55f53a&quot;,&quot;order&quot;:&quot;25&quot;},&quot;layout&quot;:{&quot;sizeRatio&quot;:{&quot;x&quot;:0.7071067811865476,&quot;y&quot;:0.7071067811865476},&quot;keepAspectRatio&quot;:true}},&quot;2757b460-56be-43ee-83d8-69a5aba65f9d&quot;:{&quot;id&quot;:&quot;2757b460-56be-43ee-83d8-69a5aba65f9d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c98171e7-a8af-46ca-a17b-29b39d014959&quot;,&quot;order&quot;:&quot;5&quot;}},&quot;77c22b9c-b533-4fae-a4dc-7254693134d8&quot;:{&quot;type&quot;:&quot;FIGURE_OBJECT&quot;,&quot;id&quot;:&quot;77c22b9c-b533-4fae-a4dc-7254693134d8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2&quot;},&quot;layout&quot;:{&quot;sizeRatio&quot;:{&quot;x&quot;:0.7071067811865476,&quot;y&quot;:0.7071067811865476},&quot;keepAspectRatio&quot;:true}},&quot;887cac91-4b8f-456b-8067-87e774ec882a&quot;:{&quot;id&quot;:&quot;887cac91-4b8f-456b-8067-87e774ec882a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77c22b9c-b533-4fae-a4dc-7254693134d8&quot;,&quot;order&quot;:&quot;5&quot;}},&quot;fd344aae-7f4d-4499-9c5f-a3300f08cf04&quot;:{&quot;type&quot;:&quot;FIGURE_OBJECT&quot;,&quot;id&quot;:&quot;fd344aae-7f4d-4499-9c5f-a3300f08cf04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357828ce-8bc6-41f7-92d7-d93a4f55f53a&quot;,&quot;order&quot;:&quot;1&quot;},&quot;layout&quot;:{&quot;sizeRatio&quot;:{&quot;x&quot;:0.7071067811865476,&quot;y&quot;:0.7071067811865476},&quot;keepAspectRatio&quot;:true}},&quot;fdfbf922-3d4d-49cd-92e7-9c38c0c2520c&quot;:{&quot;id&quot;:&quot;fdfbf922-3d4d-49cd-92e7-9c38c0c2520c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fd344aae-7f4d-4499-9c5f-a3300f08cf04&quot;,&quot;order&quot;:&quot;5&quot;}},&quot;b46eee26-ab43-4502-bd48-ab197e627dd8&quot;:{&quot;type&quot;:&quot;FIGURE_OBJECT&quot;,&quot;id&quot;:&quot;b46eee26-ab43-4502-bd48-ab197e627dd8&quot;,&quot;parent&quot;:{&quot;type&quot;:&quot;CHILD&quot;,&quot;parentId&quot;:&quot;b1b79a15-89bb-4873-9c62-004cd164c27d&quot;,&quot;order&quot;:&quot;58&quot;},&quot;relativeTransform&quot;:{&quot;translate&quot;:{&quot;x&quot;:-131.94595436463368,&quot;y&quot;:-17.988942114567976},&quot;rotate&quot;:0},&quot;opacity&quot;:0.28},&quot;88cf451b-8d4e-4d0e-9cdd-d334f3321cb0&quot;:{&quot;type&quot;:&quot;FIGURE_OBJECT&quot;,&quot;id&quot;:&quot;88cf451b-8d4e-4d0e-9cdd-d334f3321cb0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6eee26-ab43-4502-bd48-ab197e627dd8&quot;,&quot;order&quot;:&quot;5&quot;},&quot;connectorInfo&quot;:{&quot;type&quot;:&quot;ELBOW&quot;,&quot;offset&quot;:{&quot;x&quot;:0,&quot;y&quot;:0},&quot;bending&quot;:0.1,&quot;customized&quot;:true}},&quot;72e4352d-268a-4bf3-bd92-61ec76515bbe&quot;:{&quot;type&quot;:&quot;FIGURE_OBJECT&quot;,&quot;id&quot;:&quot;72e4352d-268a-4bf3-bd92-61ec76515bbe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6eee26-ab43-4502-bd48-ab197e627dd8&quot;,&quot;order&quot;:&quot;2&quot;},&quot;connectorInfo&quot;:{&quot;type&quot;:&quot;ELBOW&quot;,&quot;offset&quot;:{&quot;x&quot;:0,&quot;y&quot;:0},&quot;bending&quot;:0.1,&quot;customized&quot;:true}},&quot;f819c997-608a-4d43-bc62-753e1f4c532e&quot;:{&quot;type&quot;:&quot;FIGURE_OBJECT&quot;,&quot;id&quot;:&quot;f819c997-608a-4d43-bc62-753e1f4c532e&quot;,&quot;relativeTransform&quot;:{&quot;translate&quot;:{&quot;x&quot;:242.42989617203114,&quot;y&quot;:-299.28184858174234},&quot;rotate&quot;:0,&quot;skewX&quot;:0,&quot;scale&quot;:{&quot;x&quot;:1,&quot;y&quot;:1}},&quot;opacity&quot;:1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b1b79a15-89bb-4873-9c62-004cd164c27d&quot;,&quot;order&quot;:&quot;26&quot;},&quot;layout&quot;:{&quot;sizeRatio&quot;:{&quot;x&quot;:0.88,&quot;y&quot;:0.88},&quot;keepAspectRatio&quot;:false}},&quot;e0e18f5a-497a-4c22-93d6-268f04f472a7&quot;:{&quot;id&quot;:&quot;e0e18f5a-497a-4c22-93d6-268f04f472a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f819c997-608a-4d43-bc62-753e1f4c532e&quot;,&quot;order&quot;:&quot;5&quot;}},&quot;77ec45c9-54ad-477c-8656-cf6bd6fd9983&quot;:{&quot;type&quot;:&quot;FIGURE_OBJECT&quot;,&quot;id&quot;:&quot;77ec45c9-54ad-477c-8656-cf6bd6fd9983&quot;,&quot;relativeTransform&quot;:{&quot;translate&quot;:{&quot;x&quot;:-333.07561871344126,&quot;y&quot;:-299.28184858174234},&quot;rotate&quot;:0,&quot;skewX&quot;:0,&quot;scale&quot;:{&quot;x&quot;:1,&quot;y&quot;:1}},&quot;opacity&quot;:0.16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92&quot;},&quot;layout&quot;:{&quot;sizeRatio&quot;:{&quot;x&quot;:0.88,&quot;y&quot;:0.88},&quot;keepAspectRatio&quot;:false}},&quot;abc3f6e2-3343-4f9d-98e0-bd3bbb535d02&quot;:{&quot;id&quot;:&quot;abc3f6e2-3343-4f9d-98e0-bd3bbb535d0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77ec45c9-54ad-477c-8656-cf6bd6fd9983&quot;,&quot;order&quot;:&quot;5&quot;}},&quot;46819d42-58e5-4206-988e-3352e7459789&quot;:{&quot;id&quot;:&quot;46819d42-58e5-4206-988e-3352e7459789&quot;,&quot;type&quot;:&quot;FIGURE_OBJECT&quot;,&quot;relativeTransform&quot;:{&quot;translate&quot;:{&quot;x&quot;:-380.0015090934778,&quot;y&quot;:-236.17663863592978},&quot;rotate&quot;:-2.4492935982947064e-16,&quot;skewX&quot;:1.1030646434160693e-30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12,&quot;color&quot;:&quot;black&quot;},&quot;range&quot;:[0,82]}],&quot;text&quot;:&quot;For all 9 positions, libraries for all 20 amino acids are generated systematically:&quot;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0]}],&quot;text&quot;:&quot;1 amino acid is fix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2]}],&quot;text&quot;:&quot;the rest are randomiz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67}},&quot;format&quot;:&quot;BETTER_TEXT&quot;,&quot;size&quot;:{&quot;x&quot;:478.5658259274376,&quot;y&quot;:55},&quot;targetSize&quot;:{&quot;x&quot;:478.5658259274376,&quot;y&quot;:55}},&quot;parent&quot;:{&quot;type&quot;:&quot;CHILD&quot;,&quot;parentId&quot;:&quot;b1b79a15-89bb-4873-9c62-004cd164c27d&quot;,&quot;order&quot;:&quot;655&quot;},&quot;opacity&quot;:0.16},&quot;d4f5396a-bf23-487b-ae85-05eceb29e423&quot;:{&quot;type&quot;:&quot;FIGURE_OBJECT&quot;,&quot;id&quot;:&quot;d4f5396a-bf23-487b-ae85-05eceb29e423&quot;,&quot;relativeTransform&quot;:{&quot;translate&quot;:{&quot;x&quot;:-139.47065214037434,&quot;y&quot;:-17.85217579426234},&quot;rotate&quot;:0,&quot;skewX&quot;:0,&quot;scale&quot;:{&quot;x&quot;:1,&quot;y&quot;:1}},&quot;opacity&quot;:0.28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b1b79a15-89bb-4873-9c62-004cd164c27d&quot;,&quot;order&quot;:&quot;32&quot;},&quot;connectorInfo&quot;:{&quot;type&quot;:&quot;LINE&quot;,&quot;offset&quot;:{&quot;x&quot;:0,&quot;y&quot;:0},&quot;bending&quot;:0.1,&quot;customized&quot;:false}},&quot;01d393b2-f1fe-49be-baed-ea5c465b17d6&quot;:{&quot;type&quot;:&quot;FIGURE_OBJECT&quot;,&quot;id&quot;:&quot;01d393b2-f1fe-49be-baed-ea5c465b17d6&quot;,&quot;relativeTransform&quot;:{&quot;translate&quot;:{&quot;x&quot;:244.33257464592236,&quot;y&quot;:124.10860778027933},&quot;rotate&quot;:0,&quot;skewX&quot;:0,&quot;scale&quot;:{&quot;x&quot;:1,&quot;y&quot;:1}},&quot;opacity&quot;:0.28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35&quot;},&quot;layout&quot;:{&quot;sizeRatio&quot;:{&quot;x&quot;:0.88,&quot;y&quot;:0.88},&quot;keepAspectRatio&quot;:false}},&quot;f2ca3c07-1036-44e4-ad9b-caf730bf82e0&quot;:{&quot;id&quot;:&quot;f2ca3c07-1036-44e4-ad9b-caf730bf82e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01d393b2-f1fe-49be-baed-ea5c465b17d6&quot;,&quot;order&quot;:&quot;5&quot;}},&quot;7e6236ea-00d3-4acc-9ccc-c894f39c5dd2&quot;:{&quot;type&quot;:&quot;FIGURE_OBJECT&quot;,&quot;id&quot;:&quot;7e6236ea-00d3-4acc-9ccc-c894f39c5dd2&quot;,&quot;relativeTransform&quot;:{&quot;translate&quot;:{&quot;x&quot;:185.63198204309947,&quot;y&quot;:180.34834730606593},&quot;rotate&quot;:0,&quot;skewX&quot;:0,&quot;scale&quot;:{&quot;x&quot;:1,&quot;y&quot;:1}},&quot;opacity&quot;:0.28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33&quot;},&quot;layout&quot;:{&quot;sizeRatio&quot;:{&quot;x&quot;:0.88,&quot;y&quot;:0.88},&quot;keepAspectRatio&quot;:false}},&quot;bd6c0f83-1b4d-446e-a7eb-4e0f5992c246&quot;:{&quot;id&quot;:&quot;bd6c0f83-1b4d-446e-a7eb-4e0f5992c246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7e6236ea-00d3-4acc-9ccc-c894f39c5dd2&quot;,&quot;order&quot;:&quot;5&quot;}},&quot;2a06199d-b665-4df0-a426-0b352340673c&quot;:{&quot;type&quot;:&quot;FIGURE_OBJECT&quot;,&quot;id&quot;:&quot;2a06199d-b665-4df0-a426-0b352340673c&quot;,&quot;relativeTransform&quot;:{&quot;translate&quot;:{&quot;x&quot;:-325.62235813286367,&quot;y&quot;:12.999435422600698},&quot;rotate&quot;:0,&quot;skewX&quot;:0,&quot;scale&quot;:{&quot;x&quot;:1,&quot;y&quot;:1}},&quot;opacity&quot;:0.16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625&quot;},&quot;layout&quot;:{&quot;sizeRatio&quot;:{&quot;x&quot;:0.88,&quot;y&quot;:0.88},&quot;keepAspectRatio&quot;:false}},&quot;428c7a97-f517-4c90-bccd-9719b3f26e7f&quot;:{&quot;id&quot;:&quot;428c7a97-f517-4c90-bccd-9719b3f26e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2a06199d-b665-4df0-a426-0b352340673c&quot;,&quot;order&quot;:&quot;5&quot;}},&quot;c7922f7c-6c68-41ba-9798-000a9a828897&quot;:{&quot;id&quot;:&quot;c7922f7c-6c68-41ba-9798-000a9a82889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b1b79a15-89bb-4873-9c62-004cd164c27d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8d8597b7-e543-4f00-8aa4-01f24e5f3f1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d8597b7-e543-4f00-8aa4-01f24e5f3f14&quot;:{&quot;type&quot;:&quot;FIGURE_OBJECT&quot;,&quot;id&quot;:&quot;8d8597b7-e543-4f00-8aa4-01f24e5f3f14&quot;,&quot;path&quot;:{&quot;type&quot;:&quot;RECT&quot;,&quot;size&quot;:{&quot;x&quot;:566.4757982814266,&quot;y&quot;:172.66016229297242},&quot;cornerRounding&quot;:{&quot;type&quot;:&quot;ARC_LENGTH&quot;,&quot;global&quot;:0}},&quot;pathStyles&quot;:[{&quot;type&quot;:&quot;FILL&quot;,&quot;fillStyle&quot;:&quot;rgba(255,255,255,1)&quot;},{&quot;type&quot;:&quot;STROKE&quot;,&quot;strokeStyle&quot;:&quot;#DA291C&quot;,&quot;lineWidth&quot;:2,&quot;lineJoin&quot;:&quot;round&quot;}],&quot;parent&quot;:{&quot;type&quot;:&quot;CHILD&quot;,&quot;parentId&quot;:&quot;b1b79a15-89bb-4873-9c62-004cd164c27d&quot;,&quot;order&quot;:&quot;2&quot;},&quot;relativeTransform&quot;:{&quot;translate&quot;:{&quot;x&quot;:220.29002024241464,&quot;y&quot;:23.49185888976035},&quot;rotate&quot;:0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f819c997-608a-4d43-bc62-753e1f4c532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819c997-608a-4d43-bc62-753e1f4c532e&quot;:{&quot;type&quot;:&quot;FIGURE_OBJECT&quot;,&quot;id&quot;:&quot;f819c997-608a-4d43-bc62-753e1f4c532e&quot;,&quot;relativeTransform&quot;:{&quot;translate&quot;:{&quot;x&quot;:242.42989617203114,&quot;y&quot;:-299.28184858174234},&quot;rotate&quot;:0,&quot;skewX&quot;:0,&quot;scale&quot;:{&quot;x&quot;:1,&quot;y&quot;:1}},&quot;opacity&quot;:1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b1b79a15-89bb-4873-9c62-004cd164c27d&quot;,&quot;order&quot;:&quot;26&quot;},&quot;layout&quot;:{&quot;sizeRatio&quot;:{&quot;x&quot;:0.88,&quot;y&quot;:0.88},&quot;keepAspectRatio&quot;:false}},&quot;e0e18f5a-497a-4c22-93d6-268f04f472a7&quot;:{&quot;id&quot;:&quot;e0e18f5a-497a-4c22-93d6-268f04f472a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f819c997-608a-4d43-bc62-753e1f4c532e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d4f5396a-bf23-487b-ae85-05eceb29e42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4f5396a-bf23-487b-ae85-05eceb29e423&quot;:{&quot;type&quot;:&quot;FIGURE_OBJECT&quot;,&quot;id&quot;:&quot;d4f5396a-bf23-487b-ae85-05eceb29e423&quot;,&quot;relativeTransform&quot;:{&quot;translate&quot;:{&quot;x&quot;:-139.47065214037434,&quot;y&quot;:-17.85217579426234},&quot;rotate&quot;:0,&quot;skewX&quot;:0,&quot;scale&quot;:{&quot;x&quot;:1,&quot;y&quot;:1}},&quot;opacity&quot;:0.28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b1b79a15-89bb-4873-9c62-004cd164c27d&quot;,&quot;order&quot;:&quot;32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7e6236ea-00d3-4acc-9ccc-c894f39c5dd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e6236ea-00d3-4acc-9ccc-c894f39c5dd2&quot;:{&quot;type&quot;:&quot;FIGURE_OBJECT&quot;,&quot;id&quot;:&quot;7e6236ea-00d3-4acc-9ccc-c894f39c5dd2&quot;,&quot;relativeTransform&quot;:{&quot;translate&quot;:{&quot;x&quot;:185.63198204309947,&quot;y&quot;:180.34834730606593},&quot;rotate&quot;:0,&quot;skewX&quot;:0,&quot;scale&quot;:{&quot;x&quot;:1,&quot;y&quot;:1}},&quot;opacity&quot;:0.28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33&quot;},&quot;layout&quot;:{&quot;sizeRatio&quot;:{&quot;x&quot;:0.88,&quot;y&quot;:0.88},&quot;keepAspectRatio&quot;:false}},&quot;bd6c0f83-1b4d-446e-a7eb-4e0f5992c246&quot;:{&quot;id&quot;:&quot;bd6c0f83-1b4d-446e-a7eb-4e0f5992c246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7e6236ea-00d3-4acc-9ccc-c894f39c5dd2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01d393b2-f1fe-49be-baed-ea5c465b17d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1d393b2-f1fe-49be-baed-ea5c465b17d6&quot;:{&quot;type&quot;:&quot;FIGURE_OBJECT&quot;,&quot;id&quot;:&quot;01d393b2-f1fe-49be-baed-ea5c465b17d6&quot;,&quot;relativeTransform&quot;:{&quot;translate&quot;:{&quot;x&quot;:244.33257464592236,&quot;y&quot;:124.10860778027933},&quot;rotate&quot;:0,&quot;skewX&quot;:0,&quot;scale&quot;:{&quot;x&quot;:1,&quot;y&quot;:1}},&quot;opacity&quot;:0.28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35&quot;},&quot;layout&quot;:{&quot;sizeRatio&quot;:{&quot;x&quot;:0.88,&quot;y&quot;:0.88},&quot;keepAspectRatio&quot;:false}},&quot;f2ca3c07-1036-44e4-ad9b-caf730bf82e0&quot;:{&quot;id&quot;:&quot;f2ca3c07-1036-44e4-ad9b-caf730bf82e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01d393b2-f1fe-49be-baed-ea5c465b17d6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05bced0-03e6-43f5-93dc-873e4b44aa2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05bced0-03e6-43f5-93dc-873e4b44aa21&quot;:{&quot;type&quot;:&quot;FIGURE_OBJECT&quot;,&quot;id&quot;:&quot;c05bced0-03e6-43f5-93dc-873e4b44aa21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b1b79a15-89bb-4873-9c62-004cd164c27d&quot;,&quot;order&quot;:&quot;4&quot;},&quot;relativeTransform&quot;:{&quot;translate&quot;:{&quot;x&quot;:192.07722117334276,&quot;y&quot;:22.396947906672196},&quot;rotate&quot;:0},&quot;opacity&quot;:0.28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1401ed21-8795-4807-983d-c94ffb3152a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401ed21-8795-4807-983d-c94ffb3152a9&quot;:{&quot;type&quot;:&quot;FIGURE_OBJECT&quot;,&quot;id&quot;:&quot;1401ed21-8795-4807-983d-c94ffb3152a9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b1b79a15-89bb-4873-9c62-004cd164c27d&quot;,&quot;order&quot;:&quot;4&quot;},&quot;relativeTransform&quot;:{&quot;translate&quot;:{&quot;x&quot;:193.6543547075996,&quot;y&quot;:-126.07754914956907},&quot;rotate&quot;:0,&quot;skewX&quot;:0,&quot;scale&quot;:{&quot;x&quot;:1,&quot;y&quot;:1}},&quot;opacity&quot;:0.28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b46eee26-ab43-4502-bd48-ab197e627dd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46eee26-ab43-4502-bd48-ab197e627dd8&quot;:{&quot;type&quot;:&quot;FIGURE_OBJECT&quot;,&quot;id&quot;:&quot;b46eee26-ab43-4502-bd48-ab197e627dd8&quot;,&quot;parent&quot;:{&quot;type&quot;:&quot;CHILD&quot;,&quot;parentId&quot;:&quot;b1b79a15-89bb-4873-9c62-004cd164c27d&quot;,&quot;order&quot;:&quot;58&quot;},&quot;relativeTransform&quot;:{&quot;translate&quot;:{&quot;x&quot;:-131.94595436463368,&quot;y&quot;:-17.988942114567976},&quot;rotate&quot;:0},&quot;opacity&quot;:0.28},&quot;72e4352d-268a-4bf3-bd92-61ec76515bbe&quot;:{&quot;type&quot;:&quot;FIGURE_OBJECT&quot;,&quot;id&quot;:&quot;72e4352d-268a-4bf3-bd92-61ec76515bbe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6eee26-ab43-4502-bd48-ab197e627dd8&quot;,&quot;order&quot;:&quot;2&quot;},&quot;connectorInfo&quot;:{&quot;type&quot;:&quot;ELBOW&quot;,&quot;offset&quot;:{&quot;x&quot;:0,&quot;y&quot;:0},&quot;bending&quot;:0.1,&quot;customized&quot;:true}},&quot;88cf451b-8d4e-4d0e-9cdd-d334f3321cb0&quot;:{&quot;type&quot;:&quot;FIGURE_OBJECT&quot;,&quot;id&quot;:&quot;88cf451b-8d4e-4d0e-9cdd-d334f3321cb0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6eee26-ab43-4502-bd48-ab197e627dd8&quot;,&quot;order&quot;:&quot;5&quot;},&quot;connectorInfo&quot;:{&quot;type&quot;:&quot;ELBOW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2a06199d-b665-4df0-a426-0b352340673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a06199d-b665-4df0-a426-0b352340673c&quot;:{&quot;type&quot;:&quot;FIGURE_OBJECT&quot;,&quot;id&quot;:&quot;2a06199d-b665-4df0-a426-0b352340673c&quot;,&quot;relativeTransform&quot;:{&quot;translate&quot;:{&quot;x&quot;:-325.62235813286367,&quot;y&quot;:12.999435422600698},&quot;rotate&quot;:0,&quot;skewX&quot;:0,&quot;scale&quot;:{&quot;x&quot;:1,&quot;y&quot;:1}},&quot;opacity&quot;:0.16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625&quot;},&quot;layout&quot;:{&quot;sizeRatio&quot;:{&quot;x&quot;:0.88,&quot;y&quot;:0.88},&quot;keepAspectRatio&quot;:false}},&quot;428c7a97-f517-4c90-bccd-9719b3f26e7f&quot;:{&quot;id&quot;:&quot;428c7a97-f517-4c90-bccd-9719b3f26e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2a06199d-b665-4df0-a426-0b352340673c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77ec45c9-54ad-477c-8656-cf6bd6fd998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7ec45c9-54ad-477c-8656-cf6bd6fd9983&quot;:{&quot;type&quot;:&quot;FIGURE_OBJECT&quot;,&quot;id&quot;:&quot;77ec45c9-54ad-477c-8656-cf6bd6fd9983&quot;,&quot;relativeTransform&quot;:{&quot;translate&quot;:{&quot;x&quot;:-333.07561871344126,&quot;y&quot;:-299.28184858174234},&quot;rotate&quot;:0,&quot;skewX&quot;:0,&quot;scale&quot;:{&quot;x&quot;:1,&quot;y&quot;:1}},&quot;opacity&quot;:0.16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b1b79a15-89bb-4873-9c62-004cd164c27d&quot;,&quot;order&quot;:&quot;92&quot;},&quot;layout&quot;:{&quot;sizeRatio&quot;:{&quot;x&quot;:0.88,&quot;y&quot;:0.88},&quot;keepAspectRatio&quot;:false}},&quot;abc3f6e2-3343-4f9d-98e0-bd3bbb535d02&quot;:{&quot;id&quot;:&quot;abc3f6e2-3343-4f9d-98e0-bd3bbb535d0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77ec45c9-54ad-477c-8656-cf6bd6fd9983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6ec6f6d-31b5-4cf0-b8c4-f7536534664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6ec6f6d-31b5-4cf0-b8c4-f7536534664e&quot;:{&quot;type&quot;:&quot;FIGURE_OBJECT&quot;,&quot;id&quot;:&quot;c6ec6f6d-31b5-4cf0-b8c4-f7536534664e&quot;,&quot;parent&quot;:{&quot;type&quot;:&quot;CHILD&quot;,&quot;parentId&quot;:&quot;b1b79a15-89bb-4873-9c62-004cd164c27d&quot;,&quot;order&quot;:&quot;9967&quot;},&quot;relativeTransform&quot;:{&quot;translate&quot;:{&quot;x&quot;:98.80993547241178,&quot;y&quot;:-24.298610447199252},&quot;rotate&quot;:0,&quot;skewX&quot;:0,&quot;scale&quot;:{&quot;x&quot;:1,&quot;y&quot;:1}},&quot;opacity&quot;:0.16},&quot;21a8ff66-82be-4cce-aad2-e28fef6b8e5d&quot;:{&quot;id&quot;:&quot;21a8ff66-82be-4cce-aad2-e28fef6b8e5d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c6ec6f6d-31b5-4cf0-b8c4-f7536534664e&quot;,&quot;order&quot;:&quot;5&quot;}},&quot;8f010116-1418-4832-acc7-6f3c8897abad&quot;:{&quot;id&quot;:&quot;8f010116-1418-4832-acc7-6f3c8897abad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c6ec6f6d-31b5-4cf0-b8c4-f7536534664e&quot;,&quot;order&quot;:&quot;51&quot;}},&quot;57b0d58b-ac45-46ca-b090-a2b85bbbe358&quot;:{&quot;id&quot;:&quot;57b0d58b-ac45-46ca-b090-a2b85bbbe358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c6ec6f6d-31b5-4cf0-b8c4-f7536534664e&quot;,&quot;order&quot;:&quot;52&quot;}},&quot;b56c1789-27b7-4c80-a6d3-a23b251abcc3&quot;:{&quot;id&quot;:&quot;b56c1789-27b7-4c80-a6d3-a23b251abcc3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c6ec6f6d-31b5-4cf0-b8c4-f7536534664e&quot;,&quot;order&quot;:&quot;55&quot;}},&quot;2c745558-d9e6-4cd2-bb8c-67d0681a6832&quot;:{&quot;id&quot;:&quot;2c745558-d9e6-4cd2-bb8c-67d0681a6832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c6ec6f6d-31b5-4cf0-b8c4-f7536534664e&quot;,&quot;order&quot;:&quot;56&quot;}},&quot;d86180a4-30e5-46e8-af25-51dc59db0a4d&quot;:{&quot;id&quot;:&quot;d86180a4-30e5-46e8-af25-51dc59db0a4d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c6ec6f6d-31b5-4cf0-b8c4-f7536534664e&quot;,&quot;order&quot;:&quot;57&quot;}},&quot;b2f2a272-97c2-455d-af92-91f187c65d20&quot;:{&quot;id&quot;:&quot;b2f2a272-97c2-455d-af92-91f187c65d20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6ec6f6d-31b5-4cf0-b8c4-f7536534664e&quot;,&quot;order&quot;:&quot;6&quot;}},&quot;c43ee711-ea0d-4b59-92af-7da90954dc1d&quot;:{&quot;id&quot;:&quot;c43ee711-ea0d-4b59-92af-7da90954dc1d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c6ec6f6d-31b5-4cf0-b8c4-f7536534664e&quot;,&quot;order&quot;:&quot;61&quot;}},&quot;05dc9392-b4ee-4d38-a894-3efa7cd3c46f&quot;:{&quot;id&quot;:&quot;05dc9392-b4ee-4d38-a894-3efa7cd3c46f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c6ec6f6d-31b5-4cf0-b8c4-f7536534664e&quot;,&quot;order&quot;:&quot;62&quot;}},&quot;4d024b7f-ef75-449d-b8e4-b6cadc81fce5&quot;:{&quot;id&quot;:&quot;4d024b7f-ef75-449d-b8e4-b6cadc81fce5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c6ec6f6d-31b5-4cf0-b8c4-f7536534664e&quot;,&quot;order&quot;:&quot;65&quot;}},&quot;663ec22f-d7b2-49e8-a559-311e4392d51b&quot;:{&quot;id&quot;:&quot;663ec22f-d7b2-49e8-a559-311e4392d51b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6ec6f6d-31b5-4cf0-b8c4-f7536534664e&quot;,&quot;order&quot;:&quot;66&quot;}},&quot;809ad003-e83d-43f4-9446-9d287cb47c21&quot;:{&quot;id&quot;:&quot;809ad003-e83d-43f4-9446-9d287cb47c21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c6ec6f6d-31b5-4cf0-b8c4-f7536534664e&quot;,&quot;order&quot;:&quot;67&quot;}},&quot;28bb7373-4cdc-4207-8f74-a4ec4683ed0f&quot;:{&quot;id&quot;:&quot;28bb7373-4cdc-4207-8f74-a4ec4683ed0f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c6ec6f6d-31b5-4cf0-b8c4-f7536534664e&quot;,&quot;order&quot;:&quot;7&quot;}},&quot;19d16258-b91b-4ce2-8dab-6d6bc6472b18&quot;:{&quot;id&quot;:&quot;19d16258-b91b-4ce2-8dab-6d6bc6472b18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c6ec6f6d-31b5-4cf0-b8c4-f7536534664e&quot;,&quot;order&quot;:&quot;71&quot;}},&quot;16fa1982-3d41-4599-8719-d0dc4f172877&quot;:{&quot;id&quot;:&quot;16fa1982-3d41-4599-8719-d0dc4f172877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c6ec6f6d-31b5-4cf0-b8c4-f7536534664e&quot;,&quot;order&quot;:&quot;72&quot;}},&quot;f6afb4e6-4f21-409e-9699-2932ae36cc8a&quot;:{&quot;id&quot;:&quot;f6afb4e6-4f21-409e-9699-2932ae36cc8a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c6ec6f6d-31b5-4cf0-b8c4-f7536534664e&quot;,&quot;order&quot;:&quot;75&quot;}},&quot;ce832113-2e44-4d37-92dc-53878a9785a1&quot;:{&quot;id&quot;:&quot;ce832113-2e44-4d37-92dc-53878a9785a1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c6ec6f6d-31b5-4cf0-b8c4-f7536534664e&quot;,&quot;order&quot;:&quot;76&quot;}},&quot;36310289-ebc0-41db-a142-82bd41e76eeb&quot;:{&quot;id&quot;:&quot;36310289-ebc0-41db-a142-82bd41e76eeb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c6ec6f6d-31b5-4cf0-b8c4-f7536534664e&quot;,&quot;order&quot;:&quot;77&quot;}},&quot;72dfce0c-9a60-4801-b9eb-a4e111509d4d&quot;:{&quot;id&quot;:&quot;72dfce0c-9a60-4801-b9eb-a4e111509d4d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c6ec6f6d-31b5-4cf0-b8c4-f7536534664e&quot;,&quot;order&quot;:&quot;8&quot;}},&quot;711ccf41-7a47-4ee7-9a69-f7365f66c185&quot;:{&quot;id&quot;:&quot;711ccf41-7a47-4ee7-9a69-f7365f66c185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c6ec6f6d-31b5-4cf0-b8c4-f7536534664e&quot;,&quot;order&quot;:&quot;82&quot;}},&quot;b5bad1a8-086b-4f5c-ada4-223f47c051b6&quot;:{&quot;id&quot;:&quot;b5bad1a8-086b-4f5c-ada4-223f47c051b6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c6ec6f6d-31b5-4cf0-b8c4-f7536534664e&quot;,&quot;order&quot;:&quot;85&quot;}},&quot;030e1d3c-2365-4ee7-9a54-ca571b8b0a27&quot;:{&quot;id&quot;:&quot;030e1d3c-2365-4ee7-9a54-ca571b8b0a27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c6ec6f6d-31b5-4cf0-b8c4-f7536534664e&quot;,&quot;order&quot;:&quot;9&quot;}},&quot;5399dc8c-9d5a-4ea0-99a2-11b35c8898b6&quot;:{&quot;id&quot;:&quot;5399dc8c-9d5a-4ea0-99a2-11b35c8898b6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c6ec6f6d-31b5-4cf0-b8c4-f7536534664e&quot;,&quot;order&quot;:&quot;95&quot;}},&quot;e339be4a-a70b-48ff-afa1-2e6822fd9150&quot;:{&quot;type&quot;:&quot;FIGURE_OBJECT&quot;,&quot;id&quot;:&quot;e339be4a-a70b-48ff-afa1-2e6822fd9150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aa56cc7-1c74-4521-9a33-2fe7848341db&quot;:{&quot;type&quot;:&quot;FIGURE_OBJECT&quot;,&quot;id&quot;:&quot;caa56cc7-1c74-4521-9a33-2fe7848341db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9959d052-2ec0-4b84-b74b-959600d40a0d&quot;:{&quot;type&quot;:&quot;FIGURE_OBJECT&quot;,&quot;id&quot;:&quot;9959d052-2ec0-4b84-b74b-959600d40a0d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3121be88-3f83-4579-8415-b577cf493bd7&quot;:{&quot;type&quot;:&quot;FIGURE_OBJECT&quot;,&quot;id&quot;:&quot;3121be88-3f83-4579-8415-b577cf493bd7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91ab7bb-9b11-4330-b53b-bbdb69e365ac&quot;:{&quot;type&quot;:&quot;FIGURE_OBJECT&quot;,&quot;id&quot;:&quot;c91ab7bb-9b11-4330-b53b-bbdb69e365ac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ee53efa7-6736-4ff6-b825-2b8f8afcd523&quot;:{&quot;type&quot;:&quot;FIGURE_OBJECT&quot;,&quot;id&quot;:&quot;ee53efa7-6736-4ff6-b825-2b8f8afcd523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7278e298-718c-4212-a067-4dcaefc34a1d&quot;:{&quot;type&quot;:&quot;FIGURE_OBJECT&quot;,&quot;id&quot;:&quot;7278e298-718c-4212-a067-4dcaefc34a1d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c6ec6f6d-31b5-4cf0-b8c4-f7536534664e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da1bd47f-2ed0-481f-9871-97e1f9ca9ff4&quot;:{&quot;type&quot;:&quot;FIGURE_OBJECT&quot;,&quot;id&quot;:&quot;da1bd47f-2ed0-481f-9871-97e1f9ca9ff4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5695ffbb-5c22-434d-a364-108ee0f4d525&quot;:{&quot;type&quot;:&quot;FIGURE_OBJECT&quot;,&quot;id&quot;:&quot;5695ffbb-5c22-434d-a364-108ee0f4d525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1768b0ed-efbd-4683-b47f-8c6e997ded44&quot;:{&quot;type&quot;:&quot;FIGURE_OBJECT&quot;,&quot;id&quot;:&quot;1768b0ed-efbd-4683-b47f-8c6e997ded44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19a33872-5f98-494a-add7-6928171430af&quot;:{&quot;type&quot;:&quot;FIGURE_OBJECT&quot;,&quot;id&quot;:&quot;19a33872-5f98-494a-add7-6928171430af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25d37cb6-9b64-49a7-878e-e9c48cbf683c&quot;:{&quot;type&quot;:&quot;FIGURE_OBJECT&quot;,&quot;id&quot;:&quot;25d37cb6-9b64-49a7-878e-e9c48cbf683c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22938b58-09d4-49a2-9d5c-7fe9a7ab4066&quot;:{&quot;type&quot;:&quot;FIGURE_OBJECT&quot;,&quot;id&quot;:&quot;22938b58-09d4-49a2-9d5c-7fe9a7ab4066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ff1a1266-6262-4acd-ae40-65c21547ca83&quot;:{&quot;type&quot;:&quot;FIGURE_OBJECT&quot;,&quot;id&quot;:&quot;ff1a1266-6262-4acd-ae40-65c21547ca83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f6d756a3-4375-4ccd-b0a2-aa532c786ad9&quot;:{&quot;type&quot;:&quot;FIGURE_OBJECT&quot;,&quot;id&quot;:&quot;f6d756a3-4375-4ccd-b0a2-aa532c786ad9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b8ec57fc-f0a6-4bc8-996d-f9b5b4158d6e&quot;:{&quot;type&quot;:&quot;FIGURE_OBJECT&quot;,&quot;id&quot;:&quot;b8ec57fc-f0a6-4bc8-996d-f9b5b4158d6e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a8759a9f-7748-4e46-bbff-34ec2f408791&quot;:{&quot;type&quot;:&quot;FIGURE_OBJECT&quot;,&quot;id&quot;:&quot;a8759a9f-7748-4e46-bbff-34ec2f408791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7e1bc1cc-1870-4897-b301-e8478bf7a052&quot;:{&quot;type&quot;:&quot;FIGURE_OBJECT&quot;,&quot;id&quot;:&quot;7e1bc1cc-1870-4897-b301-e8478bf7a052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f9816670-1d40-4497-988b-7db2a5fd4eeb&quot;:{&quot;type&quot;:&quot;FIGURE_OBJECT&quot;,&quot;id&quot;:&quot;f9816670-1d40-4497-988b-7db2a5fd4eeb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33931273-7cfa-42e4-a4af-1691cf0de273&quot;:{&quot;type&quot;:&quot;FIGURE_OBJECT&quot;,&quot;id&quot;:&quot;33931273-7cfa-42e4-a4af-1691cf0de273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a16518d4-3109-4c96-9a4a-9c0277a2a07c&quot;:{&quot;type&quot;:&quot;FIGURE_OBJECT&quot;,&quot;id&quot;:&quot;a16518d4-3109-4c96-9a4a-9c0277a2a07c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756716fa-b117-4a6d-9737-2aa8588cfe9b&quot;:{&quot;type&quot;:&quot;FIGURE_OBJECT&quot;,&quot;id&quot;:&quot;756716fa-b117-4a6d-9737-2aa8588cfe9b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f0cfd99f-eb97-4b27-9a8a-13c59da784ab&quot;:{&quot;type&quot;:&quot;FIGURE_OBJECT&quot;,&quot;id&quot;:&quot;f0cfd99f-eb97-4b27-9a8a-13c59da784ab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6ec6f6d-31b5-4cf0-b8c4-f7536534664e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357828ce-8bc6-41f7-92d7-d93a4f55f53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57828ce-8bc6-41f7-92d7-d93a4f55f53a&quot;:{&quot;type&quot;:&quot;FIGURE_OBJECT&quot;,&quot;id&quot;:&quot;357828ce-8bc6-41f7-92d7-d93a4f55f53a&quot;,&quot;parent&quot;:{&quot;type&quot;:&quot;CHILD&quot;,&quot;parentId&quot;:&quot;b1b79a15-89bb-4873-9c62-004cd164c27d&quot;,&quot;order&quot;:&quot;9998&quot;},&quot;relativeTransform&quot;:{&quot;translate&quot;:{&quot;x&quot;:-447.26445110259164,&quot;y&quot;:-363.1311734908486},&quot;rotate&quot;:-1.5707963267948966,&quot;skewX&quot;:0,&quot;scale&quot;:{&quot;x&quot;:1,&quot;y&quot;:1}},&quot;opacity&quot;:0.16},&quot;fd344aae-7f4d-4499-9c5f-a3300f08cf04&quot;:{&quot;type&quot;:&quot;FIGURE_OBJECT&quot;,&quot;id&quot;:&quot;fd344aae-7f4d-4499-9c5f-a3300f08cf04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357828ce-8bc6-41f7-92d7-d93a4f55f53a&quot;,&quot;order&quot;:&quot;1&quot;},&quot;layout&quot;:{&quot;sizeRatio&quot;:{&quot;x&quot;:0.7071067811865476,&quot;y&quot;:0.7071067811865476},&quot;keepAspectRatio&quot;:true}},&quot;fdfbf922-3d4d-49cd-92e7-9c38c0c2520c&quot;:{&quot;id&quot;:&quot;fdfbf922-3d4d-49cd-92e7-9c38c0c2520c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fd344aae-7f4d-4499-9c5f-a3300f08cf04&quot;,&quot;order&quot;:&quot;5&quot;}},&quot;77c22b9c-b533-4fae-a4dc-7254693134d8&quot;:{&quot;type&quot;:&quot;FIGURE_OBJECT&quot;,&quot;id&quot;:&quot;77c22b9c-b533-4fae-a4dc-7254693134d8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2&quot;},&quot;layout&quot;:{&quot;sizeRatio&quot;:{&quot;x&quot;:0.7071067811865476,&quot;y&quot;:0.7071067811865476},&quot;keepAspectRatio&quot;:true}},&quot;887cac91-4b8f-456b-8067-87e774ec882a&quot;:{&quot;id&quot;:&quot;887cac91-4b8f-456b-8067-87e774ec882a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77c22b9c-b533-4fae-a4dc-7254693134d8&quot;,&quot;order&quot;:&quot;5&quot;}},&quot;c98171e7-a8af-46ca-a17b-29b39d014959&quot;:{&quot;type&quot;:&quot;FIGURE_OBJECT&quot;,&quot;id&quot;:&quot;c98171e7-a8af-46ca-a17b-29b39d014959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357828ce-8bc6-41f7-92d7-d93a4f55f53a&quot;,&quot;order&quot;:&quot;25&quot;},&quot;layout&quot;:{&quot;sizeRatio&quot;:{&quot;x&quot;:0.7071067811865476,&quot;y&quot;:0.7071067811865476},&quot;keepAspectRatio&quot;:true}},&quot;2757b460-56be-43ee-83d8-69a5aba65f9d&quot;:{&quot;id&quot;:&quot;2757b460-56be-43ee-83d8-69a5aba65f9d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c98171e7-a8af-46ca-a17b-29b39d014959&quot;,&quot;order&quot;:&quot;5&quot;}},&quot;6fe345b9-b6a5-46b0-a284-d9e7f9f5ccf5&quot;:{&quot;type&quot;:&quot;FIGURE_OBJECT&quot;,&quot;id&quot;:&quot;6fe345b9-b6a5-46b0-a284-d9e7f9f5ccf5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357828ce-8bc6-41f7-92d7-d93a4f55f53a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f98f496f-93f3-4e30-99c0-ed86b3a98397&quot;:{&quot;type&quot;:&quot;FIGURE_OBJECT&quot;,&quot;id&quot;:&quot;f98f496f-93f3-4e30-99c0-ed86b3a98397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3&quot;},&quot;layout&quot;:{&quot;sizeRatio&quot;:{&quot;x&quot;:0.7071067811865476,&quot;y&quot;:0.7071067811865476},&quot;keepAspectRatio&quot;:true}},&quot;4b731f1a-7c59-4b06-943e-f247e50e0031&quot;:{&quot;id&quot;:&quot;4b731f1a-7c59-4b06-943e-f247e50e0031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f98f496f-93f3-4e30-99c0-ed86b3a98397&quot;,&quot;order&quot;:&quot;5&quot;}},&quot;a2a1c95f-0ee4-44b8-8e4b-0854e684d2d9&quot;:{&quot;type&quot;:&quot;FIGURE_OBJECT&quot;,&quot;id&quot;:&quot;a2a1c95f-0ee4-44b8-8e4b-0854e684d2d9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5&quot;},&quot;layout&quot;:{&quot;sizeRatio&quot;:{&quot;x&quot;:0.7071067811865476,&quot;y&quot;:0.7071067811865476},&quot;keepAspectRatio&quot;:true}},&quot;c14a70b8-e431-4f15-b5c9-410b03df1dcd&quot;:{&quot;id&quot;:&quot;c14a70b8-e431-4f15-b5c9-410b03df1dcd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a2a1c95f-0ee4-44b8-8e4b-0854e684d2d9&quot;,&quot;order&quot;:&quot;5&quot;}},&quot;a4ab384d-241c-429e-8338-dce541684f7c&quot;:{&quot;type&quot;:&quot;FIGURE_OBJECT&quot;,&quot;id&quot;:&quot;a4ab384d-241c-429e-8338-dce541684f7c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357828ce-8bc6-41f7-92d7-d93a4f55f53a&quot;,&quot;order&quot;:&quot;55&quot;},&quot;layout&quot;:{&quot;sizeRatio&quot;:{&quot;x&quot;:0.7071067811865476,&quot;y&quot;:0.7071067811865476},&quot;keepAspectRatio&quot;:true}},&quot;3bbec944-5a6d-40a2-af29-00edfa220f66&quot;:{&quot;id&quot;:&quot;3bbec944-5a6d-40a2-af29-00edfa220f66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a4ab384d-241c-429e-8338-dce541684f7c&quot;,&quot;order&quot;:&quot;5&quot;}},&quot;a21bc853-31c5-4a68-9094-da0090e18977&quot;:{&quot;type&quot;:&quot;FIGURE_OBJECT&quot;,&quot;id&quot;:&quot;a21bc853-31c5-4a68-9094-da0090e18977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357828ce-8bc6-41f7-92d7-d93a4f55f53a&quot;,&quot;order&quot;:&quot;6&quot;},&quot;layout&quot;:{&quot;sizeRatio&quot;:{&quot;x&quot;:0.7071067811865476,&quot;y&quot;:0.7071067811865476},&quot;keepAspectRatio&quot;:true}},&quot;b565831d-95e1-41f8-94f4-19536b1c6c0e&quot;:{&quot;id&quot;:&quot;b565831d-95e1-41f8-94f4-19536b1c6c0e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a21bc853-31c5-4a68-9094-da0090e18977&quot;,&quot;order&quot;:&quot;5&quot;}},&quot;d6ae1ca9-627c-4c43-b007-94efcd990e46&quot;:{&quot;type&quot;:&quot;FIGURE_OBJECT&quot;,&quot;id&quot;:&quot;d6ae1ca9-627c-4c43-b007-94efcd990e46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357828ce-8bc6-41f7-92d7-d93a4f55f53a&quot;,&quot;order&quot;:&quot;7&quot;},&quot;layout&quot;:{&quot;sizeRatio&quot;:{&quot;x&quot;:0.7071067811865476,&quot;y&quot;:0.7071067811865476},&quot;keepAspectRatio&quot;:true}},&quot;e48c787a-3323-4a1f-991b-b5a32fa16305&quot;:{&quot;id&quot;:&quot;e48c787a-3323-4a1f-991b-b5a32fa16305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d6ae1ca9-627c-4c43-b007-94efcd990e46&quot;,&quot;order&quot;:&quot;5&quot;}},&quot;913a76c4-83b9-4513-9407-a1c5cf98705a&quot;:{&quot;type&quot;:&quot;FIGURE_OBJECT&quot;,&quot;id&quot;:&quot;913a76c4-83b9-4513-9407-a1c5cf98705a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357828ce-8bc6-41f7-92d7-d93a4f55f53a&quot;,&quot;order&quot;:&quot;8&quot;},&quot;layout&quot;:{&quot;sizeRatio&quot;:{&quot;x&quot;:0.7071067811865476,&quot;y&quot;:0.7071067811865476},&quot;keepAspectRatio&quot;:true}},&quot;9d4c06fd-0671-4c15-815b-91f7d16ffcfa&quot;:{&quot;id&quot;:&quot;9d4c06fd-0671-4c15-815b-91f7d16ffcfa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913a76c4-83b9-4513-9407-a1c5cf98705a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5467786-bfde-4210-8176-c5cb08114a6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5467786-bfde-4210-8176-c5cb08114a6b&quot;:{&quot;type&quot;:&quot;FIGURE_OBJECT&quot;,&quot;id&quot;:&quot;c5467786-bfde-4210-8176-c5cb08114a6b&quot;,&quot;relativeTransform&quot;:{&quot;translate&quot;:{&quot;x&quot;:-528.838992741979,&quot;y&quot;:-94.2274757892396},&quot;rotate&quot;:-1.570796326794897,&quot;skewX&quot;:0,&quot;scale&quot;:{&quot;x&quot;:1,&quot;y&quot;:1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b1b79a15-89bb-4873-9c62-004cd164c27d&quot;,&quot;order&quot;:&quot;9999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469b668e-fb5d-4d1c-876d-2faa92466cb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69b668e-fb5d-4d1c-876d-2faa92466cb3&quot;:{&quot;type&quot;:&quot;FIGURE_OBJECT&quot;,&quot;id&quot;:&quot;469b668e-fb5d-4d1c-876d-2faa92466cb3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b1b79a15-89bb-4873-9c62-004cd164c27d&quot;,&quot;order&quot;:&quot;99995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f6aeabf-6cb7-41c2-ab80-c35c61f27a5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f6aeabf-6cb7-41c2-ab80-c35c61f27a5e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cf6aeabf-6cb7-41c2-ab80-c35c61f27a5e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b1b79a15-89bb-4873-9c62-004cd164c27d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9db45388-c2e0-4380-8f41-53c903425e3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db45388-c2e0-4380-8f41-53c903425e31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9db45388-c2e0-4380-8f41-53c903425e31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b1b79a15-89bb-4873-9c62-004cd164c27d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3cbe9a6f-e9c4-46ef-ba95-b935bbbaf1e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cbe9a6f-e9c4-46ef-ba95-b935bbbaf1ea&quot;:{&quot;type&quot;:&quot;FIGURE_OBJECT&quot;,&quot;id&quot;:&quot;3cbe9a6f-e9c4-46ef-ba95-b935bbbaf1ea&quot;,&quot;parent&quot;:{&quot;type&quot;:&quot;CHILD&quot;,&quot;parentId&quot;:&quot;b1b79a15-89bb-4873-9c62-004cd164c27d&quot;,&quot;order&quot;:&quot;99999999998&quot;},&quot;relativeTransform&quot;:{&quot;translate&quot;:{&quot;x&quot;:27.327192973110066,&quot;y&quot;:-26.0373139648472},&quot;rotate&quot;:0,&quot;skewX&quot;:0,&quot;scale&quot;:{&quot;x&quot;:1,&quot;y&quot;:1}},&quot;opacity&quot;:0.16},&quot;5349d899-e4fb-47a5-a7ae-74d055e845f4&quot;:{&quot;type&quot;:&quot;FIGURE_OBJECT&quot;,&quot;id&quot;:&quot;5349d899-e4fb-47a5-a7ae-74d055e845f4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3cbe9a6f-e9c4-46ef-ba95-b935bbbaf1ea&quot;,&quot;order&quot;:&quot;01&quot;}},&quot;9a7294d9-79de-4adf-a44f-506f7b4f187a&quot;:{&quot;type&quot;:&quot;FIGURE_OBJECT&quot;,&quot;id&quot;:&quot;9a7294d9-79de-4adf-a44f-506f7b4f187a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03&quot;}},&quot;f62dff41-27b7-4408-82ae-9eb5fa5c8b64&quot;:{&quot;type&quot;:&quot;FIGURE_OBJECT&quot;,&quot;id&quot;:&quot;f62dff41-27b7-4408-82ae-9eb5fa5c8b64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06&quot;}},&quot;161111b4-ecfd-49e4-88a2-998c2d235d09&quot;:{&quot;type&quot;:&quot;FIGURE_OBJECT&quot;,&quot;id&quot;:&quot;161111b4-ecfd-49e4-88a2-998c2d235d09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3cbe9a6f-e9c4-46ef-ba95-b935bbbaf1ea&quot;,&quot;order&quot;:&quot;07&quot;}},&quot;49b3879b-44d1-4bab-8734-7371b2608d83&quot;:{&quot;type&quot;:&quot;FIGURE_OBJECT&quot;,&quot;id&quot;:&quot;49b3879b-44d1-4bab-8734-7371b2608d83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cbe9a6f-e9c4-46ef-ba95-b935bbbaf1ea&quot;,&quot;order&quot;:&quot;08&quot;}},&quot;009304b4-1727-4229-a83c-36c42b378a06&quot;:{&quot;type&quot;:&quot;FIGURE_OBJECT&quot;,&quot;id&quot;:&quot;009304b4-1727-4229-a83c-36c42b378a06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&quot;}},&quot;373e9756-38a2-4d4c-9256-b53d75807577&quot;:{&quot;type&quot;:&quot;FIGURE_OBJECT&quot;,&quot;id&quot;:&quot;373e9756-38a2-4d4c-9256-b53d75807577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1&quot;}},&quot;7962d2a3-ba7f-4465-902b-d88d55ddaffe&quot;:{&quot;type&quot;:&quot;FIGURE_OBJECT&quot;,&quot;id&quot;:&quot;7962d2a3-ba7f-4465-902b-d88d55ddaffe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2&quot;}},&quot;8418ff37-ae4e-4fd9-b675-4f60307f2894&quot;:{&quot;type&quot;:&quot;FIGURE_OBJECT&quot;,&quot;id&quot;:&quot;8418ff37-ae4e-4fd9-b675-4f60307f2894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5&quot;}},&quot;79eed5f1-f2ac-440e-8f01-31b532e08bcf&quot;:{&quot;type&quot;:&quot;FIGURE_OBJECT&quot;,&quot;id&quot;:&quot;79eed5f1-f2ac-440e-8f01-31b532e08bcf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9304b4-1727-4229-a83c-36c42b378a06&quot;,&quot;order&quot;:&quot;7&quot;}},&quot;62344668-1e73-4883-82a2-5e5ec01c9f1f&quot;:{&quot;type&quot;:&quot;FIGURE_OBJECT&quot;,&quot;id&quot;:&quot;62344668-1e73-4883-82a2-5e5ec01c9f1f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11&quot;}},&quot;a09e1ec6-97e8-4164-883c-b3784b10b199&quot;:{&quot;type&quot;:&quot;FIGURE_OBJECT&quot;,&quot;id&quot;:&quot;a09e1ec6-97e8-4164-883c-b3784b10b199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12&quot;}},&quot;3a3f3e6f-a811-4d78-abbb-60babda1d64a&quot;:{&quot;type&quot;:&quot;FIGURE_OBJECT&quot;,&quot;id&quot;:&quot;3a3f3e6f-a811-4d78-abbb-60babda1d64a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3&quot;}},&quot;88ec3e8c-cb6e-4fc1-9801-631adb5e272e&quot;:{&quot;type&quot;:&quot;FIGURE_OBJECT&quot;,&quot;id&quot;:&quot;88ec3e8c-cb6e-4fc1-9801-631adb5e272e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1&quot;}},&quot;f4e719d7-cce1-4ecc-af0b-bc8502ace159&quot;:{&quot;type&quot;:&quot;FIGURE_OBJECT&quot;,&quot;id&quot;:&quot;f4e719d7-cce1-4ecc-af0b-bc8502ace159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2&quot;}},&quot;1642efef-a550-441a-9f02-47f7121bdd90&quot;:{&quot;type&quot;:&quot;FIGURE_OBJECT&quot;,&quot;id&quot;:&quot;1642efef-a550-441a-9f02-47f7121bdd90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5&quot;}},&quot;be30a3ca-80b5-4e1e-9a0a-4012d6d2b5ca&quot;:{&quot;type&quot;:&quot;FIGURE_OBJECT&quot;,&quot;id&quot;:&quot;be30a3ca-80b5-4e1e-9a0a-4012d6d2b5ca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3a3f3e6f-a811-4d78-abbb-60babda1d64a&quot;,&quot;order&quot;:&quot;7&quot;}},&quot;e7a431f8-7bff-41dc-893f-bc4c7f707ea4&quot;:{&quot;type&quot;:&quot;FIGURE_OBJECT&quot;,&quot;id&quot;:&quot;e7a431f8-7bff-41dc-893f-bc4c7f707ea4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3cbe9a6f-e9c4-46ef-ba95-b935bbbaf1ea&quot;,&quot;order&quot;:&quot;15&quot;}},&quot;e8a34fc1-9a7a-44c9-9bbb-557385e67897&quot;:{&quot;type&quot;:&quot;FIGURE_OBJECT&quot;,&quot;id&quot;:&quot;e8a34fc1-9a7a-44c9-9bbb-557385e67897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3cbe9a6f-e9c4-46ef-ba95-b935bbbaf1ea&quot;,&quot;order&quot;:&quot;16&quot;}},&quot;f47cd1f6-9b54-4b60-8a53-6a98a4063098&quot;:{&quot;type&quot;:&quot;FIGURE_OBJECT&quot;,&quot;id&quot;:&quot;f47cd1f6-9b54-4b60-8a53-6a98a4063098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7&quot;}},&quot;ed5c9000-7f17-42fd-abe8-2ee2f604e48e&quot;:{&quot;type&quot;:&quot;FIGURE_OBJECT&quot;,&quot;id&quot;:&quot;ed5c9000-7f17-42fd-abe8-2ee2f604e48e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18&quot;}},&quot;48386c47-bed3-4808-a7aa-b2bd18a74abb&quot;:{&quot;type&quot;:&quot;FIGURE_OBJECT&quot;,&quot;id&quot;:&quot;48386c47-bed3-4808-a7aa-b2bd18a74abb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ed5c9000-7f17-42fd-abe8-2ee2f604e48e&quot;,&quot;order&quot;:&quot;2&quot;}},&quot;c32f4155-f97b-46f5-84fd-049b7428abec&quot;:{&quot;type&quot;:&quot;FIGURE_OBJECT&quot;,&quot;id&quot;:&quot;c32f4155-f97b-46f5-84fd-049b7428abec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5c9000-7f17-42fd-abe8-2ee2f604e48e&quot;,&quot;order&quot;:&quot;5&quot;}},&quot;2318ecf3-c694-4077-a153-3b6fdbb0b4a7&quot;:{&quot;type&quot;:&quot;FIGURE_OBJECT&quot;,&quot;id&quot;:&quot;2318ecf3-c694-4077-a153-3b6fdbb0b4a7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ed5c9000-7f17-42fd-abe8-2ee2f604e48e&quot;,&quot;order&quot;:&quot;7&quot;}},&quot;edeae019-5ce2-4529-a573-3508b0701232&quot;:{&quot;type&quot;:&quot;FIGURE_OBJECT&quot;,&quot;id&quot;:&quot;edeae019-5ce2-4529-a573-3508b0701232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cbe9a6f-e9c4-46ef-ba95-b935bbbaf1ea&quot;,&quot;order&quot;:&quot;2&quot;}},&quot;7d7d56d7-5e7d-4883-9761-c2662f6c1e95&quot;:{&quot;type&quot;:&quot;FIGURE_OBJECT&quot;,&quot;id&quot;:&quot;7d7d56d7-5e7d-4883-9761-c2662f6c1e95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1&quot;}},&quot;8962188b-6e59-43e4-864b-c42986b673e5&quot;:{&quot;type&quot;:&quot;FIGURE_OBJECT&quot;,&quot;id&quot;:&quot;8962188b-6e59-43e4-864b-c42986b673e5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2&quot;}},&quot;47a549c6-8bd7-4262-9736-5359ccca99a5&quot;:{&quot;type&quot;:&quot;FIGURE_OBJECT&quot;,&quot;id&quot;:&quot;47a549c6-8bd7-4262-9736-5359ccca99a5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5&quot;}},&quot;2e0e9c98-766f-44ef-bd9f-b741d52dc04d&quot;:{&quot;type&quot;:&quot;FIGURE_OBJECT&quot;,&quot;id&quot;:&quot;2e0e9c98-766f-44ef-bd9f-b741d52dc04d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deae019-5ce2-4529-a573-3508b0701232&quot;,&quot;order&quot;:&quot;7&quot;}},&quot;81875e6b-a56f-4d3b-935f-4362aa93962d&quot;:{&quot;type&quot;:&quot;FIGURE_OBJECT&quot;,&quot;id&quot;:&quot;81875e6b-a56f-4d3b-935f-4362aa93962d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cbe9a6f-e9c4-46ef-ba95-b935bbbaf1ea&quot;,&quot;order&quot;:&quot;205&quot;}},&quot;cba4a9e5-9674-488e-a2b6-71c66e8fa217&quot;:{&quot;type&quot;:&quot;FIGURE_OBJECT&quot;,&quot;id&quot;:&quot;cba4a9e5-9674-488e-a2b6-71c66e8fa217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cbe9a6f-e9c4-46ef-ba95-b935bbbaf1ea&quot;,&quot;order&quot;:&quot;21&quot;},&quot;connectorInfo&quot;:{&quot;type&quot;:&quot;LINE&quot;,&quot;offset&quot;:{&quot;x&quot;:0,&quot;y&quot;:0},&quot;bending&quot;:0.1,&quot;customized&quot;:true,&quot;connectedObjectAtLineStart&quot;:{&quot;objectId&quot;:&quot;81875e6b-a56f-4d3b-935f-4362aa93962d&quot;,&quot;coordinates&quot;:{&quot;x&quot;:0.03541995954524391,&quot;y&quot;:0.5110264097168954}}}},&quot;867c1122-8593-4993-8bb5-741a732d365d&quot;:{&quot;type&quot;:&quot;FIGURE_OBJECT&quot;,&quot;id&quot;:&quot;867c1122-8593-4993-8bb5-741a732d365d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cbe9a6f-e9c4-46ef-ba95-b935bbbaf1ea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8371534f-4f16-49d3-859b-8241f2e9f139&quot;:{&quot;type&quot;:&quot;FIGURE_OBJECT&quot;,&quot;id&quot;:&quot;8371534f-4f16-49d3-859b-8241f2e9f139&quot;,&quot;parent&quot;:{&quot;type&quot;:&quot;CHILD&quot;,&quot;parentId&quot;:&quot;3cbe9a6f-e9c4-46ef-ba95-b935bbbaf1ea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d5a7659b-f96d-4da2-892b-92c6b0d1610b&quot;:{&quot;relativeTransform&quot;:{&quot;translate&quot;:{&quot;x&quot;:463.7042165864883,&quot;y&quot;:-30.19675800023839},&quot;rotate&quot;:0},&quot;type&quot;:&quot;FIGURE_OBJECT&quot;,&quot;id&quot;:&quot;d5a7659b-f96d-4da2-892b-92c6b0d1610b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723bcdb3-945d-4eb5-82a7-dd87012429a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8371534f-4f16-49d3-859b-8241f2e9f139&quot;,&quot;order&quot;:&quot;2&quot;}},&quot;723bcdb3-945d-4eb5-82a7-dd87012429a7&quot;:{&quot;type&quot;:&quot;FIGURE_OBJECT&quot;,&quot;id&quot;:&quot;723bcdb3-945d-4eb5-82a7-dd87012429a7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b8f720b2-e573-4cdd-b496-fd257f3ff415&quot;:{&quot;type&quot;:&quot;FIGURE_OBJECT&quot;,&quot;id&quot;:&quot;b8f720b2-e573-4cdd-b496-fd257f3ff415&quot;,&quot;parent&quot;:{&quot;type&quot;:&quot;CHILD&quot;,&quot;parentId&quot;:&quot;723bcdb3-945d-4eb5-82a7-dd87012429a7&quot;,&quot;order&quot;:&quot;5&quot;},&quot;relativeTransform&quot;:{&quot;translate&quot;:{&quot;x&quot;:0,&quot;y&quot;:0},&quot;rotate&quot;:0,&quot;skewX&quot;:0,&quot;scale&quot;:{&quot;x&quot;:1,&quot;y&quot;:1}}},&quot;a400b393-45b5-48bd-945f-45bad608d89d&quot;:{&quot;type&quot;:&quot;FIGURE_OBJECT&quot;,&quot;id&quot;:&quot;a400b393-45b5-48bd-945f-45bad608d89d&quot;,&quot;parent&quot;:{&quot;type&quot;:&quot;CHILD&quot;,&quot;parentId&quot;:&quot;b8f720b2-e573-4cdd-b496-fd257f3ff415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1d664763-f7e9-4a21-aa50-78ac01cfb0ae&quot;:{&quot;type&quot;:&quot;FIGURE_OBJECT&quot;,&quot;id&quot;:&quot;1d664763-f7e9-4a21-aa50-78ac01cfb0ae&quot;,&quot;parent&quot;:{&quot;type&quot;:&quot;CHILD&quot;,&quot;parentId&quot;:&quot;b8f720b2-e573-4cdd-b496-fd257f3ff415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0330ded0-5554-4b82-adea-5b60a5d2f3b5&quot;:{&quot;type&quot;:&quot;FIGURE_OBJECT&quot;,&quot;id&quot;:&quot;0330ded0-5554-4b82-adea-5b60a5d2f3b5&quot;,&quot;parent&quot;:{&quot;type&quot;:&quot;CHILD&quot;,&quot;parentId&quot;:&quot;b8f720b2-e573-4cdd-b496-fd257f3ff415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00fdffc6-f056-48a4-bd45-273d610725e3&quot;:{&quot;relativeTransform&quot;:{&quot;translate&quot;:{&quot;x&quot;:88.93304468831501,&quot;y&quot;:-30.053453610426228},&quot;rotate&quot;:-2.4492935982947064e-16},&quot;type&quot;:&quot;FIGURE_OBJECT&quot;,&quot;id&quot;:&quot;00fdffc6-f056-48a4-bd45-273d610725e3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d5cd1cc2-aee2-4140-80a8-44a8f94650e2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8371534f-4f16-49d3-859b-8241f2e9f139&quot;,&quot;order&quot;:&quot;5&quot;}},&quot;d5cd1cc2-aee2-4140-80a8-44a8f94650e2&quot;:{&quot;type&quot;:&quot;FIGURE_OBJECT&quot;,&quot;id&quot;:&quot;d5cd1cc2-aee2-4140-80a8-44a8f94650e2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be6140ae-52b1-42ec-b1c8-d10a37efabdd&quot;:{&quot;type&quot;:&quot;FIGURE_OBJECT&quot;,&quot;id&quot;:&quot;be6140ae-52b1-42ec-b1c8-d10a37efabdd&quot;,&quot;parent&quot;:{&quot;type&quot;:&quot;CHILD&quot;,&quot;parentId&quot;:&quot;d5cd1cc2-aee2-4140-80a8-44a8f94650e2&quot;,&quot;order&quot;:&quot;5&quot;},&quot;relativeTransform&quot;:{&quot;translate&quot;:{&quot;x&quot;:0,&quot;y&quot;:0},&quot;rotate&quot;:0,&quot;skewX&quot;:0,&quot;scale&quot;:{&quot;x&quot;:1,&quot;y&quot;:1}}},&quot;b8d5f825-e807-4cb1-8b3e-3fb0f3d45cf4&quot;:{&quot;type&quot;:&quot;FIGURE_OBJECT&quot;,&quot;id&quot;:&quot;b8d5f825-e807-4cb1-8b3e-3fb0f3d45cf4&quot;,&quot;parent&quot;:{&quot;type&quot;:&quot;CHILD&quot;,&quot;parentId&quot;:&quot;be6140ae-52b1-42ec-b1c8-d10a37efabdd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9b9395b1-04bd-4b3e-bf12-c6228632bce5&quot;:{&quot;type&quot;:&quot;FIGURE_OBJECT&quot;,&quot;id&quot;:&quot;9b9395b1-04bd-4b3e-bf12-c6228632bce5&quot;,&quot;parent&quot;:{&quot;type&quot;:&quot;CHILD&quot;,&quot;parentId&quot;:&quot;be6140ae-52b1-42ec-b1c8-d10a37efabdd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e3e0d2ae-4345-45f2-a7de-b740ded8b267&quot;:{&quot;type&quot;:&quot;FIGURE_OBJECT&quot;,&quot;id&quot;:&quot;e3e0d2ae-4345-45f2-a7de-b740ded8b267&quot;,&quot;parent&quot;:{&quot;type&quot;:&quot;CHILD&quot;,&quot;parentId&quot;:&quot;be6140ae-52b1-42ec-b1c8-d10a37efabdd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abc59f2c-320b-44e1-8267-72d688c25ddb&quot;:{&quot;type&quot;:&quot;FIGURE_OBJECT&quot;,&quot;id&quot;:&quot;abc59f2c-320b-44e1-8267-72d688c25ddb&quot;,&quot;parent&quot;:{&quot;type&quot;:&quot;CROP&quot;,&quot;parentId&quot;:&quot;8371534f-4f16-49d3-859b-8241f2e9f139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c7c0272e-2ee5-4b3d-9ea1-8d4d1f60b320&quot;:{&quot;id&quot;:&quot;c7c0272e-2ee5-4b3d-9ea1-8d4d1f60b320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cbe9a6f-e9c4-46ef-ba95-b935bbbaf1ea&quot;,&quot;order&quot;:&quot;005&quot;}},&quot;8d426d2e-f0df-49f0-a79f-abaed3333862&quot;:{&quot;id&quot;:&quot;8d426d2e-f0df-49f0-a79f-abaed3333862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cbe9a6f-e9c4-46ef-ba95-b935bbbaf1ea&quot;,&quot;order&quot;:&quot;02&quot;}},&quot;17e9b0ce-52a1-4132-971d-04e10d0f4a45&quot;:{&quot;type&quot;:&quot;FIGURE_OBJECT&quot;,&quot;id&quot;:&quot;17e9b0ce-52a1-4132-971d-04e10d0f4a45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3&quot;}},&quot;961e2a0d-2b3a-4aa1-9816-909da3e431ef&quot;:{&quot;type&quot;:&quot;FIGURE_OBJECT&quot;,&quot;id&quot;:&quot;961e2a0d-2b3a-4aa1-9816-909da3e431ef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5&quot;}},&quot;94050b93-845b-470b-ae61-dc82dd4c45e9&quot;:{&quot;type&quot;:&quot;FIGURE_OBJECT&quot;,&quot;id&quot;:&quot;94050b93-845b-470b-ae61-dc82dd4c45e9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6&quot;}},&quot;a7a744ff-02d8-4111-9691-28332bf9f626&quot;:{&quot;type&quot;:&quot;FIGURE_OBJECT&quot;,&quot;id&quot;:&quot;a7a744ff-02d8-4111-9691-28332bf9f626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7&quot;}},&quot;89499778-eb81-466c-97c5-3d332a451db9&quot;:{&quot;type&quot;:&quot;FIGURE_OBJECT&quot;,&quot;id&quot;:&quot;89499778-eb81-466c-97c5-3d332a451db9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28&quot;}},&quot;a2ecd9fb-fb1d-48c3-a89e-1e1b84eb401b&quot;:{&quot;type&quot;:&quot;FIGURE_OBJECT&quot;,&quot;id&quot;:&quot;a2ecd9fb-fb1d-48c3-a89e-1e1b84eb401b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&quot;}},&quot;e36cc07b-42df-4f2d-ad5f-0a1004cec0be&quot;:{&quot;type&quot;:&quot;FIGURE_OBJECT&quot;,&quot;id&quot;:&quot;e36cc07b-42df-4f2d-ad5f-0a1004cec0be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2&quot;}},&quot;7e9f45f2-9a5f-4680-b30b-9893f5dd9e02&quot;:{&quot;type&quot;:&quot;FIGURE_OBJECT&quot;,&quot;id&quot;:&quot;7e9f45f2-9a5f-4680-b30b-9893f5dd9e02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5&quot;}},&quot;185a0a79-73be-4d1b-a506-d87033b7974f&quot;:{&quot;type&quot;:&quot;FIGURE_OBJECT&quot;,&quot;id&quot;:&quot;185a0a79-73be-4d1b-a506-d87033b7974f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37&quot;}},&quot;017688ba-ecc8-4419-b098-901c210d9e5f&quot;:{&quot;type&quot;:&quot;FIGURE_OBJECT&quot;,&quot;id&quot;:&quot;017688ba-ecc8-4419-b098-901c210d9e5f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&quot;}},&quot;f53082a3-7d6a-46ce-b9c6-028edb76417a&quot;:{&quot;type&quot;:&quot;FIGURE_OBJECT&quot;,&quot;id&quot;:&quot;f53082a3-7d6a-46ce-b9c6-028edb76417a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2&quot;}},&quot;d647ac52-7b89-4483-ae7f-c551144a4562&quot;:{&quot;type&quot;:&quot;FIGURE_OBJECT&quot;,&quot;id&quot;:&quot;d647ac52-7b89-4483-ae7f-c551144a4562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5&quot;}},&quot;ff9f27ba-b729-47ad-85fb-14a7a971a12e&quot;:{&quot;type&quot;:&quot;FIGURE_OBJECT&quot;,&quot;id&quot;:&quot;ff9f27ba-b729-47ad-85fb-14a7a971a12e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47&quot;}},&quot;112c3cf8-7bc5-4a1b-a9a8-cb980138629b&quot;:{&quot;type&quot;:&quot;FIGURE_OBJECT&quot;,&quot;id&quot;:&quot;112c3cf8-7bc5-4a1b-a9a8-cb980138629b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&quot;}},&quot;2dd41f6f-0c62-44ec-98f5-b34a0d5b8a51&quot;:{&quot;type&quot;:&quot;FIGURE_OBJECT&quot;,&quot;id&quot;:&quot;2dd41f6f-0c62-44ec-98f5-b34a0d5b8a51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05&quot;}},&quot;4750a9da-b22e-423a-ae72-6f2a7f159672&quot;:{&quot;type&quot;:&quot;FIGURE_OBJECT&quot;,&quot;id&quot;:&quot;4750a9da-b22e-423a-ae72-6f2a7f159672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1&quot;}},&quot;8ce9141c-d046-47bb-9060-c4a5ffcf4c9d&quot;:{&quot;type&quot;:&quot;FIGURE_OBJECT&quot;,&quot;id&quot;:&quot;8ce9141c-d046-47bb-9060-c4a5ffcf4c9d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2&quot;}},&quot;cffb3b0f-3c90-4f65-ba8e-15c73d8872c1&quot;:{&quot;type&quot;:&quot;FIGURE_OBJECT&quot;,&quot;id&quot;:&quot;cffb3b0f-3c90-4f65-ba8e-15c73d8872c1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3&quot;}},&quot;01b27ec3-9ad1-4e7a-aa4a-c73cb0794256&quot;:{&quot;type&quot;:&quot;FIGURE_OBJECT&quot;,&quot;id&quot;:&quot;01b27ec3-9ad1-4e7a-aa4a-c73cb0794256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5&quot;}},&quot;b8988d30-0042-4ec8-9b47-c9eadaee9120&quot;:{&quot;type&quot;:&quot;FIGURE_OBJECT&quot;,&quot;id&quot;:&quot;b8988d30-0042-4ec8-9b47-c9eadaee9120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6&quot;}},&quot;2989ebc5-8805-438c-ac3c-d6e01de2d0ac&quot;:{&quot;type&quot;:&quot;FIGURE_OBJECT&quot;,&quot;id&quot;:&quot;2989ebc5-8805-438c-ac3c-d6e01de2d0ac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7&quot;}},&quot;1b8e7a9a-9fc2-4acc-af75-595d76b094bb&quot;:{&quot;type&quot;:&quot;FIGURE_OBJECT&quot;,&quot;id&quot;:&quot;1b8e7a9a-9fc2-4acc-af75-595d76b094bb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58&quot;}},&quot;8eddcc5b-49ae-47b1-948e-dbc047b413a2&quot;:{&quot;type&quot;:&quot;FIGURE_OBJECT&quot;,&quot;id&quot;:&quot;8eddcc5b-49ae-47b1-948e-dbc047b413a2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&quot;}},&quot;cc1fd80e-cbfc-4f2e-8164-568fe19e4288&quot;:{&quot;type&quot;:&quot;FIGURE_OBJECT&quot;,&quot;id&quot;:&quot;cc1fd80e-cbfc-4f2e-8164-568fe19e4288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1&quot;}},&quot;76bccc95-f03e-494f-b586-d76cbbd008a3&quot;:{&quot;type&quot;:&quot;FIGURE_OBJECT&quot;,&quot;id&quot;:&quot;76bccc95-f03e-494f-b586-d76cbbd008a3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2&quot;}},&quot;c7c8e2e9-19b5-4428-82d5-a8fda6d6a07c&quot;:{&quot;type&quot;:&quot;FIGURE_OBJECT&quot;,&quot;id&quot;:&quot;c7c8e2e9-19b5-4428-82d5-a8fda6d6a07c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3&quot;}},&quot;1042617b-c5b6-4f16-b6ac-d6d68ab214ba&quot;:{&quot;type&quot;:&quot;FIGURE_OBJECT&quot;,&quot;id&quot;:&quot;1042617b-c5b6-4f16-b6ac-d6d68ab214ba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5&quot;}},&quot;07a4b8ea-c9fa-4d98-9b9e-6476e0ca6178&quot;:{&quot;type&quot;:&quot;FIGURE_OBJECT&quot;,&quot;id&quot;:&quot;07a4b8ea-c9fa-4d98-9b9e-6476e0ca6178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6&quot;}},&quot;1c667be3-081a-4b33-9ba8-e692c68c1cb4&quot;:{&quot;type&quot;:&quot;FIGURE_OBJECT&quot;,&quot;id&quot;:&quot;1c667be3-081a-4b33-9ba8-e692c68c1cb4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7&quot;}},&quot;d940acbe-cac2-4ec7-adc4-e59e257b7b66&quot;:{&quot;type&quot;:&quot;FIGURE_OBJECT&quot;,&quot;id&quot;:&quot;d940acbe-cac2-4ec7-adc4-e59e257b7b66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68&quot;}},&quot;15a5d778-82d3-497d-b884-86650d764f50&quot;:{&quot;type&quot;:&quot;FIGURE_OBJECT&quot;,&quot;id&quot;:&quot;15a5d778-82d3-497d-b884-86650d764f50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&quot;}},&quot;5f54e3a2-a9e6-4f07-a6f7-6ad5cf34b270&quot;:{&quot;type&quot;:&quot;FIGURE_OBJECT&quot;,&quot;id&quot;:&quot;5f54e3a2-a9e6-4f07-a6f7-6ad5cf34b270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1&quot;}},&quot;2a294cc8-33da-4b81-9eb3-6702fd42df23&quot;:{&quot;type&quot;:&quot;FIGURE_OBJECT&quot;,&quot;id&quot;:&quot;2a294cc8-33da-4b81-9eb3-6702fd42df23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2&quot;}},&quot;a4e2ac73-d94c-450b-85bd-334b2540b296&quot;:{&quot;type&quot;:&quot;FIGURE_OBJECT&quot;,&quot;id&quot;:&quot;a4e2ac73-d94c-450b-85bd-334b2540b296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3&quot;}},&quot;86ddac27-2613-4035-8dbb-a499b64565b5&quot;:{&quot;type&quot;:&quot;FIGURE_OBJECT&quot;,&quot;id&quot;:&quot;86ddac27-2613-4035-8dbb-a499b64565b5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5&quot;}},&quot;04d991c8-647e-4efa-8938-0bbd46cd2e21&quot;:{&quot;type&quot;:&quot;FIGURE_OBJECT&quot;,&quot;id&quot;:&quot;04d991c8-647e-4efa-8938-0bbd46cd2e21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cbe9a6f-e9c4-46ef-ba95-b935bbbaf1ea&quot;,&quot;order&quot;:&quot;76&quot;}},&quot;3baef89f-d41a-443f-a4b5-0ece18b78c9c&quot;:{&quot;type&quot;:&quot;FIGURE_OBJECT&quot;,&quot;id&quot;:&quot;3baef89f-d41a-443f-a4b5-0ece18b78c9c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3cbe9a6f-e9c4-46ef-ba95-b935bbbaf1ea&quot;,&quot;order&quot;:&quot;77&quot;}},&quot;5b5ac34a-d667-4c28-a230-6778648ebafc&quot;:{&quot;type&quot;:&quot;FIGURE_OBJECT&quot;,&quot;id&quot;:&quot;5b5ac34a-d667-4c28-a230-6778648ebafc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78&quot;}},&quot;344182f0-e4bb-408e-82c6-52fb2d020fcd&quot;:{&quot;type&quot;:&quot;FIGURE_OBJECT&quot;,&quot;id&quot;:&quot;344182f0-e4bb-408e-82c6-52fb2d020fcd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&quot;}},&quot;23879277-38df-4f60-89fe-e2ead1650571&quot;:{&quot;type&quot;:&quot;FIGURE_OBJECT&quot;,&quot;id&quot;:&quot;23879277-38df-4f60-89fe-e2ead1650571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2&quot;}},&quot;38c40461-9950-4b50-b478-c44f1745bc31&quot;:{&quot;type&quot;:&quot;FIGURE_OBJECT&quot;,&quot;id&quot;:&quot;38c40461-9950-4b50-b478-c44f1745bc31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5&quot;}},&quot;34b291b8-6a37-485f-a60b-a4ec5314cde5&quot;:{&quot;type&quot;:&quot;FIGURE_OBJECT&quot;,&quot;id&quot;:&quot;34b291b8-6a37-485f-a60b-a4ec5314cde5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87&quot;}},&quot;28495200-bd94-4688-ba86-4f0f6a5ea5c0&quot;:{&quot;type&quot;:&quot;FIGURE_OBJECT&quot;,&quot;id&quot;:&quot;28495200-bd94-4688-ba86-4f0f6a5ea5c0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&quot;}},&quot;4de0ee5e-60e0-4a13-a8b1-6758a351220f&quot;:{&quot;type&quot;:&quot;FIGURE_OBJECT&quot;,&quot;id&quot;:&quot;4de0ee5e-60e0-4a13-a8b1-6758a351220f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2&quot;}},&quot;1e493be2-22ef-41c2-aeb2-4d2e980b3886&quot;:{&quot;type&quot;:&quot;FIGURE_OBJECT&quot;,&quot;id&quot;:&quot;1e493be2-22ef-41c2-aeb2-4d2e980b3886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5&quot;}},&quot;72aef949-fb0b-472e-8b5c-a445b6082088&quot;:{&quot;type&quot;:&quot;FIGURE_OBJECT&quot;,&quot;id&quot;:&quot;72aef949-fb0b-472e-8b5c-a445b6082088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cbe9a6f-e9c4-46ef-ba95-b935bbbaf1ea&quot;,&quot;order&quot;:&quot;97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e3d57661-8339-4476-890b-dd3694e2c9f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3d57661-8339-4476-890b-dd3694e2c9f3&quot;:{&quot;type&quot;:&quot;FIGURE_OBJECT&quot;,&quot;id&quot;:&quot;e3d57661-8339-4476-890b-dd3694e2c9f3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0.28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b1b79a15-89bb-4873-9c62-004cd164c27d&quot;,&quot;order&quot;:&quot;9999999999986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8c1e85c2-2584-40ed-8bc1-f7c906c54c0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c1e85c2-2584-40ed-8bc1-f7c906c54c07&quot;:{&quot;type&quot;:&quot;FIGURE_OBJECT&quot;,&quot;id&quot;:&quot;8c1e85c2-2584-40ed-8bc1-f7c906c54c07&quot;,&quot;relativeTransform&quot;:{&quot;translate&quot;:{&quot;x&quot;:-15.175993706673184,&quot;y&quot;:192.0219208225249},&quot;rotate&quot;:-0.4413105726068125,&quot;skewX&quot;:0,&quot;scale&quot;:{&quot;x&quot;:1,&quot;y&quot;:1}},&quot;opacity&quot;:0.28,&quot;path&quot;:{&quot;type&quot;:&quot;POLY_LINE&quot;,&quot;points&quot;:[{&quot;x&quot;:10.258905163828206,&quot;y&quot;:3.102795738977075},{&quot;x&quot;:5.284890538941804,&quot;y&quot;:-3.1008837282934567},{&quot;x&quot;:-0.3108759140554002,&quot;y&quot;:2.494882724703746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b1b79a15-89bb-4873-9c62-004cd164c27d&quot;,&quot;order&quot;:&quot;9999999999987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371f6513-9d3b-4c44-8a9c-c2f28e9c997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71f6513-9d3b-4c44-8a9c-c2f28e9c9970&quot;:{&quot;type&quot;:&quot;FIGURE_OBJECT&quot;,&quot;id&quot;:&quot;371f6513-9d3b-4c44-8a9c-c2f28e9c9970&quot;,&quot;relativeTransform&quot;:{&quot;translate&quot;:{&quot;x&quot;:-40.16846732518931,&quot;y&quot;:202.20048008950235},&quot;rotate&quot;:0,&quot;skewX&quot;:0,&quot;scale&quot;:{&quot;x&quot;:1,&quot;y&quot;:1}},&quot;opacity&quot;:0.28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b1b79a15-89bb-4873-9c62-004cd164c27d&quot;,&quot;order&quot;:&quot;9999999999988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9fa06467-55b7-4af7-b44b-d6ba704e58a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fa06467-55b7-4af7-b44b-d6ba704e58a8&quot;:{&quot;type&quot;:&quot;FIGURE_OBJECT&quot;,&quot;id&quot;:&quot;9fa06467-55b7-4af7-b44b-d6ba704e58a8&quot;,&quot;relativeTransform&quot;:{&quot;translate&quot;:{&quot;x&quot;:4.866038401088101,&quot;y&quot;:200.8093392738215},&quot;rotate&quot;:2.4657944107428795,&quot;skewX&quot;:0,&quot;scale&quot;:{&quot;x&quot;:1,&quot;y&quot;:1}},&quot;opacity&quot;:0.28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b1b79a15-89bb-4873-9c62-004cd164c27d&quot;,&quot;order&quot;:&quot;999999999999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b07738c0-5ee3-4f41-9bd1-ed107313817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07738c0-5ee3-4f41-9bd1-ed1073138171&quot;:{&quot;type&quot;:&quot;FIGURE_OBJECT&quot;,&quot;id&quot;:&quot;b07738c0-5ee3-4f41-9bd1-ed1073138171&quot;,&quot;parent&quot;:{&quot;type&quot;:&quot;CHILD&quot;,&quot;parentId&quot;:&quot;b1b79a15-89bb-4873-9c62-004cd164c27d&quot;,&quot;order&quot;:&quot;9999999999999&quot;},&quot;relativeTransform&quot;:{&quot;translate&quot;:{&quot;x&quot;:26.559062742643732,&quot;y&quot;:35.37817285956762},&quot;rotate&quot;:0,&quot;skewX&quot;:0,&quot;scale&quot;:{&quot;x&quot;:1,&quot;y&quot;:1}},&quot;opacity&quot;:0.28},&quot;dcfed029-aa4b-4305-9478-cd7026de8f30&quot;:{&quot;id&quot;:&quot;dcfed029-aa4b-4305-9478-cd7026de8f30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b07738c0-5ee3-4f41-9bd1-ed1073138171&quot;,&quot;order&quot;:&quot;2&quot;},&quot;isLocked&quot;:false},&quot;3976b30d-9a1e-403a-8c5f-d14fe6779755&quot;:{&quot;id&quot;:&quot;3976b30d-9a1e-403a-8c5f-d14fe6779755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b07738c0-5ee3-4f41-9bd1-ed1073138171&quot;,&quot;order&quot;:&quot;5&quot;},&quot;isLocked&quot;:false},&quot;ab481f33-7090-4b26-9ff5-4b81c214c756&quot;:{&quot;type&quot;:&quot;FIGURE_OBJECT&quot;,&quot;id&quot;:&quot;ab481f33-7090-4b26-9ff5-4b81c214c756&quot;,&quot;parent&quot;:{&quot;type&quot;:&quot;CHILD&quot;,&quot;parentId&quot;:&quot;b07738c0-5ee3-4f41-9bd1-ed1073138171&quot;,&quot;order&quot;:&quot;1&quot;},&quot;relativeTransform&quot;:{&quot;translate&quot;:{&quot;x&quot;:82.82888947334816,&quot;y&quot;:134.96523233868172},&quot;rotate&quot;:0}},&quot;0af59860-a1ac-4694-8ebb-cafab59d3194&quot;:{&quot;id&quot;:&quot;0af59860-a1ac-4694-8ebb-cafab59d3194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b481f33-7090-4b26-9ff5-4b81c214c756&quot;,&quot;order&quot;:&quot;7&quot;},&quot;styles&quot;:{&quot;editable&quot;:[{&quot;styleName&quot;:&quot;MONOCHROME_COLOR&quot;,&quot;index&quot;:0,&quot;color&quot;:&quot;#0F99DC&quot;}]},&quot;isLocked&quot;:false},&quot;8e8050d9-e036-4d2d-bb53-ade131e5a032&quot;:{&quot;id&quot;:&quot;8e8050d9-e036-4d2d-bb53-ade131e5a032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ab481f33-7090-4b26-9ff5-4b81c214c756&quot;,&quot;order&quot;:&quot;6&quot;},&quot;styles&quot;:{&quot;editable&quot;:[{&quot;styleName&quot;:&quot;MONOCHROME_COLOR&quot;,&quot;index&quot;:0,&quot;color&quot;:&quot;#FF8E8F&quot;}]},&quot;isLocked&quot;:false},&quot;cba56490-fbac-4026-89d6-f4a8dda37e8e&quot;:{&quot;type&quot;:&quot;FIGURE_OBJECT&quot;,&quot;id&quot;:&quot;cba56490-fbac-4026-89d6-f4a8dda37e8e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b481f33-7090-4b26-9ff5-4b81c214c756&quot;,&quot;order&quot;:&quot;3&quot;}},&quot;a7f1e49c-df31-4e1f-846f-04e5e774a70e&quot;:{&quot;type&quot;:&quot;FIGURE_OBJECT&quot;,&quot;id&quot;:&quot;a7f1e49c-df31-4e1f-846f-04e5e774a70e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ab481f33-7090-4b26-9ff5-4b81c214c756&quot;,&quot;order&quot;:&quot;1&quot;}},&quot;0ad31688-a08a-4848-844f-544d23d81b87&quot;:{&quot;type&quot;:&quot;FIGURE_OBJECT&quot;,&quot;id&quot;:&quot;0ad31688-a08a-4848-844f-544d23d81b87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ab481f33-7090-4b26-9ff5-4b81c214c756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481b8665-6e07-4f55-a982-5a95a5c45036&quot;:{&quot;type&quot;:&quot;FIGURE_OBJECT&quot;,&quot;id&quot;:&quot;481b8665-6e07-4f55-a982-5a95a5c45036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ab481f33-7090-4b26-9ff5-4b81c214c756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af2673fd-c89a-4937-a433-de3701da35f4&quot;:{&quot;type&quot;:&quot;FIGURE_OBJECT&quot;,&quot;id&quot;:&quot;af2673fd-c89a-4937-a433-de3701da35f4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ab481f33-7090-4b26-9ff5-4b81c214c756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0567a85f-f985-43df-91d3-8aa094b29237&quot;:{&quot;type&quot;:&quot;FIGURE_OBJECT&quot;,&quot;id&quot;:&quot;0567a85f-f985-43df-91d3-8aa094b29237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b07738c0-5ee3-4f41-9bd1-ed1073138171&quot;,&quot;order&quot;:&quot;7&quot;},&quot;connectorInfo&quot;:{&quot;type&quot;:&quot;CUBIC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8b5b4c8a-b95e-4040-9709-072ef98d6fe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b5b4c8a-b95e-4040-9709-072ef98d6fec&quot;:{&quot;type&quot;:&quot;FIGURE_OBJECT&quot;,&quot;id&quot;:&quot;8b5b4c8a-b95e-4040-9709-072ef98d6fec&quot;,&quot;parent&quot;:{&quot;type&quot;:&quot;CHILD&quot;,&quot;parentId&quot;:&quot;b1b79a15-89bb-4873-9c62-004cd164c27d&quot;,&quot;order&quot;:&quot;99999999999995&quot;},&quot;relativeTransform&quot;:{&quot;translate&quot;:{&quot;x&quot;:26.559274982466334,&quot;y&quot;:95.05935852773737},&quot;rotate&quot;:0,&quot;skewX&quot;:0,&quot;scale&quot;:{&quot;x&quot;:1,&quot;y&quot;:1}},&quot;opacity&quot;:0.28},&quot;3ddd8cdc-04f9-4eba-873b-d16b45d45310&quot;:{&quot;id&quot;:&quot;3ddd8cdc-04f9-4eba-873b-d16b45d45310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b5b4c8a-b95e-4040-9709-072ef98d6fec&quot;,&quot;order&quot;:&quot;2&quot;},&quot;isLocked&quot;:false},&quot;256f4f1c-7c70-4d45-aada-94cfadca8418&quot;:{&quot;id&quot;:&quot;256f4f1c-7c70-4d45-aada-94cfadca8418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8b5b4c8a-b95e-4040-9709-072ef98d6fec&quot;,&quot;order&quot;:&quot;5&quot;},&quot;isLocked&quot;:false},&quot;d5cb359a-f26f-4289-a85d-654067703b58&quot;:{&quot;type&quot;:&quot;FIGURE_OBJECT&quot;,&quot;id&quot;:&quot;d5cb359a-f26f-4289-a85d-654067703b58&quot;,&quot;parent&quot;:{&quot;type&quot;:&quot;CHILD&quot;,&quot;parentId&quot;:&quot;8b5b4c8a-b95e-4040-9709-072ef98d6fec&quot;,&quot;order&quot;:&quot;1&quot;},&quot;relativeTransform&quot;:{&quot;translate&quot;:{&quot;x&quot;:82.82888947334816,&quot;y&quot;:134.96523233868172},&quot;rotate&quot;:0}},&quot;853d37ad-476a-42be-862e-65a7e6d15147&quot;:{&quot;id&quot;:&quot;853d37ad-476a-42be-862e-65a7e6d15147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5cb359a-f26f-4289-a85d-654067703b58&quot;,&quot;order&quot;:&quot;7&quot;},&quot;styles&quot;:{&quot;editable&quot;:[{&quot;styleName&quot;:&quot;MONOCHROME_COLOR&quot;,&quot;index&quot;:0,&quot;color&quot;:&quot;#0F99DC&quot;}]},&quot;isLocked&quot;:false},&quot;976b3c6b-bb6c-4845-a9bd-b8cdd4340173&quot;:{&quot;id&quot;:&quot;976b3c6b-bb6c-4845-a9bd-b8cdd4340173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5cb359a-f26f-4289-a85d-654067703b58&quot;,&quot;order&quot;:&quot;6&quot;},&quot;styles&quot;:{&quot;editable&quot;:[{&quot;styleName&quot;:&quot;MONOCHROME_COLOR&quot;,&quot;index&quot;:0,&quot;color&quot;:&quot;#FF8E8F&quot;}]},&quot;isLocked&quot;:false},&quot;7cd42150-17a4-4bd3-98ff-73ce5947b6fb&quot;:{&quot;type&quot;:&quot;FIGURE_OBJECT&quot;,&quot;id&quot;:&quot;7cd42150-17a4-4bd3-98ff-73ce5947b6fb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5cb359a-f26f-4289-a85d-654067703b58&quot;,&quot;order&quot;:&quot;3&quot;}},&quot;c1609c6d-cc1f-4e54-aa31-6e86653c8b75&quot;:{&quot;type&quot;:&quot;FIGURE_OBJECT&quot;,&quot;id&quot;:&quot;c1609c6d-cc1f-4e54-aa31-6e86653c8b75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d5cb359a-f26f-4289-a85d-654067703b58&quot;,&quot;order&quot;:&quot;1&quot;}},&quot;6901699a-973f-4f69-8dc2-6b2616588dfa&quot;:{&quot;type&quot;:&quot;FIGURE_OBJECT&quot;,&quot;id&quot;:&quot;6901699a-973f-4f69-8dc2-6b2616588dfa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d5cb359a-f26f-4289-a85d-654067703b58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c743b71b-3dcb-431d-a133-d0bacbfa1442&quot;:{&quot;type&quot;:&quot;FIGURE_OBJECT&quot;,&quot;id&quot;:&quot;c743b71b-3dcb-431d-a133-d0bacbfa1442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d5cb359a-f26f-4289-a85d-654067703b58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e7fb2518-9fe5-4d4d-98b6-373ce2a72b92&quot;:{&quot;type&quot;:&quot;FIGURE_OBJECT&quot;,&quot;id&quot;:&quot;e7fb2518-9fe5-4d4d-98b6-373ce2a72b92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5cb359a-f26f-4289-a85d-654067703b58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4dadf3ee-0c79-42d0-b026-be90d648ce23&quot;:{&quot;type&quot;:&quot;FIGURE_OBJECT&quot;,&quot;id&quot;:&quot;4dadf3ee-0c79-42d0-b026-be90d648ce23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8b5b4c8a-b95e-4040-9709-072ef98d6fec&quot;,&quot;order&quot;:&quot;7&quot;},&quot;connectorInfo&quot;:{&quot;type&quot;:&quot;CUBIC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39f542d0-afef-449f-bb11-c697473be57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9f542d0-afef-449f-bb11-c697473be574&quot;:{&quot;type&quot;:&quot;FIGURE_OBJECT&quot;,&quot;id&quot;:&quot;39f542d0-afef-449f-bb11-c697473be574&quot;,&quot;parent&quot;:{&quot;type&quot;:&quot;CHILD&quot;,&quot;parentId&quot;:&quot;b1b79a15-89bb-4873-9c62-004cd164c27d&quot;,&quot;order&quot;:&quot;99999999999997&quot;},&quot;relativeTransform&quot;:{&quot;translate&quot;:{&quot;x&quot;:28.420696223332826,&quot;y&quot;:156.62166970378425},&quot;rotate&quot;:0,&quot;skewX&quot;:0,&quot;scale&quot;:{&quot;x&quot;:1,&quot;y&quot;:1}},&quot;opacity&quot;:0.28},&quot;056a55bc-4393-4bea-bdbe-abaac9b1faa6&quot;:{&quot;id&quot;:&quot;056a55bc-4393-4bea-bdbe-abaac9b1faa6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39f542d0-afef-449f-bb11-c697473be574&quot;,&quot;order&quot;:&quot;2&quot;},&quot;isLocked&quot;:false},&quot;7c37ebb5-e43f-4501-a91a-67a2b021b483&quot;:{&quot;id&quot;:&quot;7c37ebb5-e43f-4501-a91a-67a2b021b483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39f542d0-afef-449f-bb11-c697473be574&quot;,&quot;order&quot;:&quot;5&quot;},&quot;isLocked&quot;:false},&quot;d283d3d6-8aab-4b11-988c-f33aa5a3adea&quot;:{&quot;type&quot;:&quot;FIGURE_OBJECT&quot;,&quot;id&quot;:&quot;d283d3d6-8aab-4b11-988c-f33aa5a3adea&quot;,&quot;parent&quot;:{&quot;type&quot;:&quot;CHILD&quot;,&quot;parentId&quot;:&quot;39f542d0-afef-449f-bb11-c697473be574&quot;,&quot;order&quot;:&quot;1&quot;},&quot;relativeTransform&quot;:{&quot;translate&quot;:{&quot;x&quot;:82.82888947334816,&quot;y&quot;:134.96523233868172},&quot;rotate&quot;:0}},&quot;8620a09b-3cc1-40b5-bf14-a9751a174174&quot;:{&quot;id&quot;:&quot;8620a09b-3cc1-40b5-bf14-a9751a174174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283d3d6-8aab-4b11-988c-f33aa5a3adea&quot;,&quot;order&quot;:&quot;7&quot;},&quot;styles&quot;:{&quot;editable&quot;:[{&quot;styleName&quot;:&quot;MONOCHROME_COLOR&quot;,&quot;index&quot;:0,&quot;color&quot;:&quot;#0F99DC&quot;}]},&quot;isLocked&quot;:false},&quot;2a936edc-5904-4adf-8f22-a9424fcd2885&quot;:{&quot;id&quot;:&quot;2a936edc-5904-4adf-8f22-a9424fcd2885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d283d3d6-8aab-4b11-988c-f33aa5a3adea&quot;,&quot;order&quot;:&quot;6&quot;},&quot;styles&quot;:{&quot;editable&quot;:[{&quot;styleName&quot;:&quot;MONOCHROME_COLOR&quot;,&quot;index&quot;:0,&quot;color&quot;:&quot;#FF8E8F&quot;}]},&quot;isLocked&quot;:false},&quot;56d54914-87f1-4b2c-8cdb-22a140206ce0&quot;:{&quot;type&quot;:&quot;FIGURE_OBJECT&quot;,&quot;id&quot;:&quot;56d54914-87f1-4b2c-8cdb-22a140206ce0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283d3d6-8aab-4b11-988c-f33aa5a3adea&quot;,&quot;order&quot;:&quot;3&quot;}},&quot;89d51256-0ac3-4189-9f5b-0ffd53415f39&quot;:{&quot;type&quot;:&quot;FIGURE_OBJECT&quot;,&quot;id&quot;:&quot;89d51256-0ac3-4189-9f5b-0ffd53415f39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d283d3d6-8aab-4b11-988c-f33aa5a3adea&quot;,&quot;order&quot;:&quot;1&quot;}},&quot;2f87a6f9-0fcd-44bd-839d-4da964873a6f&quot;:{&quot;type&quot;:&quot;FIGURE_OBJECT&quot;,&quot;id&quot;:&quot;2f87a6f9-0fcd-44bd-839d-4da964873a6f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d283d3d6-8aab-4b11-988c-f33aa5a3adea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d264a53-5730-4004-96c5-9671edbc98b1&quot;:{&quot;type&quot;:&quot;FIGURE_OBJECT&quot;,&quot;id&quot;:&quot;3d264a53-5730-4004-96c5-9671edbc98b1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d283d3d6-8aab-4b11-988c-f33aa5a3adea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fbba29c2-7f82-43c4-b8bb-97af7a68289e&quot;:{&quot;type&quot;:&quot;FIGURE_OBJECT&quot;,&quot;id&quot;:&quot;fbba29c2-7f82-43c4-b8bb-97af7a68289e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d283d3d6-8aab-4b11-988c-f33aa5a3adea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cfc94758-b367-4b4d-938d-5509301e0436&quot;:{&quot;type&quot;:&quot;FIGURE_OBJECT&quot;,&quot;id&quot;:&quot;cfc94758-b367-4b4d-938d-5509301e0436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39f542d0-afef-449f-bb11-c697473be574&quot;,&quot;order&quot;:&quot;7&quot;},&quot;connectorInfo&quot;:{&quot;type&quot;:&quot;CUBIC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d52e339-be80-4b53-a895-82a31bd4102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d52e339-be80-4b53-a895-82a31bd4102a&quot;:{&quot;type&quot;:&quot;FIGURE_OBJECT&quot;,&quot;id&quot;:&quot;cd52e339-be80-4b53-a895-82a31bd4102a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&quot;},&quot;connectorInfo&quot;:{&quot;connectedObjectAtLineEnd&quot;:{&quot;objectId&quot;:&quot;11b0f35e-411b-4b11-93db-aa97f4c42756&quot;,&quot;coordinates&quot;:{&quot;x&quot;:0,&quot;y&quot;:0}},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2fdba441-f666-4a29-9e67-1da90090291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fdba441-f666-4a29-9e67-1da90090291d&quot;:{&quot;type&quot;:&quot;FIGURE_OBJECT&quot;,&quot;id&quot;:&quot;2fdba441-f666-4a29-9e67-1da90090291d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11b0f35e-411b-4b11-93db-aa97f4c42756&quot;,&quot;coordinates&quot;:{&quot;x&quot;:0,&quot;y&quot;:1}}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11b0f35e-411b-4b11-93db-aa97f4c4275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1b0f35e-411b-4b11-93db-aa97f4c42756&quot;:{&quot;id&quot;:&quot;11b0f35e-411b-4b11-93db-aa97f4c42756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b1b79a15-89bb-4873-9c62-004cd164c27d&quot;,&quot;order&quot;:&quot;999999999999997&quot;},&quot;opacity&quot;:0.28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b2a4f568-c2d7-4947-bba9-2d898f8ac9f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2a4f568-c2d7-4947-bba9-2d898f8ac9f9&quot;:{&quot;type&quot;:&quot;FIGURE_OBJECT&quot;,&quot;id&quot;:&quot;b2a4f568-c2d7-4947-bba9-2d898f8ac9f9&quot;,&quot;relativeTransform&quot;:{&quot;translate&quot;:{&quot;x&quot;:0,&quot;y&quot;:0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11b0f35e-411b-4b11-93db-aa97f4c42756&quot;,&quot;coordinates&quot;:{&quot;x&quot;:1,&quot;y&quot;:0.5070653408197099}}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ad404b30-80ef-4652-b391-c099395a9bf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d404b30-80ef-4652-b391-c099395a9bf7&quot;:{&quot;type&quot;:&quot;FIGURE_OBJECT&quot;,&quot;id&quot;:&quot;ad404b30-80ef-4652-b391-c099395a9bf7&quot;,&quot;relativeTransform&quot;:{&quot;translate&quot;:{&quot;x&quot;:462.6869085966954,&quot;y&quot;:228.17547371945528},&quot;rotate&quot;:3.141592653589793,&quot;skewX&quot;:0,&quot;scale&quot;:{&quot;x&quot;:1,&quot;y&quot;:1}},&quot;opacity&quot;:0.28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52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5c275731-c2b7-4c20-976c-e9f4df5d95b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c275731-c2b7-4c20-976c-e9f4df5d95bc&quot;:{&quot;type&quot;:&quot;FIGURE_OBJECT&quot;,&quot;id&quot;:&quot;5c275731-c2b7-4c20-976c-e9f4df5d95bc&quot;,&quot;relativeTransform&quot;:{&quot;translate&quot;:{&quot;x&quot;:411.0210505636628,&quot;y&quot;:204.6157863765514},&quot;rotate&quot;:3.141592653589793,&quot;skewX&quot;:0,&quot;scale&quot;:{&quot;x&quot;:1,&quot;y&quot;:1}},&quot;opacity&quot;:0.28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b1b79a15-89bb-4873-9c62-004cd164c27d&quot;,&quot;order&quot;:&quot;9999999999999995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82556089-648d-42bc-9049-f390efee0f9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2556089-648d-42bc-9049-f390efee0f99&quot;:{&quot;type&quot;:&quot;FIGURE_OBJECT&quot;,&quot;id&quot;:&quot;82556089-648d-42bc-9049-f390efee0f99&quot;,&quot;relativeTransform&quot;:{&quot;translate&quot;:{&quot;x&quot;:437.6588821887366,&quot;y&quot;:237.329388142653},&quot;rotate&quot;:-2.4492935982947064e-16,&quot;skewX&quot;:0,&quot;scale&quot;:{&quot;x&quot;:1,&quot;y&quot;:1}},&quot;opacity&quot;:0.28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b1b79a15-89bb-4873-9c62-004cd164c27d&quot;,&quot;order&quot;:&quot;9999999999999996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4f4d90b0-5079-4f70-93ea-12eb291e846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f4d90b0-5079-4f70-93ea-12eb291e846a&quot;:{&quot;type&quot;:&quot;FIGURE_OBJECT&quot;,&quot;id&quot;:&quot;4f4d90b0-5079-4f70-93ea-12eb291e846a&quot;,&quot;relativeTransform&quot;:{&quot;translate&quot;:{&quot;x&quot;:411.16300144328545,&quot;y&quot;:262.28656994028995},&quot;rotate&quot;:0,&quot;skewX&quot;:0,&quot;scale&quot;:{&quot;x&quot;:1,&quot;y&quot;:1}},&quot;opacity&quot;:0.28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67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a9ce4889-7502-4054-8c05-a14f4d15812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9ce4889-7502-4054-8c05-a14f4d158129&quot;:{&quot;type&quot;:&quot;FIGURE_OBJECT&quot;,&quot;id&quot;:&quot;a9ce4889-7502-4054-8c05-a14f4d158129&quot;,&quot;relativeTransform&quot;:{&quot;translate&quot;:{&quot;x&quot;:399.5165820104963,&quot;y&quot;:319.9590928188726},&quot;rotate&quot;:-1.570796326794897,&quot;skewX&quot;:0,&quot;scale&quot;:{&quot;x&quot;:1,&quot;y&quot;:1}},&quot;opacity&quot;:0.28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b1b79a15-89bb-4873-9c62-004cd164c27d&quot;,&quot;order&quot;:&quot;9999999999999997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e65dbaa5-7731-4fbe-a83d-490d32041ff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65dbaa5-7731-4fbe-a83d-490d32041ff8&quot;:{&quot;type&quot;:&quot;FIGURE_OBJECT&quot;,&quot;id&quot;:&quot;e65dbaa5-7731-4fbe-a83d-490d32041ff8&quot;,&quot;relativeTransform&quot;:{&quot;translate&quot;:{&quot;x&quot;:408.77313009356465,&quot;y&quot;:249.11076520550506},&quot;rotate&quot;:0,&quot;skewX&quot;:0,&quot;scale&quot;:{&quot;x&quot;:1,&quot;y&quot;:1}},&quot;opacity&quot;:0.28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b1b79a15-89bb-4873-9c62-004cd164c27d&quot;,&quot;order&quot;:&quot;9999999999999997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8bcd5eeb-d92c-4fe3-ba2c-87eb8fcc61f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bcd5eeb-d92c-4fe3-ba2c-87eb8fcc61f5&quot;:{&quot;type&quot;:&quot;FIGURE_OBJECT&quot;,&quot;id&quot;:&quot;8bcd5eeb-d92c-4fe3-ba2c-87eb8fcc61f5&quot;,&quot;relativeTransform&quot;:{&quot;translate&quot;:{&quot;x&quot;:410.57508103122075,&quot;y&quot;:256.0196877450628},&quot;rotate&quot;:3.141592653589793,&quot;skewX&quot;:0,&quot;scale&quot;:{&quot;x&quot;:1,&quot;y&quot;:1}},&quot;opacity&quot;:0.28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b1b79a15-89bb-4873-9c62-004cd164c27d&quot;,&quot;order&quot;:&quot;99999999999999977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e412d75d-cd75-4894-a9ba-bb54e3d57c8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412d75d-cd75-4894-a9ba-bb54e3d57c8e&quot;:{&quot;type&quot;:&quot;FIGURE_OBJECT&quot;,&quot;id&quot;:&quot;e412d75d-cd75-4894-a9ba-bb54e3d57c8e&quot;,&quot;relativeTransform&quot;:{&quot;translate&quot;:{&quot;x&quot;:383.3909484785978,&quot;y&quot;:262.9360506357998},&quot;rotate&quot;:-2.4492935982947064e-16,&quot;skewX&quot;:0,&quot;scale&quot;:{&quot;x&quot;:1,&quot;y&quot;:1}},&quot;opacity&quot;:0.28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b1b79a15-89bb-4873-9c62-004cd164c27d&quot;,&quot;order&quot;:&quot;9999999999999998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9b6b497e-0158-4611-84a0-a21b723fb05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b6b497e-0158-4611-84a0-a21b723fb05d&quot;:{&quot;type&quot;:&quot;FIGURE_OBJECT&quot;,&quot;id&quot;:&quot;9b6b497e-0158-4611-84a0-a21b723fb05d&quot;,&quot;relativeTransform&quot;:{&quot;translate&quot;:{&quot;x&quot;:406.36308091556714,&quot;y&quot;:245.64381390284933},&quot;rotate&quot;:0,&quot;skewX&quot;:0,&quot;scale&quot;:{&quot;x&quot;:1,&quot;y&quot;:1}},&quot;opacity&quot;:0.28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61a52e37-859a-45ee-87ad-ba93cac7529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1a52e37-859a-45ee-87ad-ba93cac75291&quot;:{&quot;type&quot;:&quot;FIGURE_OBJECT&quot;,&quot;id&quot;:&quot;61a52e37-859a-45ee-87ad-ba93cac75291&quot;,&quot;relativeTransform&quot;:{&quot;translate&quot;:{&quot;x&quot;:180.04306918214252,&quot;y&quot;:-0.0003578993845394507},&quot;rotate&quot;:0,&quot;skewX&quot;:0,&quot;scale&quot;:{&quot;x&quot;:1,&quot;y&quot;:1}},&quot;opacity&quot;:0.28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81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2ca722c3-82d6-47d0-a6d4-ae8f2298a82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ca722c3-82d6-47d0-a6d4-ae8f2298a825&quot;:{&quot;type&quot;:&quot;FIGURE_OBJECT&quot;,&quot;id&quot;:&quot;2ca722c3-82d6-47d0-a6d4-ae8f2298a825&quot;,&quot;relativeTransform&quot;:{&quot;translate&quot;:{&quot;x&quot;:575.4321364606502,&quot;y&quot;:240.82928202563065},&quot;rotate&quot;:0.09147679864726632,&quot;skewX&quot;:0,&quot;scale&quot;:{&quot;x&quot;:1,&quot;y&quot;:1}},&quot;opacity&quot;:0.28,&quot;source&quot;:{&quot;type&quot;:&quot;ASSETS&quot;},&quot;pathStyles&quot;:[{&quot;type&quot;:&quot;FILL&quot;,&quot;fillStyle&quot;:&quot;rgb(0,0,0)&quot;}],&quot;isLocked&quot;:false,&quot;parent&quot;:{&quot;type&quot;:&quot;CHILD&quot;,&quot;parentId&quot;:&quot;b1b79a15-89bb-4873-9c62-004cd164c27d&quot;,&quot;order&quot;:&quot;9999999999999999975&quot;}},&quot;83c3806f-2248-44d4-b533-65f6a6567ecb&quot;:{&quot;type&quot;:&quot;FIGURE_OBJECT&quot;,&quot;id&quot;:&quot;83c3806f-2248-44d4-b533-65f6a6567ecb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2ca722c3-82d6-47d0-a6d4-ae8f2298a825&quot;,&quot;order&quot;:&quot;05&quot;}},&quot;301141dc-f35d-4884-9319-f477a754beaf&quot;:{&quot;type&quot;:&quot;FIGURE_OBJECT&quot;,&quot;id&quot;:&quot;301141dc-f35d-4884-9319-f477a754beaf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1&quot;}},&quot;0f75a48c-4dba-4841-adfc-f54606ee2593&quot;:{&quot;type&quot;:&quot;FIGURE_OBJECT&quot;,&quot;id&quot;:&quot;0f75a48c-4dba-4841-adfc-f54606ee2593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2ca722c3-82d6-47d0-a6d4-ae8f2298a825&quot;,&quot;order&quot;:&quot;15&quot;}},&quot;30089ed6-63c2-4c41-9cb2-93766305f89f&quot;:{&quot;type&quot;:&quot;FIGURE_OBJECT&quot;,&quot;id&quot;:&quot;30089ed6-63c2-4c41-9cb2-93766305f89f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2&quot;}},&quot;5ff63be5-be9b-4b35-9531-a7ad7c10b883&quot;:{&quot;type&quot;:&quot;FIGURE_OBJECT&quot;,&quot;id&quot;:&quot;5ff63be5-be9b-4b35-9531-a7ad7c10b883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30089ed6-63c2-4c41-9cb2-93766305f89f&quot;,&quot;order&quot;:&quot;5&quot;}},&quot;a81ba15c-9978-4367-807e-704933d434a1&quot;:{&quot;type&quot;:&quot;FIGURE_OBJECT&quot;,&quot;id&quot;:&quot;a81ba15c-9978-4367-807e-704933d434a1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25&quot;}},&quot;a4edfe75-6313-4bc4-9b60-204cfa81edb5&quot;:{&quot;type&quot;:&quot;FIGURE_OBJECT&quot;,&quot;id&quot;:&quot;a4edfe75-6313-4bc4-9b60-204cfa81edb5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2ca722c3-82d6-47d0-a6d4-ae8f2298a825&quot;,&quot;order&quot;:&quot;3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beaacb68-b75c-4d2f-8c7c-4a15978ff20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eaacb68-b75c-4d2f-8c7c-4a15978ff20c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beaacb68-b75c-4d2f-8c7c-4a15978ff20c&quot;,&quot;opacity&quot;:0.28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b1b79a15-89bb-4873-9c62-004cd164c27d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90a95491-104f-4a1f-9145-bbbdcff09aaa&quot;:{&quot;id&quot;:&quot;90a95491-104f-4a1f-9145-bbbdcff09aa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beaacb68-b75c-4d2f-8c7c-4a15978ff20c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339c03fa-a29a-4192-929f-081f13857a7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39c03fa-a29a-4192-929f-081f13857a76&quot;:{&quot;type&quot;:&quot;FIGURE_OBJECT&quot;,&quot;id&quot;:&quot;339c03fa-a29a-4192-929f-081f13857a76&quot;,&quot;parent&quot;:{&quot;type&quot;:&quot;CHILD&quot;,&quot;parentId&quot;:&quot;b1b79a15-89bb-4873-9c62-004cd164c27d&quot;,&quot;order&quot;:&quot;999999999999999999&quot;},&quot;relativeTransform&quot;:{&quot;translate&quot;:{&quot;x&quot;:570.2097244124328,&quot;y&quot;:-55.47922384792972},&quot;rotate&quot;:0,&quot;skewX&quot;:0,&quot;scale&quot;:{&quot;x&quot;:1,&quot;y&quot;:1}},&quot;opacity&quot;:0.28},&quot;6fb8347a-b1ae-4c1f-b645-dacf2fa59a68&quot;:{&quot;type&quot;:&quot;FIGURE_OBJECT&quot;,&quot;id&quot;:&quot;6fb8347a-b1ae-4c1f-b645-dacf2fa59a68&quot;,&quot;parent&quot;:{&quot;type&quot;:&quot;CHILD&quot;,&quot;parentId&quot;:&quot;339c03fa-a29a-4192-929f-081f13857a76&quot;,&quot;order&quot;:&quot;7&quot;},&quot;relativeTransform&quot;:{&quot;translate&quot;:{&quot;x&quot;:244.03430220320564,&quot;y&quot;:260.40454164456577},&quot;rotate&quot;:0.5705284900767742}},&quot;9d46592e-d66b-4f94-ab44-e8a080a67a9a&quot;:{&quot;id&quot;:&quot;9d46592e-d66b-4f94-ab44-e8a080a67a9a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6fb8347a-b1ae-4c1f-b645-dacf2fa59a68&quot;,&quot;order&quot;:&quot;5&quot;}},&quot;1c9dd6c3-b679-4a39-a2f5-743d89fcb780&quot;:{&quot;type&quot;:&quot;FIGURE_OBJECT&quot;,&quot;id&quot;:&quot;1c9dd6c3-b679-4a39-a2f5-743d89fcb780&quot;,&quot;parent&quot;:{&quot;type&quot;:&quot;CROP&quot;,&quot;parentId&quot;:&quot;6fb8347a-b1ae-4c1f-b645-dacf2fa59a68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16f83497-31c1-49b4-81d4-7aac8beb2659&quot;:{&quot;type&quot;:&quot;FIGURE_OBJECT&quot;,&quot;id&quot;:&quot;16f83497-31c1-49b4-81d4-7aac8beb2659&quot;,&quot;parent&quot;:{&quot;type&quot;:&quot;CHILD&quot;,&quot;parentId&quot;:&quot;339c03fa-a29a-4192-929f-081f13857a76&quot;,&quot;order&quot;:&quot;2&quot;},&quot;relativeTransform&quot;:{&quot;translate&quot;:{&quot;x&quot;:-14.99888481120773,&quot;y&quot;:109.78797710352872},&quot;rotate&quot;:-0.6236081290546599}},&quot;5673e088-6a24-4a88-9f78-25a56ca1a104&quot;:{&quot;id&quot;:&quot;5673e088-6a24-4a88-9f78-25a56ca1a104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16f83497-31c1-49b4-81d4-7aac8beb2659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f9267137-1433-4c5a-bd5a-7f1523b5e589&quot;:{&quot;type&quot;:&quot;FIGURE_OBJECT&quot;,&quot;id&quot;:&quot;f9267137-1433-4c5a-bd5a-7f1523b5e589&quot;,&quot;parent&quot;:{&quot;type&quot;:&quot;CROP&quot;,&quot;parentId&quot;:&quot;16f83497-31c1-49b4-81d4-7aac8beb2659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716781f2-19ff-4ed0-98f0-e86385161f18&quot;:{&quot;type&quot;:&quot;FIGURE_OBJECT&quot;,&quot;id&quot;:&quot;716781f2-19ff-4ed0-98f0-e86385161f18&quot;,&quot;parent&quot;:{&quot;type&quot;:&quot;CHILD&quot;,&quot;parentId&quot;:&quot;339c03fa-a29a-4192-929f-081f13857a76&quot;,&quot;order&quot;:&quot;5&quot;},&quot;relativeTransform&quot;:{&quot;translate&quot;:{&quot;x&quot;:260.77927831674674,&quot;y&quot;:198.83640199084653},&quot;rotate&quot;:0.6387441686248161}},&quot;8e4452d3-160b-4a15-8d0f-fc565d9d7917&quot;:{&quot;id&quot;:&quot;8e4452d3-160b-4a15-8d0f-fc565d9d7917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716781f2-19ff-4ed0-98f0-e86385161f18&quot;,&quot;order&quot;:&quot;5&quot;}},&quot;6898a03a-ec0b-4491-b35b-6fb5a68d7282&quot;:{&quot;type&quot;:&quot;FIGURE_OBJECT&quot;,&quot;id&quot;:&quot;6898a03a-ec0b-4491-b35b-6fb5a68d7282&quot;,&quot;parent&quot;:{&quot;type&quot;:&quot;CROP&quot;,&quot;parentId&quot;:&quot;716781f2-19ff-4ed0-98f0-e86385161f18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772c9d25-c654-40b8-8d14-49332f39ef7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72c9d25-c654-40b8-8d14-49332f39ef70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772c9d25-c654-40b8-8d14-49332f39ef70&quot;,&quot;parent&quot;:{&quot;type&quot;:&quot;CHILD&quot;,&quot;parentId&quot;:&quot;b1b79a15-89bb-4873-9c62-004cd164c27d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},&quot;b8a17230-6018-4d3e-ad37-13cd3971c256&quot;:{&quot;relativeTransform&quot;:{&quot;translate&quot;:{&quot;x&quot;:-94.52047553959267,&quot;y&quot;:-2.108457435895191},&quot;rotate&quot;:0},&quot;type&quot;:&quot;FIGURE_OBJECT&quot;,&quot;id&quot;:&quot;b8a17230-6018-4d3e-ad37-13cd3971c256&quot;,&quot;parent&quot;:{&quot;type&quot;:&quot;CHILD&quot;,&quot;parentId&quot;:&quot;772c9d25-c654-40b8-8d14-49332f39ef70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92d55b53-b712-48a0-832f-86b372248e0a&quot;:{&quot;type&quot;:&quot;FIGURE_OBJECT&quot;,&quot;id&quot;:&quot;92d55b53-b712-48a0-832f-86b372248e0a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b8a17230-6018-4d3e-ad37-13cd3971c256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e89334a9-3a37-48ee-be88-6e3a500c147b&quot;:{&quot;type&quot;:&quot;FIGURE_OBJECT&quot;,&quot;id&quot;:&quot;e89334a9-3a37-48ee-be88-6e3a500c147b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b8a17230-6018-4d3e-ad37-13cd3971c25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e6d41f9-7649-431b-8ae5-95ee05d1225f&quot;:{&quot;type&quot;:&quot;FIGURE_OBJECT&quot;,&quot;id&quot;:&quot;2e6d41f9-7649-431b-8ae5-95ee05d1225f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772c9d25-c654-40b8-8d14-49332f39ef70&quot;,&quot;order&quot;:&quot;3&quot;}},&quot;70e73cc8-3c82-45bc-a2a3-c4cb27d2f2e8&quot;:{&quot;relativeTransform&quot;:{&quot;translate&quot;:{&quot;x&quot;:25.656211366522225,&quot;y&quot;:-11.14816637129976},&quot;rotate&quot;:0.5478843171998568},&quot;type&quot;:&quot;FIGURE_OBJECT&quot;,&quot;id&quot;:&quot;70e73cc8-3c82-45bc-a2a3-c4cb27d2f2e8&quot;,&quot;parent&quot;:{&quot;type&quot;:&quot;CHILD&quot;,&quot;parentId&quot;:&quot;772c9d25-c654-40b8-8d14-49332f39ef70&quot;,&quot;order&quot;:&quot;5&quot;},&quot;name&quot;:&quot;Radioligand&quot;,&quot;displayName&quot;:&quot;Radioligand&quot;,&quot;source&quot;:{&quot;id&quot;:&quot;614a1ea32f946a00a0836689&quot;,&quot;type&quot;:&quot;ASSETS&quot;},&quot;isPremium&quot;:false},&quot;094ff0f8-92d3-493f-a3da-2e083fb5ab36&quot;:{&quot;id&quot;:&quot;094ff0f8-92d3-493f-a3da-2e083fb5ab36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70e73cc8-3c82-45bc-a2a3-c4cb27d2f2e8&quot;,&quot;order&quot;:&quot;7&quot;}},&quot;bd183419-5c14-4541-bb10-c7c23e71ae6c&quot;:{&quot;type&quot;:&quot;FIGURE_OBJECT&quot;,&quot;id&quot;:&quot;bd183419-5c14-4541-bb10-c7c23e71ae6c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70e73cc8-3c82-45bc-a2a3-c4cb27d2f2e8&quot;,&quot;order&quot;:&quot;2&quot;}},&quot;ebe5a6a4-34f7-4569-8077-9d80aa62ac14&quot;:{&quot;type&quot;:&quot;FIGURE_OBJECT&quot;,&quot;id&quot;:&quot;ebe5a6a4-34f7-4569-8077-9d80aa62ac14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70e73cc8-3c82-45bc-a2a3-c4cb27d2f2e8&quot;,&quot;order&quot;:&quot;8&quot;}},&quot;e5aa5efc-e28a-4990-9f64-e247ed3a0750&quot;:{&quot;type&quot;:&quot;FIGURE_OBJECT&quot;,&quot;id&quot;:&quot;e5aa5efc-e28a-4990-9f64-e247ed3a0750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772c9d25-c654-40b8-8d14-49332f39ef70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1bfb9200-154b-447a-9f1a-86f0db3b4ae7&quot;:{&quot;relativeTransform&quot;:{&quot;translate&quot;:{&quot;x&quot;:8.020945760691498,&quot;y&quot;:2.288420123198222},&quot;rotate&quot;:4.1633363423443364e-17},&quot;type&quot;:&quot;FIGURE_OBJECT&quot;,&quot;id&quot;:&quot;1bfb9200-154b-447a-9f1a-86f0db3b4ae7&quot;,&quot;parent&quot;:{&quot;type&quot;:&quot;CHILD&quot;,&quot;parentId&quot;:&quot;772c9d25-c654-40b8-8d14-49332f39ef70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65046572-c306-4ac3-92be-26b4fd3ad0e0&quot;:{&quot;id&quot;:&quot;65046572-c306-4ac3-92be-26b4fd3ad0e0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1bfb9200-154b-447a-9f1a-86f0db3b4ae7&quot;,&quot;order&quot;:&quot;7&quot;}},&quot;5cd1286e-c1f1-4eba-a04a-57ee7e55e9e3&quot;:{&quot;type&quot;:&quot;FIGURE_OBJECT&quot;,&quot;id&quot;:&quot;5cd1286e-c1f1-4eba-a04a-57ee7e55e9e3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1bfb9200-154b-447a-9f1a-86f0db3b4ae7&quot;,&quot;order&quot;:&quot;2&quot;}},&quot;204bcde9-570b-45a1-80d3-a884ee3b82a0&quot;:{&quot;type&quot;:&quot;FIGURE_OBJECT&quot;,&quot;id&quot;:&quot;204bcde9-570b-45a1-80d3-a884ee3b82a0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1bfb9200-154b-447a-9f1a-86f0db3b4ae7&quot;,&quot;order&quot;:&quot;8&quot;}},&quot;8c4f06c0-4d72-4a57-88f7-2c0d8c44fc24&quot;:{&quot;type&quot;:&quot;FIGURE_OBJECT&quot;,&quot;id&quot;:&quot;8c4f06c0-4d72-4a57-88f7-2c0d8c44fc24&quot;,&quot;parent&quot;:{&quot;type&quot;:&quot;CHILD&quot;,&quot;parentId&quot;:&quot;772c9d25-c654-40b8-8d14-49332f39ef70&quot;,&quot;order&quot;:&quot;1&quot;},&quot;relativeTransform&quot;:{&quot;translate&quot;:{&quot;x&quot;:-0.03331737558516619,&quot;y&quot;:0.1967239441377253},&quot;rotate&quot;:0}},&quot;e41fcf98-78e0-4f2d-835b-68521312d20a&quot;:{&quot;id&quot;:&quot;e41fcf98-78e0-4f2d-835b-68521312d20a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8c4f06c0-4d72-4a57-88f7-2c0d8c44fc24&quot;,&quot;order&quot;:&quot;5&quot;}},&quot;6b25b20a-4764-4ce9-8a52-a08eaaacb2fd&quot;:{&quot;type&quot;:&quot;FIGURE_OBJECT&quot;,&quot;id&quot;:&quot;6b25b20a-4764-4ce9-8a52-a08eaaacb2fd&quot;,&quot;parent&quot;:{&quot;type&quot;:&quot;CROP&quot;,&quot;parentId&quot;:&quot;8c4f06c0-4d72-4a57-88f7-2c0d8c44fc24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ec8c5ba2-e461-4773-a965-062c685a83e7&quot;:{&quot;type&quot;:&quot;FIGURE_OBJECT&quot;,&quot;id&quot;:&quot;ec8c5ba2-e461-4773-a965-062c685a83e7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772c9d25-c654-40b8-8d14-49332f39ef70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2f1d7580-f4ef-43d1-8e81-3f02df58a52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f1d7580-f4ef-43d1-8e81-3f02df58a520&quot;:{&quot;type&quot;:&quot;FIGURE_OBJECT&quot;,&quot;id&quot;:&quot;2f1d7580-f4ef-43d1-8e81-3f02df58a520&quot;,&quot;parent&quot;:{&quot;type&quot;:&quot;CHILD&quot;,&quot;parentId&quot;:&quot;b1b79a15-89bb-4873-9c62-004cd164c27d&quot;,&quot;order&quot;:&quot;999999999999999999999&quot;},&quot;relativeTransform&quot;:{&quot;translate&quot;:{&quot;x&quot;:-5.593912965258861,&quot;y&quot;:8.277245494691797},&quot;rotate&quot;:0,&quot;skewX&quot;:0,&quot;scale&quot;:{&quot;x&quot;:1,&quot;y&quot;:1}}},&quot;c00aada5-671f-4c85-98c1-c51091bd4613&quot;:{&quot;type&quot;:&quot;FIGURE_OBJECT&quot;,&quot;id&quot;:&quot;c00aada5-671f-4c85-98c1-c51091bd4613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05&quot;}},&quot;c21597dc-8a25-41b8-936c-ec175c7c265b&quot;:{&quot;type&quot;:&quot;FIGURE_OBJECT&quot;,&quot;id&quot;:&quot;c21597dc-8a25-41b8-936c-ec175c7c265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c00aada5-671f-4c85-98c1-c51091bd4613&quot;,&quot;order&quot;:&quot;5&quot;}},&quot;d82f9cd1-61eb-4851-9670-72e340eb73bc&quot;:{&quot;type&quot;:&quot;FIGURE_OBJECT&quot;,&quot;id&quot;:&quot;d82f9cd1-61eb-4851-9670-72e340eb73bc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1&quot;}},&quot;59f3df23-d346-4386-8b1e-b67772ef837f&quot;:{&quot;type&quot;:&quot;FIGURE_OBJECT&quot;,&quot;id&quot;:&quot;59f3df23-d346-4386-8b1e-b67772ef837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d82f9cd1-61eb-4851-9670-72e340eb73bc&quot;,&quot;order&quot;:&quot;5&quot;}},&quot;ca20f080-673c-46b5-b82a-2fd30eb48c15&quot;:{&quot;type&quot;:&quot;FIGURE_OBJECT&quot;,&quot;id&quot;:&quot;ca20f080-673c-46b5-b82a-2fd30eb48c15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6&quot;}},&quot;9859b604-fc6a-4150-bd8c-d6665a5c7add&quot;:{&quot;type&quot;:&quot;FIGURE_OBJECT&quot;,&quot;id&quot;:&quot;9859b604-fc6a-4150-bd8c-d6665a5c7ad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ca20f080-673c-46b5-b82a-2fd30eb48c15&quot;,&quot;order&quot;:&quot;5&quot;}},&quot;e55e02af-f7f4-4598-9b19-61234ab9e3f7&quot;:{&quot;type&quot;:&quot;FIGURE_OBJECT&quot;,&quot;id&quot;:&quot;e55e02af-f7f4-4598-9b19-61234ab9e3f7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7&quot;}},&quot;76f5a1d2-09ec-4e97-aff4-a3a94fe20c6f&quot;:{&quot;type&quot;:&quot;FIGURE_OBJECT&quot;,&quot;id&quot;:&quot;76f5a1d2-09ec-4e97-aff4-a3a94fe20c6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e55e02af-f7f4-4598-9b19-61234ab9e3f7&quot;,&quot;order&quot;:&quot;5&quot;}},&quot;8b091e87-b838-4647-ab8d-ca6d9d8014e2&quot;:{&quot;type&quot;:&quot;FIGURE_OBJECT&quot;,&quot;id&quot;:&quot;8b091e87-b838-4647-ab8d-ca6d9d8014e2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8&quot;}},&quot;a5d1e908-ea7c-4ffb-bc33-fa4ab80357f1&quot;:{&quot;type&quot;:&quot;FIGURE_OBJECT&quot;,&quot;id&quot;:&quot;a5d1e908-ea7c-4ffb-bc33-fa4ab80357f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8b091e87-b838-4647-ab8d-ca6d9d8014e2&quot;,&quot;order&quot;:&quot;5&quot;}},&quot;c92a46b4-137c-425c-a39c-245407e2600c&quot;:{&quot;type&quot;:&quot;FIGURE_OBJECT&quot;,&quot;id&quot;:&quot;c92a46b4-137c-425c-a39c-245407e2600c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2&quot;}},&quot;3a3aeb88-1494-4948-ae96-c4bc6e110921&quot;:{&quot;type&quot;:&quot;FIGURE_OBJECT&quot;,&quot;id&quot;:&quot;3a3aeb88-1494-4948-ae96-c4bc6e11092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c92a46b4-137c-425c-a39c-245407e2600c&quot;,&quot;order&quot;:&quot;5&quot;}},&quot;9f33b706-6298-4f87-9527-b46592338bee&quot;:{&quot;type&quot;:&quot;FIGURE_OBJECT&quot;,&quot;id&quot;:&quot;9f33b706-6298-4f87-9527-b46592338bee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2f1d7580-f4ef-43d1-8e81-3f02df58a520&quot;,&quot;order&quot;:&quot;3&quot;}},&quot;c578c26a-4c26-4ec3-a59f-4fb1e386f20b&quot;:{&quot;type&quot;:&quot;FIGURE_OBJECT&quot;,&quot;id&quot;:&quot;c578c26a-4c26-4ec3-a59f-4fb1e386f20b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2f1d7580-f4ef-43d1-8e81-3f02df58a520&quot;,&quot;order&quot;:&quot;5&quot;}},&quot;90512c07-0578-43be-9d54-5f766badffa4&quot;:{&quot;type&quot;:&quot;FIGURE_OBJECT&quot;,&quot;id&quot;:&quot;90512c07-0578-43be-9d54-5f766badffa4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c578c26a-4c26-4ec3-a59f-4fb1e386f20b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e04512ff-e076-4ec7-bae4-77ff6d434b9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04512ff-e076-4ec7-bae4-77ff6d434b9d&quot;:{&quot;type&quot;:&quot;FIGURE_OBJECT&quot;,&quot;id&quot;:&quot;e04512ff-e076-4ec7-bae4-77ff6d434b9d&quot;,&quot;parent&quot;:{&quot;type&quot;:&quot;CHILD&quot;,&quot;parentId&quot;:&quot;b1b79a15-89bb-4873-9c62-004cd164c27d&quot;,&quot;order&quot;:&quot;9999999999999999999995&quot;},&quot;relativeTransform&quot;:{&quot;translate&quot;:{&quot;x&quot;:-5.594155759230981,&quot;y&quot;:62.26905503758982},&quot;rotate&quot;:0,&quot;skewX&quot;:0,&quot;scale&quot;:{&quot;x&quot;:1,&quot;y&quot;:1}}},&quot;8a0a9b17-b946-4bf8-a5c5-7353f829d8ad&quot;:{&quot;type&quot;:&quot;FIGURE_OBJECT&quot;,&quot;id&quot;:&quot;8a0a9b17-b946-4bf8-a5c5-7353f829d8ad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04512ff-e076-4ec7-bae4-77ff6d434b9d&quot;,&quot;order&quot;:&quot;05&quot;}},&quot;c36d3a74-8534-4546-8a82-6966efef8b4d&quot;:{&quot;type&quot;:&quot;FIGURE_OBJECT&quot;,&quot;id&quot;:&quot;c36d3a74-8534-4546-8a82-6966efef8b4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8a0a9b17-b946-4bf8-a5c5-7353f829d8ad&quot;,&quot;order&quot;:&quot;5&quot;}},&quot;61f3d367-e3fc-4c87-82f3-69febc3c1ead&quot;:{&quot;type&quot;:&quot;FIGURE_OBJECT&quot;,&quot;id&quot;:&quot;61f3d367-e3fc-4c87-82f3-69febc3c1ead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1&quot;}},&quot;97376702-e5ba-440c-8eeb-eb717f67b2b0&quot;:{&quot;type&quot;:&quot;FIGURE_OBJECT&quot;,&quot;id&quot;:&quot;97376702-e5ba-440c-8eeb-eb717f67b2b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61f3d367-e3fc-4c87-82f3-69febc3c1ead&quot;,&quot;order&quot;:&quot;5&quot;}},&quot;40535fba-6b56-4a74-a210-236ee9bd013f&quot;:{&quot;type&quot;:&quot;FIGURE_OBJECT&quot;,&quot;id&quot;:&quot;40535fba-6b56-4a74-a210-236ee9bd013f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6&quot;}},&quot;a0bcc021-e1cc-48dd-afcf-ff40f17c8259&quot;:{&quot;type&quot;:&quot;FIGURE_OBJECT&quot;,&quot;id&quot;:&quot;a0bcc021-e1cc-48dd-afcf-ff40f17c82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40535fba-6b56-4a74-a210-236ee9bd013f&quot;,&quot;order&quot;:&quot;5&quot;}},&quot;e1163a47-0d47-4555-a00a-ba406f8f2792&quot;:{&quot;type&quot;:&quot;FIGURE_OBJECT&quot;,&quot;id&quot;:&quot;e1163a47-0d47-4555-a00a-ba406f8f2792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7&quot;}},&quot;67ba46fa-6918-4a04-a3d2-9a08ee262105&quot;:{&quot;type&quot;:&quot;FIGURE_OBJECT&quot;,&quot;id&quot;:&quot;67ba46fa-6918-4a04-a3d2-9a08ee26210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e1163a47-0d47-4555-a00a-ba406f8f2792&quot;,&quot;order&quot;:&quot;5&quot;}},&quot;22c54107-4163-4d95-b165-6ee8a81b68b3&quot;:{&quot;type&quot;:&quot;FIGURE_OBJECT&quot;,&quot;id&quot;:&quot;22c54107-4163-4d95-b165-6ee8a81b68b3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8&quot;}},&quot;d988c9e8-4a38-4400-9694-1e4b60af9359&quot;:{&quot;type&quot;:&quot;FIGURE_OBJECT&quot;,&quot;id&quot;:&quot;d988c9e8-4a38-4400-9694-1e4b60af93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22c54107-4163-4d95-b165-6ee8a81b68b3&quot;,&quot;order&quot;:&quot;5&quot;}},&quot;2776f57f-6b23-4a50-8141-a0617b1ef2f1&quot;:{&quot;type&quot;:&quot;FIGURE_OBJECT&quot;,&quot;id&quot;:&quot;2776f57f-6b23-4a50-8141-a0617b1ef2f1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2&quot;}},&quot;48085986-fbec-429b-9e3e-5a898986aa5d&quot;:{&quot;type&quot;:&quot;FIGURE_OBJECT&quot;,&quot;id&quot;:&quot;48085986-fbec-429b-9e3e-5a898986aa5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2776f57f-6b23-4a50-8141-a0617b1ef2f1&quot;,&quot;order&quot;:&quot;5&quot;}},&quot;c0ca5af3-a36f-450b-90a2-6cc25b740308&quot;:{&quot;type&quot;:&quot;FIGURE_OBJECT&quot;,&quot;id&quot;:&quot;c0ca5af3-a36f-450b-90a2-6cc25b740308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e04512ff-e076-4ec7-bae4-77ff6d434b9d&quot;,&quot;order&quot;:&quot;3&quot;}},&quot;02edbdb5-9965-4e4c-b010-98dcbd0e4c1b&quot;:{&quot;type&quot;:&quot;FIGURE_OBJECT&quot;,&quot;id&quot;:&quot;02edbdb5-9965-4e4c-b010-98dcbd0e4c1b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e04512ff-e076-4ec7-bae4-77ff6d434b9d&quot;,&quot;order&quot;:&quot;5&quot;}},&quot;277032b8-8e07-4aa0-bf32-6d730a29a3c5&quot;:{&quot;type&quot;:&quot;FIGURE_OBJECT&quot;,&quot;id&quot;:&quot;277032b8-8e07-4aa0-bf32-6d730a29a3c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02edbdb5-9965-4e4c-b010-98dcbd0e4c1b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feaf96fd-10a3-44ac-bbb9-578e390f44b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eaf96fd-10a3-44ac-bbb9-578e390f44bf&quot;:{&quot;type&quot;:&quot;FIGURE_OBJECT&quot;,&quot;id&quot;:&quot;feaf96fd-10a3-44ac-bbb9-578e390f44bf&quot;,&quot;relativeTransform&quot;:{&quot;translate&quot;:{&quot;x&quot;:0,&quot;y&quot;:0.972289742343214},&quot;rotate&quot;:0,&quot;skewX&quot;:0,&quot;scale&quot;:{&quot;x&quot;:1,&quot;y&quot;:1}},&quot;opacity&quot;:1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7&quot;},&quot;connectorInfo&quot;:{&quot;connectedObjectAtLineStart&quot;:{&quot;objectId&quot;:&quot;2f1d7580-f4ef-43d1-8e81-3f02df58a520&quot;,&quot;coordinates&quot;:{&quot;x&quot;:0,&quot;y&quot;:0.5}},&quot;connectedObjectAtLineEnd&quot;:{&quot;objectId&quot;:&quot;e04512ff-e076-4ec7-bae4-77ff6d434b9d&quot;,&quot;coordinates&quot;:{&quot;x&quot;:0,&quot;y&quot;:0.5}},&quot;type&quot;:&quot;ELBOW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bcf297fb-084f-4e4d-b51f-e5c12be8806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cf297fb-084f-4e4d-b51f-e5c12be88061&quot;:{&quot;type&quot;:&quot;FIGURE_OBJECT&quot;,&quot;id&quot;:&quot;bcf297fb-084f-4e4d-b51f-e5c12be88061&quot;,&quot;parent&quot;:{&quot;type&quot;:&quot;CHILD&quot;,&quot;parentId&quot;:&quot;b1b79a15-89bb-4873-9c62-004cd164c27d&quot;,&quot;order&quot;:&quot;99999999999999999999996&quot;},&quot;relativeTransform&quot;:{&quot;translate&quot;:{&quot;x&quot;:-132.41727879185254,&quot;y&quot;:11.136717055467239},&quot;rotate&quot;:0,&quot;skewX&quot;:0,&quot;scale&quot;:{&quot;x&quot;:1,&quot;y&quot;:1}}},&quot;cd51f788-5d61-4a2a-b00d-e86f0f542d2f&quot;:{&quot;type&quot;:&quot;FIGURE_OBJECT&quot;,&quot;id&quot;:&quot;cd51f788-5d61-4a2a-b00d-e86f0f542d2f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cf297fb-084f-4e4d-b51f-e5c12be88061&quot;,&quot;order&quot;:&quot;2&quot;}},&quot;f26d9066-e957-4ec0-ab3f-a739685f6a17&quot;:{&quot;type&quot;:&quot;FIGURE_OBJECT&quot;,&quot;id&quot;:&quot;f26d9066-e957-4ec0-ab3f-a739685f6a17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1&quot;}},&quot;ec0399b2-d2de-42df-948a-8f171f010152&quot;:{&quot;type&quot;:&quot;FIGURE_OBJECT&quot;,&quot;id&quot;:&quot;ec0399b2-d2de-42df-948a-8f171f010152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2&quot;}},&quot;8ce8843f-9f7f-4761-86cc-8eac5027f968&quot;:{&quot;type&quot;:&quot;FIGURE_OBJECT&quot;,&quot;id&quot;:&quot;8ce8843f-9f7f-4761-86cc-8eac5027f968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5&quot;}},&quot;6d0d5186-1f34-47e9-8fb9-2afd3871da28&quot;:{&quot;type&quot;:&quot;FIGURE_OBJECT&quot;,&quot;id&quot;:&quot;6d0d5186-1f34-47e9-8fb9-2afd3871da28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07&quot;}},&quot;007816c5-0fd2-46ba-bdb8-cacc7186a731&quot;:{&quot;type&quot;:&quot;FIGURE_OBJECT&quot;,&quot;id&quot;:&quot;007816c5-0fd2-46ba-bdb8-cacc7186a731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&quot;}},&quot;994ff08f-0967-4f5e-9022-fd2bdb28ef2e&quot;:{&quot;type&quot;:&quot;FIGURE_OBJECT&quot;,&quot;id&quot;:&quot;994ff08f-0967-4f5e-9022-fd2bdb28ef2e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1&quot;}},&quot;cd023294-346c-481c-8787-94dc3c6db38e&quot;:{&quot;type&quot;:&quot;FIGURE_OBJECT&quot;,&quot;id&quot;:&quot;cd023294-346c-481c-8787-94dc3c6db38e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2&quot;}},&quot;b312ca4a-40b0-45f8-affc-08b7e62e7e49&quot;:{&quot;type&quot;:&quot;FIGURE_OBJECT&quot;,&quot;id&quot;:&quot;b312ca4a-40b0-45f8-affc-08b7e62e7e49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5&quot;}},&quot;03357be5-8d13-4cc9-a7b2-f272fd2fd91c&quot;:{&quot;type&quot;:&quot;FIGURE_OBJECT&quot;,&quot;id&quot;:&quot;03357be5-8d13-4cc9-a7b2-f272fd2fd91c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17&quot;}},&quot;d2944414-fa75-4055-bff5-d73403282825&quot;:{&quot;type&quot;:&quot;FIGURE_OBJECT&quot;,&quot;id&quot;:&quot;d2944414-fa75-4055-bff5-d73403282825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&quot;}},&quot;10e7e13c-d8a5-4190-b430-0af907e07b5e&quot;:{&quot;type&quot;:&quot;FIGURE_OBJECT&quot;,&quot;id&quot;:&quot;10e7e13c-d8a5-4190-b430-0af907e07b5e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1&quot;}},&quot;a3f0b5b9-7c68-408e-b97d-41d963cbf517&quot;:{&quot;type&quot;:&quot;FIGURE_OBJECT&quot;,&quot;id&quot;:&quot;a3f0b5b9-7c68-408e-b97d-41d963cbf517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2&quot;}},&quot;1b5011db-818d-453b-8573-3730d6f745f7&quot;:{&quot;type&quot;:&quot;FIGURE_OBJECT&quot;,&quot;id&quot;:&quot;1b5011db-818d-453b-8573-3730d6f745f7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5&quot;}},&quot;172323d1-839e-4829-8a13-9e125a7455b4&quot;:{&quot;type&quot;:&quot;FIGURE_OBJECT&quot;,&quot;id&quot;:&quot;172323d1-839e-4829-8a13-9e125a7455b4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27&quot;}},&quot;7db29f01-1974-4d31-95c8-86b6c582d772&quot;:{&quot;type&quot;:&quot;FIGURE_OBJECT&quot;,&quot;id&quot;:&quot;7db29f01-1974-4d31-95c8-86b6c582d772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3&quot;}},&quot;e931c8a5-5784-4ad4-846f-7d207b3b6345&quot;:{&quot;type&quot;:&quot;FIGURE_OBJECT&quot;,&quot;id&quot;:&quot;e931c8a5-5784-4ad4-846f-7d207b3b6345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35&quot;}},&quot;670b8f68-95c1-4f55-b490-71c52e33db89&quot;:{&quot;type&quot;:&quot;FIGURE_OBJECT&quot;,&quot;id&quot;:&quot;670b8f68-95c1-4f55-b490-71c52e33db89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4&quot;}},&quot;6f6c474a-6aeb-4560-87cc-18a6c3956b78&quot;:{&quot;type&quot;:&quot;FIGURE_OBJECT&quot;,&quot;id&quot;:&quot;6f6c474a-6aeb-4560-87cc-18a6c3956b78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45&quot;}},&quot;3db04932-4b9b-43ab-82bd-de852d11ca45&quot;:{&quot;type&quot;:&quot;FIGURE_OBJECT&quot;,&quot;id&quot;:&quot;3db04932-4b9b-43ab-82bd-de852d11ca45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&quot;}},&quot;1e1720ff-77f6-4cc0-b5e8-b4a738b14374&quot;:{&quot;type&quot;:&quot;FIGURE_OBJECT&quot;,&quot;id&quot;:&quot;1e1720ff-77f6-4cc0-b5e8-b4a738b14374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1&quot;}},&quot;c9ec1da0-05d8-4592-9db4-7b98b9f870e9&quot;:{&quot;type&quot;:&quot;FIGURE_OBJECT&quot;,&quot;id&quot;:&quot;c9ec1da0-05d8-4592-9db4-7b98b9f870e9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2&quot;}},&quot;e4d2e664-61fe-4021-9733-161acfb9ea91&quot;:{&quot;type&quot;:&quot;FIGURE_OBJECT&quot;,&quot;id&quot;:&quot;e4d2e664-61fe-4021-9733-161acfb9ea91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5&quot;}},&quot;7c6c5c84-d2ff-45a3-837c-91e12c778b74&quot;:{&quot;type&quot;:&quot;FIGURE_OBJECT&quot;,&quot;id&quot;:&quot;7c6c5c84-d2ff-45a3-837c-91e12c778b74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57&quot;}},&quot;02001e2f-6eaa-460a-8a98-e12898d131d7&quot;:{&quot;type&quot;:&quot;FIGURE_OBJECT&quot;,&quot;id&quot;:&quot;02001e2f-6eaa-460a-8a98-e12898d131d7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&quot;}},&quot;a62d5749-3bf6-464c-a9ae-70e96fd39682&quot;:{&quot;type&quot;:&quot;FIGURE_OBJECT&quot;,&quot;id&quot;:&quot;a62d5749-3bf6-464c-a9ae-70e96fd39682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2&quot;}},&quot;4caab38b-5db3-4dd9-8f57-8f832acf5550&quot;:{&quot;type&quot;:&quot;FIGURE_OBJECT&quot;,&quot;id&quot;:&quot;4caab38b-5db3-4dd9-8f57-8f832acf5550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5&quot;}},&quot;482000f2-d433-4f09-b8f6-0186fa147acd&quot;:{&quot;type&quot;:&quot;FIGURE_OBJECT&quot;,&quot;id&quot;:&quot;482000f2-d433-4f09-b8f6-0186fa147acd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67&quot;}},&quot;ee68d049-6eab-4425-8821-61f387e35540&quot;:{&quot;type&quot;:&quot;FIGURE_OBJECT&quot;,&quot;id&quot;:&quot;ee68d049-6eab-4425-8821-61f387e35540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&quot;}},&quot;f4a68eeb-3489-4a1c-82ab-78c00303e31e&quot;:{&quot;type&quot;:&quot;FIGURE_OBJECT&quot;,&quot;id&quot;:&quot;f4a68eeb-3489-4a1c-82ab-78c00303e31e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1&quot;}},&quot;e09425fa-bdc5-403c-9243-0ee667e9b6ae&quot;:{&quot;type&quot;:&quot;FIGURE_OBJECT&quot;,&quot;id&quot;:&quot;e09425fa-bdc5-403c-9243-0ee667e9b6ae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2&quot;}},&quot;ee630ef1-707f-4f3c-bb0f-67ad5c375229&quot;:{&quot;type&quot;:&quot;FIGURE_OBJECT&quot;,&quot;id&quot;:&quot;ee630ef1-707f-4f3c-bb0f-67ad5c375229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5&quot;}},&quot;73af138e-df4e-47d7-bdde-61618fd9a829&quot;:{&quot;type&quot;:&quot;FIGURE_OBJECT&quot;,&quot;id&quot;:&quot;73af138e-df4e-47d7-bdde-61618fd9a829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77&quot;}},&quot;8ea2a225-3395-4a9e-aa47-0c5506606ea7&quot;:{&quot;type&quot;:&quot;FIGURE_OBJECT&quot;,&quot;id&quot;:&quot;8ea2a225-3395-4a9e-aa47-0c5506606ea7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8&quot;}},&quot;90cad5fa-9c7f-4a92-a786-42ff6d1ed25b&quot;:{&quot;type&quot;:&quot;FIGURE_OBJECT&quot;,&quot;id&quot;:&quot;90cad5fa-9c7f-4a92-a786-42ff6d1ed25b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85&quot;}},&quot;cd9b5532-b00c-41d2-9248-b9093a181742&quot;:{&quot;type&quot;:&quot;FIGURE_OBJECT&quot;,&quot;id&quot;:&quot;cd9b5532-b00c-41d2-9248-b9093a181742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9&quot;}},&quot;1b5b73b9-0f21-4010-ac77-6af55159f1f6&quot;:{&quot;type&quot;:&quot;FIGURE_OBJECT&quot;,&quot;id&quot;:&quot;1b5b73b9-0f21-4010-ac77-6af55159f1f6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cd51f788-5d61-4a2a-b00d-e86f0f542d2f&quot;,&quot;order&quot;:&quot;95&quot;}},&quot;61fe1c9e-dc61-4287-b720-a3808c4e8e45&quot;:{&quot;type&quot;:&quot;FIGURE_OBJECT&quot;,&quot;id&quot;:&quot;61fe1c9e-dc61-4287-b720-a3808c4e8e45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bcf297fb-084f-4e4d-b51f-e5c12be88061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e0dba97b-2d12-49db-b9cb-e77e434bd67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0dba97b-2d12-49db-b9cb-e77e434bd67d&quot;:{&quot;type&quot;:&quot;FIGURE_OBJECT&quot;,&quot;id&quot;:&quot;e0dba97b-2d12-49db-b9cb-e77e434bd67d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&quot;},&quot;connectorInfo&quot;:{&quot;connectedObjectAtLineEnd&quot;:{&quot;objectId&quot;:&quot;bcf297fb-084f-4e4d-b51f-e5c12be88061&quot;,&quot;coordinates&quot;:{&quot;x&quot;:0,&quot;y&quot;:0.5}},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d87349a-58e7-4f01-8ca0-8755efb8506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d87349a-58e7-4f01-8ca0-8755efb8506a&quot;:{&quot;type&quot;:&quot;FIGURE_OBJECT&quot;,&quot;id&quot;:&quot;cd87349a-58e7-4f01-8ca0-8755efb8506a&quot;,&quot;parent&quot;:{&quot;type&quot;:&quot;CHILD&quot;,&quot;parentId&quot;:&quot;b1b79a15-89bb-4873-9c62-004cd164c27d&quot;,&quot;order&quot;:&quot;9999999999999999999999919&quot;},&quot;relativeTransform&quot;:{}},&quot;81db5124-58e1-4f28-acf3-ee312dad8f68&quot;:{&quot;type&quot;:&quot;FIGURE_OBJECT&quot;,&quot;id&quot;:&quot;81db5124-58e1-4f28-acf3-ee312dad8f68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1&quot;}},&quot;70e64e4d-fcda-4d2d-8e1d-0eec4c00e1ec&quot;:{&quot;type&quot;:&quot;FIGURE_OBJECT&quot;,&quot;id&quot;:&quot;70e64e4d-fcda-4d2d-8e1d-0eec4c00e1ec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2&quot;}},&quot;75e28cf2-e6d1-49ce-8520-e0ac541959fd&quot;:{&quot;type&quot;:&quot;FIGURE_OBJECT&quot;,&quot;id&quot;:&quot;75e28cf2-e6d1-49ce-8520-e0ac541959fd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5&quot;}},&quot;ad1bb060-c86b-40ce-a298-dea9e7e0d6e3&quot;:{&quot;type&quot;:&quot;FIGURE_OBJECT&quot;,&quot;id&quot;:&quot;ad1bb060-c86b-40ce-a298-dea9e7e0d6e3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07&quot;}},&quot;7924d6a4-3e79-4741-9dff-118621bbbf0d&quot;:{&quot;type&quot;:&quot;FIGURE_OBJECT&quot;,&quot;id&quot;:&quot;7924d6a4-3e79-4741-9dff-118621bbbf0d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&quot;}},&quot;b9b1affb-f7b9-48e6-9703-6d40fff58bd5&quot;:{&quot;type&quot;:&quot;FIGURE_OBJECT&quot;,&quot;id&quot;:&quot;b9b1affb-f7b9-48e6-9703-6d40fff58bd5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1&quot;}},&quot;f1accdf4-363a-49d0-848f-1607d478eaee&quot;:{&quot;type&quot;:&quot;FIGURE_OBJECT&quot;,&quot;id&quot;:&quot;f1accdf4-363a-49d0-848f-1607d478eaee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2&quot;}},&quot;bad4c530-104b-4a42-a58a-aacd52a76435&quot;:{&quot;type&quot;:&quot;FIGURE_OBJECT&quot;,&quot;id&quot;:&quot;bad4c530-104b-4a42-a58a-aacd52a76435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5&quot;}},&quot;aed8cae4-281a-4995-b9c4-98e3cf88b6d9&quot;:{&quot;type&quot;:&quot;FIGURE_OBJECT&quot;,&quot;id&quot;:&quot;aed8cae4-281a-4995-b9c4-98e3cf88b6d9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17&quot;}},&quot;0eeb0e7b-2c01-4a1c-b8ae-e74d7c9f3f04&quot;:{&quot;type&quot;:&quot;FIGURE_OBJECT&quot;,&quot;id&quot;:&quot;0eeb0e7b-2c01-4a1c-b8ae-e74d7c9f3f04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&quot;}},&quot;ed43e92d-ee07-42dc-86f1-62a0d6924d5a&quot;:{&quot;type&quot;:&quot;FIGURE_OBJECT&quot;,&quot;id&quot;:&quot;ed43e92d-ee07-42dc-86f1-62a0d6924d5a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1&quot;}},&quot;f16db225-1b46-49e9-b8a1-af0de99c023f&quot;:{&quot;type&quot;:&quot;FIGURE_OBJECT&quot;,&quot;id&quot;:&quot;f16db225-1b46-49e9-b8a1-af0de99c023f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2&quot;}},&quot;35aeb555-185e-48b5-bdfc-51b7826e03d1&quot;:{&quot;type&quot;:&quot;FIGURE_OBJECT&quot;,&quot;id&quot;:&quot;35aeb555-185e-48b5-bdfc-51b7826e03d1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5&quot;}},&quot;e97c2efd-0805-4474-ad48-910e4abf6e5d&quot;:{&quot;type&quot;:&quot;FIGURE_OBJECT&quot;,&quot;id&quot;:&quot;e97c2efd-0805-4474-ad48-910e4abf6e5d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27&quot;}},&quot;f897ccd7-4288-411e-b846-18f145454552&quot;:{&quot;type&quot;:&quot;FIGURE_OBJECT&quot;,&quot;id&quot;:&quot;f897ccd7-4288-411e-b846-18f145454552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3&quot;}},&quot;bc397613-64fe-483d-8c50-48ace098a34f&quot;:{&quot;type&quot;:&quot;FIGURE_OBJECT&quot;,&quot;id&quot;:&quot;bc397613-64fe-483d-8c50-48ace098a34f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35&quot;}},&quot;58ffebfa-b98c-4522-b224-0f3aec7499a2&quot;:{&quot;type&quot;:&quot;FIGURE_OBJECT&quot;,&quot;id&quot;:&quot;58ffebfa-b98c-4522-b224-0f3aec7499a2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4&quot;}},&quot;36934fc5-10cc-4186-8eaf-6de494a18894&quot;:{&quot;type&quot;:&quot;FIGURE_OBJECT&quot;,&quot;id&quot;:&quot;36934fc5-10cc-4186-8eaf-6de494a18894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45&quot;}},&quot;8a473884-2a77-4b23-8d12-46dea6095238&quot;:{&quot;type&quot;:&quot;FIGURE_OBJECT&quot;,&quot;id&quot;:&quot;8a473884-2a77-4b23-8d12-46dea6095238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&quot;}},&quot;55f63535-4d97-4a5d-b99b-49eba0264a7c&quot;:{&quot;type&quot;:&quot;FIGURE_OBJECT&quot;,&quot;id&quot;:&quot;55f63535-4d97-4a5d-b99b-49eba0264a7c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1&quot;}},&quot;e378af55-0e15-4187-8040-84ba7957e0ce&quot;:{&quot;type&quot;:&quot;FIGURE_OBJECT&quot;,&quot;id&quot;:&quot;e378af55-0e15-4187-8040-84ba7957e0ce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2&quot;}},&quot;a4b3f1b5-94ff-4857-9aa6-5b3fae5a45bc&quot;:{&quot;type&quot;:&quot;FIGURE_OBJECT&quot;,&quot;id&quot;:&quot;a4b3f1b5-94ff-4857-9aa6-5b3fae5a45bc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5&quot;}},&quot;24611a3e-2a43-4d40-a687-d1e463f359e4&quot;:{&quot;type&quot;:&quot;FIGURE_OBJECT&quot;,&quot;id&quot;:&quot;24611a3e-2a43-4d40-a687-d1e463f359e4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57&quot;}},&quot;19ed89b4-c3dc-4f52-a7d9-62db9b72213d&quot;:{&quot;type&quot;:&quot;FIGURE_OBJECT&quot;,&quot;id&quot;:&quot;19ed89b4-c3dc-4f52-a7d9-62db9b72213d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&quot;}},&quot;1fa9822a-3bb6-412e-bcdd-973c14129a68&quot;:{&quot;type&quot;:&quot;FIGURE_OBJECT&quot;,&quot;id&quot;:&quot;1fa9822a-3bb6-412e-bcdd-973c14129a68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2&quot;}},&quot;47073dc1-a24f-4fa0-8f54-049f8ca8fdf3&quot;:{&quot;type&quot;:&quot;FIGURE_OBJECT&quot;,&quot;id&quot;:&quot;47073dc1-a24f-4fa0-8f54-049f8ca8fdf3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5&quot;}},&quot;0794d270-ca87-4e8b-b4c9-73238659f59c&quot;:{&quot;type&quot;:&quot;FIGURE_OBJECT&quot;,&quot;id&quot;:&quot;0794d270-ca87-4e8b-b4c9-73238659f59c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67&quot;}},&quot;21693716-cb33-4ebb-a87c-63236947110c&quot;:{&quot;type&quot;:&quot;FIGURE_OBJECT&quot;,&quot;id&quot;:&quot;21693716-cb33-4ebb-a87c-63236947110c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&quot;}},&quot;82745b11-3c72-42bc-8e33-0a2a93e4ca12&quot;:{&quot;type&quot;:&quot;FIGURE_OBJECT&quot;,&quot;id&quot;:&quot;82745b11-3c72-42bc-8e33-0a2a93e4ca12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1&quot;}},&quot;d3ad904c-b3ea-49fb-a0da-06507ec10dbc&quot;:{&quot;type&quot;:&quot;FIGURE_OBJECT&quot;,&quot;id&quot;:&quot;d3ad904c-b3ea-49fb-a0da-06507ec10dbc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2&quot;}},&quot;d104039f-f3f2-48ce-bdf3-e5fcee77805e&quot;:{&quot;type&quot;:&quot;FIGURE_OBJECT&quot;,&quot;id&quot;:&quot;d104039f-f3f2-48ce-bdf3-e5fcee77805e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5&quot;}},&quot;04f40dac-4612-4696-9ab6-d42bdcb21149&quot;:{&quot;type&quot;:&quot;FIGURE_OBJECT&quot;,&quot;id&quot;:&quot;04f40dac-4612-4696-9ab6-d42bdcb21149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77&quot;}},&quot;d2b23259-d1d1-4d48-b3f5-5913d532a863&quot;:{&quot;type&quot;:&quot;FIGURE_OBJECT&quot;,&quot;id&quot;:&quot;d2b23259-d1d1-4d48-b3f5-5913d532a863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8&quot;}},&quot;fc090ae9-ce17-424e-b543-f7045915f075&quot;:{&quot;type&quot;:&quot;FIGURE_OBJECT&quot;,&quot;id&quot;:&quot;fc090ae9-ce17-424e-b543-f7045915f075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85&quot;}},&quot;40627fbe-af11-42b0-b4a1-d70acfe53e27&quot;:{&quot;type&quot;:&quot;FIGURE_OBJECT&quot;,&quot;id&quot;:&quot;40627fbe-af11-42b0-b4a1-d70acfe53e27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9&quot;}},&quot;f693e046-8ee5-4436-85da-e73335ff6c6a&quot;:{&quot;type&quot;:&quot;FIGURE_OBJECT&quot;,&quot;id&quot;:&quot;f693e046-8ee5-4436-85da-e73335ff6c6a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cd87349a-58e7-4f01-8ca0-8755efb8506a&quot;,&quot;order&quot;:&quot;9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fe5f752d-251e-4d60-8072-d7db7b9de6c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e5f752d-251e-4d60-8072-d7db7b9de6ca&quot;:{&quot;type&quot;:&quot;FIGURE_OBJECT&quot;,&quot;id&quot;:&quot;fe5f752d-251e-4d60-8072-d7db7b9de6ca&quot;,&quot;relativeTransform&quot;:{&quot;translate&quot;:{&quot;x&quot;:96.34420758385988,&quot;y&quot;:0.00007438016530159075},&quot;rotate&quot;:0,&quot;skewX&quot;:0,&quot;scale&quot;:{&quot;x&quot;:1,&quot;y&quot;:1}},&quot;opacity&quot;:1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5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6d2051d4-b67f-4ce3-82cf-d95368d68fa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d2051d4-b67f-4ce3-82cf-d95368d68faa&quot;:{&quot;type&quot;:&quot;FIGURE_OBJECT&quot;,&quot;id&quot;:&quot;6d2051d4-b67f-4ce3-82cf-d95368d68faa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b1b79a15-89bb-4873-9c62-004cd164c27d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},&quot;c2e57295-36f6-4cae-a4fb-5cfb1513410a&quot;:{&quot;id&quot;:&quot;c2e57295-36f6-4cae-a4fb-5cfb1513410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6d2051d4-b67f-4ce3-82cf-d95368d68faa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93148005-7613-4958-8a0c-733a01aeaed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3148005-7613-4958-8a0c-733a01aeaed9&quot;:{&quot;type&quot;:&quot;FIGURE_OBJECT&quot;,&quot;id&quot;:&quot;93148005-7613-4958-8a0c-733a01aeaed9&quot;,&quot;parent&quot;:{&quot;type&quot;:&quot;CHILD&quot;,&quot;parentId&quot;:&quot;b1b79a15-89bb-4873-9c62-004cd164c27d&quot;,&quot;order&quot;:&quot;999999999999999999999999&quot;},&quot;relativeTransform&quot;:{&quot;translate&quot;:{&quot;x&quot;:116.402483726469,&quot;y&quot;:-246.02235262249508},&quot;rotate&quot;:0,&quot;skewX&quot;:0,&quot;scale&quot;:{&quot;x&quot;:1,&quot;y&quot;:1}}},&quot;95aae906-9af8-49d8-bee6-08b1dd587aaa&quot;:{&quot;type&quot;:&quot;FIGURE_OBJECT&quot;,&quot;id&quot;:&quot;95aae906-9af8-49d8-bee6-08b1dd587aaa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1&quot;}},&quot;1c1f581b-fc73-43b6-a208-8d89cfda0449&quot;:{&quot;type&quot;:&quot;FIGURE_OBJECT&quot;,&quot;id&quot;:&quot;1c1f581b-fc73-43b6-a208-8d89cfda0449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2&quot;}},&quot;f9601591-43d4-4dcc-b636-72b0d1570434&quot;:{&quot;type&quot;:&quot;FIGURE_OBJECT&quot;,&quot;id&quot;:&quot;f9601591-43d4-4dcc-b636-72b0d1570434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5&quot;}},&quot;d7e3d84a-b9bb-43fc-ba62-72d02aa8c674&quot;:{&quot;type&quot;:&quot;FIGURE_OBJECT&quot;,&quot;id&quot;:&quot;d7e3d84a-b9bb-43fc-ba62-72d02aa8c674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07&quot;}},&quot;4d31b412-254c-4ba6-8ee3-3bd47295b638&quot;:{&quot;type&quot;:&quot;FIGURE_OBJECT&quot;,&quot;id&quot;:&quot;4d31b412-254c-4ba6-8ee3-3bd47295b638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&quot;}},&quot;97930b28-2316-4f6d-9a80-f7bf1bd1a5a5&quot;:{&quot;type&quot;:&quot;FIGURE_OBJECT&quot;,&quot;id&quot;:&quot;97930b28-2316-4f6d-9a80-f7bf1bd1a5a5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1&quot;}},&quot;3d361841-e849-4510-9506-8a9e5252d927&quot;:{&quot;type&quot;:&quot;FIGURE_OBJECT&quot;,&quot;id&quot;:&quot;3d361841-e849-4510-9506-8a9e5252d927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2&quot;}},&quot;96e738c7-e2c2-4bea-be1a-5ec8384d1e8f&quot;:{&quot;type&quot;:&quot;FIGURE_OBJECT&quot;,&quot;id&quot;:&quot;96e738c7-e2c2-4bea-be1a-5ec8384d1e8f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5&quot;}},&quot;8cf2cbfd-ded3-4d9d-ba38-a6736fb19405&quot;:{&quot;type&quot;:&quot;FIGURE_OBJECT&quot;,&quot;id&quot;:&quot;8cf2cbfd-ded3-4d9d-ba38-a6736fb19405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17&quot;}},&quot;a32ea63e-b079-4f06-b07b-0da479aa66a8&quot;:{&quot;type&quot;:&quot;FIGURE_OBJECT&quot;,&quot;id&quot;:&quot;a32ea63e-b079-4f06-b07b-0da479aa66a8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&quot;}},&quot;5b4e3148-36a7-4ba2-8752-9ddf1d639faf&quot;:{&quot;type&quot;:&quot;FIGURE_OBJECT&quot;,&quot;id&quot;:&quot;5b4e3148-36a7-4ba2-8752-9ddf1d639faf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1&quot;}},&quot;88aa0a72-b570-4c25-869b-1ac462b60ae5&quot;:{&quot;type&quot;:&quot;FIGURE_OBJECT&quot;,&quot;id&quot;:&quot;88aa0a72-b570-4c25-869b-1ac462b60ae5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2&quot;}},&quot;1bbfe627-8e06-4326-b1a8-32d85021b548&quot;:{&quot;type&quot;:&quot;FIGURE_OBJECT&quot;,&quot;id&quot;:&quot;1bbfe627-8e06-4326-b1a8-32d85021b548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5&quot;}},&quot;aaeaa3cd-04ce-4e7f-b600-7d55191bee83&quot;:{&quot;type&quot;:&quot;FIGURE_OBJECT&quot;,&quot;id&quot;:&quot;aaeaa3cd-04ce-4e7f-b600-7d55191bee83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27&quot;}},&quot;39f39b6a-fb9e-4827-8972-366b41ae4068&quot;:{&quot;type&quot;:&quot;FIGURE_OBJECT&quot;,&quot;id&quot;:&quot;39f39b6a-fb9e-4827-8972-366b41ae4068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3&quot;}},&quot;2d98c7b9-910a-472b-9f07-e3752e129809&quot;:{&quot;type&quot;:&quot;FIGURE_OBJECT&quot;,&quot;id&quot;:&quot;2d98c7b9-910a-472b-9f07-e3752e129809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35&quot;}},&quot;ee1ea3d3-e1d0-402f-a09a-5aadb9263f3f&quot;:{&quot;type&quot;:&quot;FIGURE_OBJECT&quot;,&quot;id&quot;:&quot;ee1ea3d3-e1d0-402f-a09a-5aadb9263f3f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4&quot;}},&quot;6721b8ed-04c7-4af9-b209-d2ad158e7a0e&quot;:{&quot;type&quot;:&quot;FIGURE_OBJECT&quot;,&quot;id&quot;:&quot;6721b8ed-04c7-4af9-b209-d2ad158e7a0e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45&quot;}},&quot;021b6bfc-4308-4469-bc1d-8b45f2c65a5e&quot;:{&quot;type&quot;:&quot;FIGURE_OBJECT&quot;,&quot;id&quot;:&quot;021b6bfc-4308-4469-bc1d-8b45f2c65a5e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&quot;}},&quot;57344298-efaf-4351-a27c-959738e9f078&quot;:{&quot;type&quot;:&quot;FIGURE_OBJECT&quot;,&quot;id&quot;:&quot;57344298-efaf-4351-a27c-959738e9f078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1&quot;}},&quot;aa4b7c64-a171-4a89-b3bc-f166b03e5846&quot;:{&quot;type&quot;:&quot;FIGURE_OBJECT&quot;,&quot;id&quot;:&quot;aa4b7c64-a171-4a89-b3bc-f166b03e5846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2&quot;}},&quot;d1379ee4-2446-41b7-a9c3-a613e1df62ed&quot;:{&quot;type&quot;:&quot;FIGURE_OBJECT&quot;,&quot;id&quot;:&quot;d1379ee4-2446-41b7-a9c3-a613e1df62ed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5&quot;}},&quot;0fd14934-140a-4fe8-9266-ea56d4afdffd&quot;:{&quot;type&quot;:&quot;FIGURE_OBJECT&quot;,&quot;id&quot;:&quot;0fd14934-140a-4fe8-9266-ea56d4afdffd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57&quot;}},&quot;b770201a-3e9e-4857-9525-8117ab55dca5&quot;:{&quot;type&quot;:&quot;FIGURE_OBJECT&quot;,&quot;id&quot;:&quot;b770201a-3e9e-4857-9525-8117ab55dca5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&quot;}},&quot;b39fa652-1a45-4fb4-bdea-0740254ec6c1&quot;:{&quot;type&quot;:&quot;FIGURE_OBJECT&quot;,&quot;id&quot;:&quot;b39fa652-1a45-4fb4-bdea-0740254ec6c1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2&quot;}},&quot;89e639a9-6637-4dc9-8b0b-bb1b55b20806&quot;:{&quot;type&quot;:&quot;FIGURE_OBJECT&quot;,&quot;id&quot;:&quot;89e639a9-6637-4dc9-8b0b-bb1b55b20806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5&quot;}},&quot;cd315b66-d90f-4d8c-9a6b-c05962f06418&quot;:{&quot;type&quot;:&quot;FIGURE_OBJECT&quot;,&quot;id&quot;:&quot;cd315b66-d90f-4d8c-9a6b-c05962f06418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67&quot;}},&quot;08ffbf8e-609d-4841-94dd-9b7729342565&quot;:{&quot;type&quot;:&quot;FIGURE_OBJECT&quot;,&quot;id&quot;:&quot;08ffbf8e-609d-4841-94dd-9b7729342565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&quot;}},&quot;f468fb6c-3f15-483a-a3fa-8af346989c71&quot;:{&quot;type&quot;:&quot;FIGURE_OBJECT&quot;,&quot;id&quot;:&quot;f468fb6c-3f15-483a-a3fa-8af346989c71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1&quot;}},&quot;04fa7185-21c7-48dd-9339-492dcd5fd989&quot;:{&quot;type&quot;:&quot;FIGURE_OBJECT&quot;,&quot;id&quot;:&quot;04fa7185-21c7-48dd-9339-492dcd5fd989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2&quot;}},&quot;2ae6352e-0202-445a-883b-22deab00e3f6&quot;:{&quot;type&quot;:&quot;FIGURE_OBJECT&quot;,&quot;id&quot;:&quot;2ae6352e-0202-445a-883b-22deab00e3f6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5&quot;}},&quot;ec9abf98-26e1-4d1c-ac52-3a09ee4984ec&quot;:{&quot;type&quot;:&quot;FIGURE_OBJECT&quot;,&quot;id&quot;:&quot;ec9abf98-26e1-4d1c-ac52-3a09ee4984ec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77&quot;}},&quot;1bcd0ae1-e6fc-428f-99c1-bd4677e3edcd&quot;:{&quot;type&quot;:&quot;FIGURE_OBJECT&quot;,&quot;id&quot;:&quot;1bcd0ae1-e6fc-428f-99c1-bd4677e3edcd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8&quot;}},&quot;6dea6492-c8c5-403a-a7a9-e545238b1f89&quot;:{&quot;type&quot;:&quot;FIGURE_OBJECT&quot;,&quot;id&quot;:&quot;6dea6492-c8c5-403a-a7a9-e545238b1f89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85&quot;}},&quot;0ab34403-88b5-4828-ab6d-46b0e498d136&quot;:{&quot;type&quot;:&quot;FIGURE_OBJECT&quot;,&quot;id&quot;:&quot;0ab34403-88b5-4828-ab6d-46b0e498d136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9&quot;}},&quot;c0323e4f-8418-4864-a398-d012bc72ed57&quot;:{&quot;type&quot;:&quot;FIGURE_OBJECT&quot;,&quot;id&quot;:&quot;c0323e4f-8418-4864-a398-d012bc72ed57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93148005-7613-4958-8a0c-733a01aeaed9&quot;,&quot;order&quot;:&quot;9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a9f7557c-e932-41e7-b83a-3d30be018b6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9f7557c-e932-41e7-b83a-3d30be018b64&quot;:{&quot;type&quot;:&quot;FIGURE_OBJECT&quot;,&quot;id&quot;:&quot;a9f7557c-e932-41e7-b83a-3d30be018b64&quot;,&quot;parent&quot;:{&quot;type&quot;:&quot;CHILD&quot;,&quot;parentId&quot;:&quot;b1b79a15-89bb-4873-9c62-004cd164c27d&quot;,&quot;order&quot;:&quot;9999999999999999999999995&quot;},&quot;relativeTransform&quot;:{&quot;translate&quot;:{&quot;x&quot;:177.44387944353394,&quot;y&quot;:-246.0226545588157},&quot;rotate&quot;:0,&quot;skewX&quot;:0,&quot;scale&quot;:{&quot;x&quot;:1,&quot;y&quot;:1}}},&quot;e97ca69b-cdc0-4e08-9e18-c91ee63a2df0&quot;:{&quot;type&quot;:&quot;FIGURE_OBJECT&quot;,&quot;id&quot;:&quot;e97ca69b-cdc0-4e08-9e18-c91ee63a2df0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1&quot;}},&quot;e5f0d9e4-0f40-4ca0-815d-59fe57d3c123&quot;:{&quot;type&quot;:&quot;FIGURE_OBJECT&quot;,&quot;id&quot;:&quot;e5f0d9e4-0f40-4ca0-815d-59fe57d3c123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2&quot;}},&quot;dc615abc-0e12-489a-9257-678ffd4d3c68&quot;:{&quot;type&quot;:&quot;FIGURE_OBJECT&quot;,&quot;id&quot;:&quot;dc615abc-0e12-489a-9257-678ffd4d3c68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5&quot;}},&quot;9763ef46-c605-40e9-8ea3-184187ed8427&quot;:{&quot;type&quot;:&quot;FIGURE_OBJECT&quot;,&quot;id&quot;:&quot;9763ef46-c605-40e9-8ea3-184187ed8427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07&quot;}},&quot;6d874d56-353e-4450-8ec6-1a49f87d779a&quot;:{&quot;type&quot;:&quot;FIGURE_OBJECT&quot;,&quot;id&quot;:&quot;6d874d56-353e-4450-8ec6-1a49f87d779a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&quot;}},&quot;201bee53-0c9e-415f-b462-f35b34267e4f&quot;:{&quot;type&quot;:&quot;FIGURE_OBJECT&quot;,&quot;id&quot;:&quot;201bee53-0c9e-415f-b462-f35b34267e4f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1&quot;}},&quot;22044e74-5377-41a8-bee2-39fc89655557&quot;:{&quot;type&quot;:&quot;FIGURE_OBJECT&quot;,&quot;id&quot;:&quot;22044e74-5377-41a8-bee2-39fc89655557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2&quot;}},&quot;d2851ac6-c469-467e-bd19-7a7bf83618cc&quot;:{&quot;type&quot;:&quot;FIGURE_OBJECT&quot;,&quot;id&quot;:&quot;d2851ac6-c469-467e-bd19-7a7bf83618cc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5&quot;}},&quot;c759e58f-abd9-476f-8cde-b0096ee05b4b&quot;:{&quot;type&quot;:&quot;FIGURE_OBJECT&quot;,&quot;id&quot;:&quot;c759e58f-abd9-476f-8cde-b0096ee05b4b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17&quot;}},&quot;352a9bb1-72c1-446b-8b16-b110d3257885&quot;:{&quot;type&quot;:&quot;FIGURE_OBJECT&quot;,&quot;id&quot;:&quot;352a9bb1-72c1-446b-8b16-b110d3257885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&quot;}},&quot;3d989b8a-024d-4b3c-b5d7-426950b6e009&quot;:{&quot;type&quot;:&quot;FIGURE_OBJECT&quot;,&quot;id&quot;:&quot;3d989b8a-024d-4b3c-b5d7-426950b6e009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1&quot;}},&quot;239a4aa9-6416-4316-a31f-c87b4ce3ead3&quot;:{&quot;type&quot;:&quot;FIGURE_OBJECT&quot;,&quot;id&quot;:&quot;239a4aa9-6416-4316-a31f-c87b4ce3ead3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2&quot;}},&quot;c8f8c853-707f-40c4-b606-be26478c3e58&quot;:{&quot;type&quot;:&quot;FIGURE_OBJECT&quot;,&quot;id&quot;:&quot;c8f8c853-707f-40c4-b606-be26478c3e58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5&quot;}},&quot;152c8391-a2ab-42c9-87da-1c41d761722e&quot;:{&quot;type&quot;:&quot;FIGURE_OBJECT&quot;,&quot;id&quot;:&quot;152c8391-a2ab-42c9-87da-1c41d761722e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27&quot;}},&quot;491d72d8-7d38-4ae7-839f-4935f65bd814&quot;:{&quot;type&quot;:&quot;FIGURE_OBJECT&quot;,&quot;id&quot;:&quot;491d72d8-7d38-4ae7-839f-4935f65bd814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3&quot;}},&quot;def54fd1-3a83-4726-b18d-6eb4dc106a5e&quot;:{&quot;type&quot;:&quot;FIGURE_OBJECT&quot;,&quot;id&quot;:&quot;def54fd1-3a83-4726-b18d-6eb4dc106a5e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35&quot;}},&quot;9ee92e8d-9407-4006-ae22-4714fd4fbe52&quot;:{&quot;type&quot;:&quot;FIGURE_OBJECT&quot;,&quot;id&quot;:&quot;9ee92e8d-9407-4006-ae22-4714fd4fbe52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4&quot;}},&quot;2bc5c360-6c14-4301-933d-89239c8713d1&quot;:{&quot;type&quot;:&quot;FIGURE_OBJECT&quot;,&quot;id&quot;:&quot;2bc5c360-6c14-4301-933d-89239c8713d1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45&quot;}},&quot;5ed27df6-3273-4724-a883-84f9aa0a701d&quot;:{&quot;type&quot;:&quot;FIGURE_OBJECT&quot;,&quot;id&quot;:&quot;5ed27df6-3273-4724-a883-84f9aa0a701d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&quot;}},&quot;1bd60e99-4ad8-473f-a48b-a8e24a4bcc1c&quot;:{&quot;type&quot;:&quot;FIGURE_OBJECT&quot;,&quot;id&quot;:&quot;1bd60e99-4ad8-473f-a48b-a8e24a4bcc1c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1&quot;}},&quot;1e284c08-ef90-473f-baa7-222ac43194cd&quot;:{&quot;type&quot;:&quot;FIGURE_OBJECT&quot;,&quot;id&quot;:&quot;1e284c08-ef90-473f-baa7-222ac43194cd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2&quot;}},&quot;d94ef169-dc97-4099-a7d0-7003f5b5c3c4&quot;:{&quot;type&quot;:&quot;FIGURE_OBJECT&quot;,&quot;id&quot;:&quot;d94ef169-dc97-4099-a7d0-7003f5b5c3c4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5&quot;}},&quot;ff73a59f-683c-40df-bd80-090337ddcdfa&quot;:{&quot;type&quot;:&quot;FIGURE_OBJECT&quot;,&quot;id&quot;:&quot;ff73a59f-683c-40df-bd80-090337ddcdfa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57&quot;}},&quot;1dc938da-5d35-4a38-80ab-f28ee4c45d7d&quot;:{&quot;type&quot;:&quot;FIGURE_OBJECT&quot;,&quot;id&quot;:&quot;1dc938da-5d35-4a38-80ab-f28ee4c45d7d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&quot;}},&quot;601aa63b-9737-474d-8d04-387bcda00531&quot;:{&quot;type&quot;:&quot;FIGURE_OBJECT&quot;,&quot;id&quot;:&quot;601aa63b-9737-474d-8d04-387bcda00531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2&quot;}},&quot;8b4e3344-d631-439e-8977-852c294c0b31&quot;:{&quot;type&quot;:&quot;FIGURE_OBJECT&quot;,&quot;id&quot;:&quot;8b4e3344-d631-439e-8977-852c294c0b31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5&quot;}},&quot;19e91b09-a3c5-41af-855c-288a35974908&quot;:{&quot;type&quot;:&quot;FIGURE_OBJECT&quot;,&quot;id&quot;:&quot;19e91b09-a3c5-41af-855c-288a35974908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67&quot;}},&quot;8b906355-d036-4a9f-93c9-e24803c98703&quot;:{&quot;type&quot;:&quot;FIGURE_OBJECT&quot;,&quot;id&quot;:&quot;8b906355-d036-4a9f-93c9-e24803c98703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&quot;}},&quot;4d2a2c6e-d3eb-43c8-9cc9-35d38edb3b98&quot;:{&quot;type&quot;:&quot;FIGURE_OBJECT&quot;,&quot;id&quot;:&quot;4d2a2c6e-d3eb-43c8-9cc9-35d38edb3b98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1&quot;}},&quot;3ccb5a06-fd32-4e2e-b6fa-4e8a7fb57bb5&quot;:{&quot;type&quot;:&quot;FIGURE_OBJECT&quot;,&quot;id&quot;:&quot;3ccb5a06-fd32-4e2e-b6fa-4e8a7fb57bb5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2&quot;}},&quot;400118a5-7cf2-40b5-a4f9-8078c3b88062&quot;:{&quot;type&quot;:&quot;FIGURE_OBJECT&quot;,&quot;id&quot;:&quot;400118a5-7cf2-40b5-a4f9-8078c3b88062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5&quot;}},&quot;424f491a-f1cc-4f38-8ae2-aa49bc5cf8ea&quot;:{&quot;type&quot;:&quot;FIGURE_OBJECT&quot;,&quot;id&quot;:&quot;424f491a-f1cc-4f38-8ae2-aa49bc5cf8ea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77&quot;}},&quot;c1e8774e-6fe4-4842-abd9-b9c5e8acea7d&quot;:{&quot;type&quot;:&quot;FIGURE_OBJECT&quot;,&quot;id&quot;:&quot;c1e8774e-6fe4-4842-abd9-b9c5e8acea7d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8&quot;}},&quot;19cc1751-8446-419d-a153-6eb9c6c2b22d&quot;:{&quot;type&quot;:&quot;FIGURE_OBJECT&quot;,&quot;id&quot;:&quot;19cc1751-8446-419d-a153-6eb9c6c2b22d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85&quot;}},&quot;116659f0-e122-4d08-8de8-e1e7457fb546&quot;:{&quot;type&quot;:&quot;FIGURE_OBJECT&quot;,&quot;id&quot;:&quot;116659f0-e122-4d08-8de8-e1e7457fb546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9&quot;}},&quot;342be9d6-c000-4670-ae08-b6f18b0629b1&quot;:{&quot;type&quot;:&quot;FIGURE_OBJECT&quot;,&quot;id&quot;:&quot;342be9d6-c000-4670-ae08-b6f18b0629b1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a9f7557c-e932-41e7-b83a-3d30be018b64&quot;,&quot;order&quot;:&quot;9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6a4660f7-388a-4529-bc8f-8731f10c3bf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a4660f7-388a-4529-bc8f-8731f10c3bf9&quot;:{&quot;type&quot;:&quot;FIGURE_OBJECT&quot;,&quot;id&quot;:&quot;6a4660f7-388a-4529-bc8f-8731f10c3bf9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b1b79a15-89bb-4873-9c62-004cd164c27d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e04512ff-e076-4ec7-bae4-77ff6d434b9d&quot;,&quot;coordinates&quot;:{&quot;x&quot;:1,&quot;y&quot;:0.5}}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eeb8a351-6fac-4647-a89c-b2773abfecf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eb8a351-6fac-4647-a89c-b2773abfecf0&quot;:{&quot;type&quot;:&quot;FIGURE_OBJECT&quot;,&quot;id&quot;:&quot;eeb8a351-6fac-4647-a89c-b2773abfecf0&quot;,&quot;relativeTransform&quot;:{&quot;translate&quot;:{&quot;x&quot;:121.76978316255799,&quot;y&quot;:-241.40782462585076},&quot;rotate&quot;:1.5707963267948966},&quot;opacity&quot;:1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b1b79a15-89bb-4873-9c62-004cd164c27d&quot;,&quot;order&quot;:&quot;99999999999999999999999995&quot;},&quot;connectorInfo&quot;:{&quot;type&quot;:&quot;ELBOW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0ccba196-738a-4ba8-9444-fb239c0391f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ccba196-738a-4ba8-9444-fb239c0391fa&quot;:{&quot;type&quot;:&quot;FIGURE_OBJECT&quot;,&quot;id&quot;:&quot;0ccba196-738a-4ba8-9444-fb239c0391fa&quot;,&quot;relativeTransform&quot;:{&quot;translate&quot;:{&quot;x&quot;:188.7820186542023,&quot;y&quot;:-124.90445248605316},&quot;rotate&quot;:0,&quot;skewX&quot;:0,&quot;scale&quot;:{&quot;x&quot;:1,&quot;y&quot;:1}},&quot;opacity&quot;:1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7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a7c40cf3-6208-474f-b782-7ae868e9220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7c40cf3-6208-474f-b782-7ae868e92200&quot;:{&quot;type&quot;:&quot;FIGURE_OBJECT&quot;,&quot;id&quot;:&quot;a7c40cf3-6208-474f-b782-7ae868e92200&quot;,&quot;relativeTransform&quot;:{&quot;translate&quot;:{&quot;x&quot;:-0.5632754102803841,&quot;y&quot;:0},&quot;rotate&quot;:0,&quot;skewX&quot;:0,&quot;scale&quot;:{&quot;x&quot;:1,&quot;y&quot;:1}},&quot;opacity&quot;:1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8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60e4366b-ba28-41cb-8a42-56616b047b0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0e4366b-ba28-41cb-8a42-56616b047b08&quot;:{&quot;type&quot;:&quot;FIGURE_OBJECT&quot;,&quot;id&quot;:&quot;60e4366b-ba28-41cb-8a42-56616b047b08&quot;,&quot;relativeTransform&quot;:{&quot;translate&quot;:{&quot;x&quot;:258.0615993711941,&quot;y&quot;:104.82324372113284},&quot;rotate&quot;:-1.5707963267948968,&quot;skewX&quot;:0,&quot;scale&quot;:{&quot;x&quot;:1,&quot;y&quot;:1}},&quot;opacity&quot;:1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b1b79a15-89bb-4873-9c62-004cd164c27d&quot;,&quot;order&quot;:&quot;99999999999999999999999999&quot;},&quot;connectorInfo&quot;:{&quot;type&quot;:&quot;ELBOW&quot;,&quot;offset&quot;:{&quot;x&quot;:0,&quot;y&quot;:0},&quot;bending&quot;:0.1,&quot;customized&quot;:tru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41279a78-c004-4439-955d-c06eefcf909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1279a78-c004-4439-955d-c06eefcf909e&quot;:{&quot;type&quot;:&quot;FIGURE_OBJECT&quot;,&quot;id&quot;:&quot;41279a78-c004-4439-955d-c06eefcf909e&quot;,&quot;relativeTransform&quot;:{&quot;translate&quot;:{&quot;x&quot;:-1.718014756542082,&quot;y&quot;:-2.295019053992451},&quot;rotate&quot;:0,&quot;skewX&quot;:0,&quot;scale&quot;:{&quot;x&quot;:1,&quot;y&quot;:1}},&quot;opacity&quot;:1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5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bc4f2cf1-3c08-48bc-9895-d1b6247b1f6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c4f2cf1-3c08-48bc-9895-d1b6247b1f6d&quot;:{&quot;type&quot;:&quot;FIGURE_OBJECT&quot;,&quot;id&quot;:&quot;bc4f2cf1-3c08-48bc-9895-d1b6247b1f6d&quot;,&quot;relativeTransform&quot;:{&quot;translate&quot;:{&quot;x&quot;:170.36842324239421,&quot;y&quot;:0.5247463497546014},&quot;rotate&quot;:0},&quot;opacity&quot;:1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7&quot;},&quot;connectorInfo&quot;:{&quot;type&quot;:&quot;LINE&quot;,&quot;offset&quot;:{&quot;x&quot;:0,&quot;y&quot;:0},&quot;bending&quot;: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f1a82740-a346-48ac-8782-92be2e127dd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1a82740-a346-48ac-8782-92be2e127ddb&quot;:{&quot;type&quot;:&quot;FIGURE_OBJECT&quot;,&quot;id&quot;:&quot;f1a82740-a346-48ac-8782-92be2e127ddb&quot;,&quot;parent&quot;:{&quot;type&quot;:&quot;CHILD&quot;,&quot;parentId&quot;:&quot;b1b79a15-89bb-4873-9c62-004cd164c27d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},&quot;78bc28af-534c-476d-9058-731ee99e32f4&quot;:{&quot;type&quot;:&quot;FIGURE_OBJECT&quot;,&quot;id&quot;:&quot;78bc28af-534c-476d-9058-731ee99e32f4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05&quot;}},&quot;1f27ebd5-db9f-4530-94f4-14df28358c67&quot;:{&quot;type&quot;:&quot;FIGURE_OBJECT&quot;,&quot;id&quot;:&quot;1f27ebd5-db9f-4530-94f4-14df28358c6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78bc28af-534c-476d-9058-731ee99e32f4&quot;,&quot;order&quot;:&quot;5&quot;}},&quot;18f36323-6d2a-4638-a9b9-18e0848fd1d7&quot;:{&quot;type&quot;:&quot;FIGURE_OBJECT&quot;,&quot;id&quot;:&quot;18f36323-6d2a-4638-a9b9-18e0848fd1d7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1&quot;}},&quot;ae81af4d-1d3e-4edd-b513-9d3cd97b0eed&quot;:{&quot;type&quot;:&quot;FIGURE_OBJECT&quot;,&quot;id&quot;:&quot;ae81af4d-1d3e-4edd-b513-9d3cd97b0ee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18f36323-6d2a-4638-a9b9-18e0848fd1d7&quot;,&quot;order&quot;:&quot;5&quot;}},&quot;60de9572-a7ae-4eca-aa07-47d842b3d65a&quot;:{&quot;type&quot;:&quot;FIGURE_OBJECT&quot;,&quot;id&quot;:&quot;60de9572-a7ae-4eca-aa07-47d842b3d65a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6&quot;}},&quot;28da9e1f-b2bb-4a2d-96f8-024f8916bd75&quot;:{&quot;type&quot;:&quot;FIGURE_OBJECT&quot;,&quot;id&quot;:&quot;28da9e1f-b2bb-4a2d-96f8-024f8916bd7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60de9572-a7ae-4eca-aa07-47d842b3d65a&quot;,&quot;order&quot;:&quot;5&quot;}},&quot;5996f3a4-b886-4265-a247-d28ffe213f19&quot;:{&quot;type&quot;:&quot;FIGURE_OBJECT&quot;,&quot;id&quot;:&quot;5996f3a4-b886-4265-a247-d28ffe213f19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1a82740-a346-48ac-8782-92be2e127ddb&quot;,&quot;order&quot;:&quot;7&quot;}},&quot;10f29f9d-6fe7-4279-a514-9e44b8247f9c&quot;:{&quot;type&quot;:&quot;FIGURE_OBJECT&quot;,&quot;id&quot;:&quot;10f29f9d-6fe7-4279-a514-9e44b8247f9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5996f3a4-b886-4265-a247-d28ffe213f19&quot;,&quot;order&quot;:&quot;5&quot;}},&quot;8f3636b4-c500-4a92-9e76-493bbb205749&quot;:{&quot;type&quot;:&quot;FIGURE_OBJECT&quot;,&quot;id&quot;:&quot;8f3636b4-c500-4a92-9e76-493bbb205749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1a82740-a346-48ac-8782-92be2e127ddb&quot;,&quot;order&quot;:&quot;8&quot;}},&quot;96c565e2-3fb2-4e8d-b7b6-26c190be210a&quot;:{&quot;type&quot;:&quot;FIGURE_OBJECT&quot;,&quot;id&quot;:&quot;96c565e2-3fb2-4e8d-b7b6-26c190be210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8f3636b4-c500-4a92-9e76-493bbb205749&quot;,&quot;order&quot;:&quot;5&quot;}},&quot;4bd4e90c-8d8b-40bc-b27b-aee4b95d8495&quot;:{&quot;type&quot;:&quot;FIGURE_OBJECT&quot;,&quot;id&quot;:&quot;4bd4e90c-8d8b-40bc-b27b-aee4b95d8495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f1a82740-a346-48ac-8782-92be2e127ddb&quot;,&quot;order&quot;:&quot;2&quot;}},&quot;06ae7574-4513-4991-80af-515b5645009f&quot;:{&quot;type&quot;:&quot;FIGURE_OBJECT&quot;,&quot;id&quot;:&quot;06ae7574-4513-4991-80af-515b5645009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4bd4e90c-8d8b-40bc-b27b-aee4b95d8495&quot;,&quot;order&quot;:&quot;5&quot;}},&quot;61161afa-fd0e-4436-a6fd-0ddedeae461b&quot;:{&quot;type&quot;:&quot;FIGURE_OBJECT&quot;,&quot;id&quot;:&quot;61161afa-fd0e-4436-a6fd-0ddedeae461b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3&quot;}},&quot;46354321-0f63-4083-93a1-67b76865a8b5&quot;:{&quot;type&quot;:&quot;FIGURE_OBJECT&quot;,&quot;id&quot;:&quot;46354321-0f63-4083-93a1-67b76865a8b5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f1a82740-a346-48ac-8782-92be2e127ddb&quot;,&quot;order&quot;:&quot;5&quot;}},&quot;d3be1457-4b24-4354-8e9d-b62110dfdab1&quot;:{&quot;type&quot;:&quot;FIGURE_OBJECT&quot;,&quot;id&quot;:&quot;d3be1457-4b24-4354-8e9d-b62110dfdab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46354321-0f63-4083-93a1-67b76865a8b5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abd470b7-25f6-4fc2-9122-c4520fb6820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bd470b7-25f6-4fc2-9122-c4520fb68208&quot;:{&quot;type&quot;:&quot;FIGURE_OBJECT&quot;,&quot;id&quot;:&quot;abd470b7-25f6-4fc2-9122-c4520fb68208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b1b79a15-89bb-4873-9c62-004cd164c27d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},&quot;89f2f0e9-fab7-4d4a-9c3c-fdb990614b82&quot;:{&quot;id&quot;:&quot;89f2f0e9-fab7-4d4a-9c3c-fdb990614b8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abd470b7-25f6-4fc2-9122-c4520fb68208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5f02344c-66b1-4e06-b5c5-0d066aeaf6a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f02344c-66b1-4e06-b5c5-0d066aeaf6a5&quot;:{&quot;id&quot;:&quot;5f02344c-66b1-4e06-b5c5-0d066aeaf6a5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b1b79a15-89bb-4873-9c62-004cd164c27d&quot;,&quot;order&quot;:&quot;99999999999999999999999999999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68011f27-a98f-451b-8d61-ab8310db148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8011f27-a98f-451b-8d61-ab8310db148d&quot;:{&quot;type&quot;:&quot;FIGURE_OBJECT&quot;,&quot;id&quot;:&quot;68011f27-a98f-451b-8d61-ab8310db148d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b1b79a15-89bb-4873-9c62-004cd164c27d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},&quot;48678a24-7788-43b2-ba6d-4fd34ab6291c&quot;:{&quot;id&quot;:&quot;48678a24-7788-43b2-ba6d-4fd34ab6291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68011f27-a98f-451b-8d61-ab8310db148d&quot;,&quot;order&quot;:&quot;5&quot;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ddd26212-e4fd-4c4e-9522-996b50a014e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dd26212-e4fd-4c4e-9522-996b50a014ed&quot;:{&quot;type&quot;:&quot;FIGURE_OBJECT&quot;,&quot;id&quot;:&quot;ddd26212-e4fd-4c4e-9522-996b50a014ed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68011f27-a98f-451b-8d61-ab8310db148d&quot;,&quot;coordinates&quot;:{&quot;x&quot;:1,&quot;y&quot;:0.4658556760773749}}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fb5106a2-ab54-4e9b-84c7-fc7d7f600fc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b5106a2-ab54-4e9b-84c7-fc7d7f600fca&quot;:{&quot;type&quot;:&quot;FIGURE_OBJECT&quot;,&quot;id&quot;:&quot;fb5106a2-ab54-4e9b-84c7-fc7d7f600fca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68011f27-a98f-451b-8d61-ab8310db148d&quot;,&quot;coordinates&quot;:{&quot;x&quot;:0.4063013414032723,&quot;y&quot;:0}}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6017e098-a954-404d-8393-a6fd47936fd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017e098-a954-404d-8393-a6fd47936fdb&quot;:{&quot;type&quot;:&quot;FIGURE_OBJECT&quot;,&quot;id&quot;:&quot;6017e098-a954-404d-8393-a6fd47936fdb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9&quot;},&quot;connectorInfo&quot;:{&quot;connectedObjectAtLineStart&quot;:{&quot;objectId&quot;:&quot;f1a82740-a346-48ac-8782-92be2e127ddb&quot;,&quot;coordinates&quot;:{&quot;x&quot;:1,&quot;y&quot;:0.5}},&quot;connectedObjectAtLineEnd&quot;:{&quot;objectId&quot;:&quot;68011f27-a98f-451b-8d61-ab8310db148d&quot;,&quot;coordinates&quot;:{&quot;x&quot;:0.5,&quot;y&quot;:1}},&quot;type&quot;:&quot;ELBOW&quot;,&quot;offset&quot;:{&quot;x&quot;:0,&quot;y&quot;:0},&quot;bending&quot;:-0.1,&quot;customized&quot;:false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1-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b1b79a15-89bb-4873-9c62-004cd164c27d"/>
  <p:tag name="SELECTIONIDS" val="c365721d-ff6a-4622-a001-40c23ee1786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365721d-ff6a-4622-a001-40c23ee17869&quot;:{&quot;type&quot;:&quot;FIGURE_OBJECT&quot;,&quot;id&quot;:&quot;c365721d-ff6a-4622-a001-40c23ee17869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1b79a15-89bb-4873-9c62-004cd164c27d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6d2051d4-b67f-4ce3-82cf-d95368d68faa&quot;,&quot;coordinates&quot;:{&quot;x&quot;:1,&quot;y&quot;:0.5}},&quot;connectedObjectAtLineEnd&quot;:{&quot;objectId&quot;:&quot;68011f27-a98f-451b-8d61-ab8310db148d&quot;,&quot;coordinates&quot;:{&quot;x&quot;:0,&quot;y&quot;:0.5}}}},&quot;b1b79a15-89bb-4873-9c62-004cd164c27d&quot;:{&quot;id&quot;:&quot;b1b79a15-89bb-4873-9c62-004cd164c27d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45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2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6382952a-b187-4cea-b976-b0376e8ae51a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382952a-b187-4cea-b976-b0376e8ae51a&quot;:{&quot;id&quot;:&quot;6382952a-b187-4cea-b976-b0376e8ae51a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65&quot;},&quot;source&quot;:{&quot;id&quot;:&quot;670fec1d3441cb01bf892654&quot;,&quot;type&quot;:&quot;TEMPLATES&quot;},&quot;layout&quot;:{&quot;sizeRatio&quot;:{&quot;x&quot;:0.7071067811865476,&quot;y&quot;:0.7071067811865476},&quot;keepAspectRatio&quot;:true}},&quot;232ded0a-3f59-4f47-8304-f08465cefb84&quot;:{&quot;id&quot;:&quot;232ded0a-3f59-4f47-8304-f08465cefb84&quot;,&quot;name&quot;:&quot;step2_structural_distributions.png&quot;,&quot;type&quot;:&quot;FIGURE_OBJECT&quot;,&quot;relativeTransform&quot;:{&quot;translate&quot;:{&quot;x&quot;:366.82044391661316,&quot;y&quot;:180.74730212381064},&quot;rotate&quot;:0,&quot;skewX&quot;:0,&quot;scale&quot;:{&quot;x&quot;:2.787311013760524,&quot;y&quot;:2.787311013760524}},&quot;image&quot;:{&quot;url&quot;:&quot;https://core.services.biorender.com/api/uploads/noredirect/6a66980c8d62f3fde291f496/1785108492841_63c78e5a-e366-4f03-9985-dfbc5066cc00_icon.png&quot;,&quot;isPremium&quot;:false,&quot;isSignedURL&quot;:true,&quot;size&quot;:{&quot;x&quot;:300,&quot;y&quot;:300}},&quot;source&quot;:{&quot;id&quot;:&quot;6a66980c8d62f3fde291f496&quot;,&quot;type&quot;:&quot;UPLOADS&quot;},&quot;isPremium&quot;:false,&quot;parent&quot;:{&quot;type&quot;:&quot;CHILD&quot;,&quot;parentId&quot;:&quot;6382952a-b187-4cea-b976-b0376e8ae51a&quot;,&quot;order&quot;:&quot;8&quot;}},&quot;e514e130-7d9a-4909-9aac-58060e70f31b&quot;:{&quot;id&quot;:&quot;e514e130-7d9a-4909-9aac-58060e70f31b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2]}],&quot;text&quot;:&quot;PS-CPL guided analysis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22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6382952a-b187-4cea-b976-b0376e8ae51a&quot;,&quot;order&quot;:&quot;7&quot;}},&quot;72fe374d-f8ef-4773-a1c1-479803b24236&quot;:{&quot;id&quot;:&quot;72fe374d-f8ef-4773-a1c1-479803b24236&quot;,&quot;type&quot;:&quot;FIGURE_OBJECT&quot;,&quot;relativeTransform&quot;:{&quot;translate&quot;:{&quot;x&quot;:388.88885033072563,&quot;y&quot;:127.81281385161691},&quot;rotate&quot;:0,&quot;skewX&quot;:0,&quot;scale&quot;:{&quot;x&quot;:1,&quot;y&quot;:1}},&quot;path&quot;:{&quot;type&quot;:&quot;RECT&quot;,&quot;size&quot;:{&quot;x&quot;:1256.3284674534661,&quot;y&quot;:975.696493844966}},&quot;pathStyles&quot;:[{&quot;type&quot;:&quot;FILL&quot;,&quot;fillStyle&quot;:&quot;rgba(0,0,0,0)&quot;}],&quot;parent&quot;:{&quot;type&quot;:&quot;FRAME&quot;,&quot;parentId&quot;:&quot;6382952a-b187-4cea-b976-b0376e8ae51a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2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6382952a-b187-4cea-b976-b0376e8ae51a"/>
  <p:tag name="SELECTIONIDS" val="232ded0a-3f59-4f47-8304-f08465cefb8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32ded0a-3f59-4f47-8304-f08465cefb84&quot;:{&quot;id&quot;:&quot;232ded0a-3f59-4f47-8304-f08465cefb84&quot;,&quot;name&quot;:&quot;step2_structural_distributions.png&quot;,&quot;type&quot;:&quot;FIGURE_OBJECT&quot;,&quot;relativeTransform&quot;:{&quot;translate&quot;:{&quot;x&quot;:366.82044391661316,&quot;y&quot;:180.74730212381064},&quot;rotate&quot;:0,&quot;skewX&quot;:0,&quot;scale&quot;:{&quot;x&quot;:2.787311013760524,&quot;y&quot;:2.787311013760524}},&quot;image&quot;:{&quot;url&quot;:&quot;https://core.services.biorender.com/api/uploads/noredirect/6a66980c8d62f3fde291f496/1785108492841_63c78e5a-e366-4f03-9985-dfbc5066cc00_icon.png&quot;,&quot;isPremium&quot;:false,&quot;isSignedURL&quot;:true,&quot;size&quot;:{&quot;x&quot;:300,&quot;y&quot;:300}},&quot;source&quot;:{&quot;id&quot;:&quot;6a66980c8d62f3fde291f496&quot;,&quot;type&quot;:&quot;UPLOADS&quot;},&quot;isPremium&quot;:false,&quot;parent&quot;:{&quot;type&quot;:&quot;CHILD&quot;,&quot;parentId&quot;:&quot;6382952a-b187-4cea-b976-b0376e8ae51a&quot;,&quot;order&quot;:&quot;8&quot;}},&quot;6382952a-b187-4cea-b976-b0376e8ae51a&quot;:{&quot;id&quot;:&quot;6382952a-b187-4cea-b976-b0376e8ae51a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65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3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a2102398-7626-4555-a6d0-fb5a6af20908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2102398-7626-4555-a6d0-fb5a6af20908&quot;:{&quot;id&quot;:&quot;a2102398-7626-4555-a6d0-fb5a6af20908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66&quot;},&quot;source&quot;:{&quot;id&quot;:&quot;670fec1d3441cb01bf892654&quot;,&quot;type&quot;:&quot;TEMPLATES&quot;},&quot;layout&quot;:{&quot;sizeRatio&quot;:{&quot;x&quot;:0.7071067811865476,&quot;y&quot;:0.7071067811865476},&quot;keepAspectRatio&quot;:true}},&quot;99c8342e-05b9-4884-a388-c87efbcbbf78&quot;:{&quot;type&quot;:&quot;FIGURE_OBJECT&quot;,&quot;id&quot;:&quot;99c8342e-05b9-4884-a388-c87efbcbbf78&quot;,&quot;path&quot;:{&quot;type&quot;:&quot;RECT&quot;,&quot;size&quot;:{&quot;x&quot;:478.71775310487425,&quot;y&quot;:136.36363636363637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a2102398-7626-4555-a6d0-fb5a6af20908&quot;,&quot;order&quot;:&quot;9&quot;},&quot;relativeTransform&quot;:{&quot;translate&quot;:{&quot;x&quot;:388.888659581172,&quot;y&quot;:202.37644973251435},&quot;rotate&quot;:0,&quot;skewX&quot;:0,&quot;scale&quot;:{&quot;x&quot;:1,&quot;y&quot;:1}},&quot;layout&quot;:{&quot;sizeRatio&quot;:{&quot;x&quot;:0.88,&quot;y&quot;:0.88},&quot;keepAspectRatio&quot;:false}},&quot;6d598e9c-9d80-4e05-87cc-91db0614bbab&quot;:{&quot;id&quot;:&quot;6d598e9c-9d80-4e05-87cc-91db0614bba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5]}],&quot;text&quot;:&quot;Top 30&quot;,&quot;base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20]}],&quot;text&quot;:&quot;1st priority: EL_rank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21]}],&quot;text&quot;:&quot;2nd priority: BA (nM) 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,&quot;range&quot;:[0,25]}],&quot;text&quot;:&quot;PS-CPL candidates selected&quot;}],&quot;_lastCaretLocation&quot;:{&quot;lineIndex&quot;:2,&quot;runIndex&quot;:0,&quot;charIndex&quot;:21}},&quot;format&quot;:&quot;BETTER_TEXT&quot;,&quot;size&quot;:{&quot;x&quot;:421.27162273228936,&quot;y&quot;:120},&quot;targetSize&quot;:{&quot;x&quot;:421.27162273228936,&quot;y&quot;:2}},&quot;parent&quot;:{&quot;type&quot;:&quot;CHILD&quot;,&quot;parentId&quot;:&quot;99c8342e-05b9-4884-a388-c87efbcbbf78&quot;,&quot;order&quot;:&quot;5&quot;}},&quot;11390a0e-3b88-4f2e-9284-3ee6c143c8f8&quot;:{&quot;id&quot;:&quot;11390a0e-3b88-4f2e-9284-3ee6c143c8f8&quot;,&quot;name&quot;:&quot;step2_structural_distributions.png&quot;,&quot;type&quot;:&quot;FIGURE_OBJECT&quot;,&quot;relativeTransform&quot;:{&quot;translate&quot;:{&quot;x&quot;:366.82044391661316,&quot;y&quot;:180.74730212381064},&quot;rotate&quot;:0,&quot;skewX&quot;:0,&quot;scale&quot;:{&quot;x&quot;:2.787311013760524,&quot;y&quot;:2.787311013760524}},&quot;image&quot;:{&quot;url&quot;:&quot;https://core.services.biorender.com/api/uploads/noredirect/6a66980c8d62f3fde291f496/1785108492841_63c78e5a-e366-4f03-9985-dfbc5066cc00_icon.png&quot;,&quot;isPremium&quot;:false,&quot;isSignedURL&quot;:true,&quot;size&quot;:{&quot;x&quot;:300,&quot;y&quot;:300}},&quot;source&quot;:{&quot;id&quot;:&quot;6a66980c8d62f3fde291f496&quot;,&quot;type&quot;:&quot;UPLOADS&quot;},&quot;isPremium&quot;:false,&quot;parent&quot;:{&quot;type&quot;:&quot;CHILD&quot;,&quot;parentId&quot;:&quot;a2102398-7626-4555-a6d0-fb5a6af20908&quot;,&quot;order&quot;:&quot;8&quot;}},&quot;29bf86aa-f11d-42b4-aa13-6a72fff8f833&quot;:{&quot;id&quot;:&quot;29bf86aa-f11d-42b4-aa13-6a72fff8f833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31]}],&quot;text&quot;:&quot;In Silico Variant Prioritization&quot;,&quot;base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2]}],&quot;text&quot;:&quot;PS-CPL guided analysis 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0,&quot;charIndex&quot;:22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a2102398-7626-4555-a6d0-fb5a6af20908&quot;,&quot;order&quot;:&quot;7&quot;}},&quot;8a20f650-4d58-4e76-ad7d-1e5f9ae52b51&quot;:{&quot;id&quot;:&quot;8a20f650-4d58-4e76-ad7d-1e5f9ae52b51&quot;,&quot;type&quot;:&quot;FIGURE_OBJECT&quot;,&quot;relativeTransform&quot;:{&quot;translate&quot;:{&quot;x&quot;:388.88885033072563,&quot;y&quot;:127.81281385161691},&quot;rotate&quot;:0,&quot;skewX&quot;:0,&quot;scale&quot;:{&quot;x&quot;:1,&quot;y&quot;:1}},&quot;path&quot;:{&quot;type&quot;:&quot;RECT&quot;,&quot;size&quot;:{&quot;x&quot;:1256.3284674534661,&quot;y&quot;:975.696493844966}},&quot;pathStyles&quot;:[{&quot;type&quot;:&quot;FILL&quot;,&quot;fillStyle&quot;:&quot;rgba(0,0,0,0)&quot;}],&quot;parent&quot;:{&quot;type&quot;:&quot;FRAME&quot;,&quot;parentId&quot;:&quot;a2102398-7626-4555-a6d0-fb5a6af20908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3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102398-7626-4555-a6d0-fb5a6af20908"/>
  <p:tag name="SELECTIONIDS" val="11390a0e-3b88-4f2e-9284-3ee6c143c8f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1390a0e-3b88-4f2e-9284-3ee6c143c8f8&quot;:{&quot;id&quot;:&quot;11390a0e-3b88-4f2e-9284-3ee6c143c8f8&quot;,&quot;name&quot;:&quot;step2_structural_distributions.png&quot;,&quot;type&quot;:&quot;FIGURE_OBJECT&quot;,&quot;relativeTransform&quot;:{&quot;translate&quot;:{&quot;x&quot;:366.82044391661316,&quot;y&quot;:180.74730212381064},&quot;rotate&quot;:0,&quot;skewX&quot;:0,&quot;scale&quot;:{&quot;x&quot;:2.787311013760524,&quot;y&quot;:2.787311013760524}},&quot;image&quot;:{&quot;url&quot;:&quot;https://core.services.biorender.com/api/uploads/noredirect/6a66980c8d62f3fde291f496/1785108492841_63c78e5a-e366-4f03-9985-dfbc5066cc00_icon.png&quot;,&quot;isPremium&quot;:false,&quot;isSignedURL&quot;:true,&quot;size&quot;:{&quot;x&quot;:300,&quot;y&quot;:300}},&quot;source&quot;:{&quot;id&quot;:&quot;6a66980c8d62f3fde291f496&quot;,&quot;type&quot;:&quot;UPLOADS&quot;},&quot;isPremium&quot;:false,&quot;parent&quot;:{&quot;type&quot;:&quot;CHILD&quot;,&quot;parentId&quot;:&quot;a2102398-7626-4555-a6d0-fb5a6af20908&quot;,&quot;order&quot;:&quot;8&quot;}},&quot;a2102398-7626-4555-a6d0-fb5a6af20908&quot;:{&quot;id&quot;:&quot;a2102398-7626-4555-a6d0-fb5a6af20908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66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3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2102398-7626-4555-a6d0-fb5a6af20908"/>
  <p:tag name="SELECTIONIDS" val="99c8342e-05b9-4884-a388-c87efbcbbf7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9c8342e-05b9-4884-a388-c87efbcbbf78&quot;:{&quot;type&quot;:&quot;FIGURE_OBJECT&quot;,&quot;id&quot;:&quot;99c8342e-05b9-4884-a388-c87efbcbbf78&quot;,&quot;path&quot;:{&quot;type&quot;:&quot;RECT&quot;,&quot;size&quot;:{&quot;x&quot;:478.71775310487425,&quot;y&quot;:136.36363636363637},&quot;cornerRounding&quot;:{&quot;type&quot;:&quot;ARC_LENGTH&quot;,&quot;global&quot;:15.707963267948966}},&quot;pathStyles&quot;:[{&quot;type&quot;:&quot;FILL&quot;,&quot;fillStyle&quot;:&quot;rgba(243,205,204,1)&quot;},{&quot;type&quot;:&quot;STROKE&quot;,&quot;strokeStyle&quot;:&quot;rgba(192,56,48,1)&quot;,&quot;lineWidth&quot;:2,&quot;lineJoin&quot;:&quot;round&quot;}],&quot;parent&quot;:{&quot;type&quot;:&quot;CHILD&quot;,&quot;parentId&quot;:&quot;a2102398-7626-4555-a6d0-fb5a6af20908&quot;,&quot;order&quot;:&quot;9&quot;},&quot;relativeTransform&quot;:{&quot;translate&quot;:{&quot;x&quot;:388.888659581172,&quot;y&quot;:202.37644973251435},&quot;rotate&quot;:0,&quot;skewX&quot;:0,&quot;scale&quot;:{&quot;x&quot;:1,&quot;y&quot;:1}},&quot;layout&quot;:{&quot;sizeRatio&quot;:{&quot;x&quot;:0.88,&quot;y&quot;:0.88},&quot;keepAspectRatio&quot;:false}},&quot;6d598e9c-9d80-4e05-87cc-91db0614bbab&quot;:{&quot;id&quot;:&quot;6d598e9c-9d80-4e05-87cc-91db0614bba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5]}],&quot;text&quot;:&quot;Top 30&quot;,&quot;base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20]}],&quot;text&quot;:&quot;1st priority: EL_rank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},&quot;range&quot;:[0,21]}],&quot;text&quot;:&quot;2nd priority: BA (nM) &quot;},{&quot;runs&quot;:[{&quot;style&quot;:{&quot;fontFamily&quot;:&quot;Roboto&quot;,&quot;fontSize&quot;:25.333333333333332,&quot;color&quot;:&quot;black&quot;,&quot;fontWeight&quot;:&quot;normal&quot;,&quot;fontStyle&quot;:&quot;normal&quot;,&quot;decoration&quot;:&quot;none&quot;,&quot;script&quot;:&quot;none&quot;},&quot;range&quot;:[0,25]}],&quot;text&quot;:&quot;PS-CPL candidates selected&quot;}],&quot;_lastCaretLocation&quot;:{&quot;lineIndex&quot;:2,&quot;runIndex&quot;:0,&quot;charIndex&quot;:21}},&quot;format&quot;:&quot;BETTER_TEXT&quot;,&quot;size&quot;:{&quot;x&quot;:421.27162273228936,&quot;y&quot;:120},&quot;targetSize&quot;:{&quot;x&quot;:421.27162273228936,&quot;y&quot;:2}},&quot;parent&quot;:{&quot;type&quot;:&quot;CHILD&quot;,&quot;parentId&quot;:&quot;99c8342e-05b9-4884-a388-c87efbcbbf78&quot;,&quot;order&quot;:&quot;5&quot;}},&quot;a2102398-7626-4555-a6d0-fb5a6af20908&quot;:{&quot;id&quot;:&quot;a2102398-7626-4555-a6d0-fb5a6af20908&quot;,&quot;type&quot;:&quot;FIGURE_OBJECT&quot;,&quot;document&quot;:{&quot;type&quot;:&quot;FIGURE&quot;,&quot;canvasType&quot;:&quot;FIGURE&quot;,&quot;units&quot;:&quot;cm&quot;,&quot;title&quot;:&quot;Phase III&quot;,&quot;aspectRatio&quot;:0},&quot;parent&quot;:{&quot;type&quot;:&quot;DOCUMENT&quot;,&quot;parentId&quot;:&quot;d32a9ec0-4d3c-463c-b1e3-283488fd0be2&quot;,&quot;order&quot;:&quot;66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c567345a-1798-475c-b0aa-224d45a53e2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ee8a3074-ef04-4b80-ba86-535a87ceade0&quot;:{&quot;type&quot;:&quot;FIGURE_OBJECT&quot;,&quot;id&quot;:&quot;ee8a3074-ef04-4b80-ba86-535a87ceade0&quot;,&quot;path&quot;:{&quot;type&quot;:&quot;RECT&quot;,&quot;size&quot;:{&quot;x&quot;:687.7709038498865,&quot;y&quot;:216.87043391550029},&quot;cornerRounding&quot;:{&quot;type&quot;:&quot;ARC_LENGTH&quot;,&quot;global&quot;:0}},&quot;pathStyles&quot;:[{&quot;type&quot;:&quot;FILL&quot;,&quot;fillStyle&quot;:&quot;rgba(255,255,255,1)&quot;},{&quot;type&quot;:&quot;STROKE&quot;,&quot;strokeStyle&quot;:&quot;#DA291C&quot;,&quot;lineWidth&quot;:2,&quot;lineJoin&quot;:&quot;round&quot;}],&quot;parent&quot;:{&quot;type&quot;:&quot;CHILD&quot;,&quot;parentId&quot;:&quot;c567345a-1798-475c-b0aa-224d45a53e2e&quot;,&quot;order&quot;:&quot;2&quot;},&quot;relativeTransform&quot;:{&quot;translate&quot;:{&quot;x&quot;:279.66137798512125,&quot;y&quot;:215.5835594299338},&quot;rotate&quot;:0}},&quot;c2e4a79a-ee87-4719-8ef9-d8afd66dbeb6&quot;:{&quot;type&quot;:&quot;FIGURE_OBJECT&quot;,&quot;id&quot;:&quot;c2e4a79a-ee87-4719-8ef9-d8afd66dbeb6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c567345a-1798-475c-b0aa-224d45a53e2e&quot;,&quot;order&quot;:&quot;4&quot;},&quot;relativeTransform&quot;:{&quot;translate&quot;:{&quot;x&quot;:192.07722117334276,&quot;y&quot;:22.396947906672196},&quot;rotate&quot;:0},&quot;opacity&quot;:0.29},&quot;91bdf436-a2b5-4c77-8b87-6ce23a690b34&quot;:{&quot;type&quot;:&quot;FIGURE_OBJECT&quot;,&quot;id&quot;:&quot;91bdf436-a2b5-4c77-8b87-6ce23a690b34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c567345a-1798-475c-b0aa-224d45a53e2e&quot;,&quot;order&quot;:&quot;4&quot;},&quot;relativeTransform&quot;:{&quot;translate&quot;:{&quot;x&quot;:193.6543547075996,&quot;y&quot;:-126.07754914956907},&quot;rotate&quot;:0,&quot;skewX&quot;:0,&quot;scale&quot;:{&quot;x&quot;:1,&quot;y&quot;:1}},&quot;opacity&quot;:0.29},&quot;513eabae-3cb1-4dde-91b8-27a947ec2987&quot;:{&quot;type&quot;:&quot;FIGURE_OBJECT&quot;,&quot;id&quot;:&quot;513eabae-3cb1-4dde-91b8-27a947ec2987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dd979a19-f994-4578-9e98-a296c87141a8&quot;,&quot;coordinates&quot;:{&quot;x&quot;:1,&quot;y&quot;:0.5}},&quot;connectedObjectAtLineEnd&quot;:{&quot;objectId&quot;:&quot;fdf63e85-0d07-4302-a906-3693e5ca2130&quot;,&quot;coordinates&quot;:{&quot;x&quot;:0,&quot;y&quot;:0.5}}}},&quot;82ddc7c7-d823-4b73-bf78-6175e5a61b5e&quot;:{&quot;type&quot;:&quot;FIGURE_OBJECT&quot;,&quot;id&quot;:&quot;82ddc7c7-d823-4b73-bf78-6175e5a61b5e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9&quot;},&quot;connectorInfo&quot;:{&quot;connectedObjectAtLineStart&quot;:{&quot;objectId&quot;:&quot;53bd5bda-fdba-4eeb-9172-92eb89517fca&quot;,&quot;coordinates&quot;:{&quot;x&quot;:1,&quot;y&quot;:0.5}},&quot;connectedObjectAtLineEnd&quot;:{&quot;objectId&quot;:&quot;fdf63e85-0d07-4302-a906-3693e5ca2130&quot;,&quot;coordinates&quot;:{&quot;x&quot;:0.5,&quot;y&quot;:1}},&quot;type&quot;:&quot;ELBOW&quot;,&quot;offset&quot;:{&quot;x&quot;:0,&quot;y&quot;:0},&quot;bending&quot;:-0.1,&quot;customized&quot;:false}},&quot;e6cbb399-951f-4abd-9f5f-ab75d51e23f1&quot;:{&quot;type&quot;:&quot;FIGURE_OBJECT&quot;,&quot;id&quot;:&quot;e6cbb399-951f-4abd-9f5f-ab75d51e23f1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fdf63e85-0d07-4302-a906-3693e5ca2130&quot;,&quot;coordinates&quot;:{&quot;x&quot;:0.4063013414032723,&quot;y&quot;:0}}}},&quot;b987d8ba-77a7-4d66-bab8-2d0c4e93fa75&quot;:{&quot;type&quot;:&quot;FIGURE_OBJECT&quot;,&quot;id&quot;:&quot;b987d8ba-77a7-4d66-bab8-2d0c4e93fa75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fdf63e85-0d07-4302-a906-3693e5ca2130&quot;,&quot;coordinates&quot;:{&quot;x&quot;:1,&quot;y&quot;:0.4658556760773749}}}},&quot;fdf63e85-0d07-4302-a906-3693e5ca2130&quot;:{&quot;type&quot;:&quot;FIGURE_OBJECT&quot;,&quot;id&quot;:&quot;fdf63e85-0d07-4302-a906-3693e5ca2130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c567345a-1798-475c-b0aa-224d45a53e2e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,&quot;opacity&quot;:0.29},&quot;c83adf2e-f3c5-47bd-be2f-f2224df1dfdd&quot;:{&quot;id&quot;:&quot;c83adf2e-f3c5-47bd-be2f-f2224df1dfd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fdf63e85-0d07-4302-a906-3693e5ca2130&quot;,&quot;order&quot;:&quot;5&quot;}},&quot;a81b6f72-a1ec-477d-89cb-323c7bfccb99&quot;:{&quot;id&quot;:&quot;a81b6f72-a1ec-477d-89cb-323c7bfccb99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c567345a-1798-475c-b0aa-224d45a53e2e&quot;,&quot;order&quot;:&quot;99999999999999999999999999999&quot;},&quot;opacity&quot;:0.29},&quot;0775d6ef-2f23-45d4-a44c-a3d7775db7f0&quot;:{&quot;id&quot;:&quot;0775d6ef-2f23-45d4-a44c-a3d7775db7f0&quot;,&quot;type&quot;:&quot;FIGURE_OBJECT&quot;,&quot;relativeTransform&quot;:{&quot;translate&quot;:{&quot;x&quot;:569.1275631965193,&quot;y&quot;:-95.4272510577214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,&quot;range&quot;:[0,19]}],&quot;text&quot;:&quot;Selected  Candidates&quot;,&quot;baseStyle&quot;:{&quot;fontFamily&quot;:&quot;Roboto&quot;,&quot;fontSize&quot;:12.666666666666666,&quot;color&quot;:&quot;#DA291C&quot;,&quot;fontWeight&quot;:&quot;bold&quot;,&quot;fontStyle&quot;:&quot;normal&quot;,&quot;decoration&quot;:&quot;none&quot;,&quot;script&quot;:&quot;none&quot;}}],&quot;_lastCaretLocation&quot;:{&quot;lineIndex&quot;:0,&quot;runIndex&quot;:0,&quot;charIndex&quot;:9}},&quot;format&quot;:&quot;BETTER_TEXT&quot;,&quot;size&quot;:{&quot;x&quot;:70.998046875,&quot;y&quot;:34.75904807921733},&quot;targetSize&quot;:{&quot;x&quot;:63.00253550844383,&quot;y&quot;:34.75904807921733}},&quot;parent&quot;:{&quot;type&quot;:&quot;CHILD&quot;,&quot;parentId&quot;:&quot;c567345a-1798-475c-b0aa-224d45a53e2e&quot;,&quot;order&quot;:&quot;99999999999999999999999999998&quot;},&quot;opacity&quot;:0.29},&quot;d777cf1c-92a9-4318-ad1d-903509eb8891&quot;:{&quot;type&quot;:&quot;FIGURE_OBJECT&quot;,&quot;id&quot;:&quot;d777cf1c-92a9-4318-ad1d-903509eb8891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c567345a-1798-475c-b0aa-224d45a53e2e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,&quot;opacity&quot;:0.29},&quot;b5512244-48be-49d4-939c-9a9b50fca0e1&quot;:{&quot;id&quot;:&quot;b5512244-48be-49d4-939c-9a9b50fca0e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d777cf1c-92a9-4318-ad1d-903509eb8891&quot;,&quot;order&quot;:&quot;5&quot;}},&quot;aa419acb-4eb6-4407-956a-7bfe997bbc35&quot;:{&quot;type&quot;:&quot;FIGURE_OBJECT&quot;,&quot;id&quot;:&quot;aa419acb-4eb6-4407-956a-7bfe997bbc35&quot;,&quot;relativeTransform&quot;:{&quot;translate&quot;:{&quot;x&quot;:356.4533176961387,&quot;y&quot;:64.1983762156537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8]}],&quot;text&quot;:&quot;Variant generation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48]}],&quot;text&quot;:&quot;Fix 3-7 best scoring positions-aa; keep others WT&quot;}],&quot;verticalAlign&quot;:&quot;TOP&quot;,&quot;_lastCaretLocation&quot;:{&quot;lineIndex&quot;:1,&quot;runIndex&quot;:-1,&quot;charIndex&quot;:-1,&quot;endOfLine&quot;:true}},&quot;size&quot;:{&quot;x&quot;:157.48831472807004,&quot;y&quot;:90},&quot;targetSize&quot;:{&quot;x&quot;:157.48831472807004,&quot;y&quot;:90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99999998&quot;}},&quot;53bd5bda-fdba-4eeb-9172-92eb89517fca&quot;:{&quot;type&quot;:&quot;FIGURE_OBJECT&quot;,&quot;id&quot;:&quot;53bd5bda-fdba-4eeb-9172-92eb89517fca&quot;,&quot;parent&quot;:{&quot;type&quot;:&quot;CHILD&quot;,&quot;parentId&quot;:&quot;c567345a-1798-475c-b0aa-224d45a53e2e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,&quot;opacity&quot;:0.29},&quot;149b2a4f-5a70-4ee1-93a2-062a4bee18f2&quot;:{&quot;type&quot;:&quot;FIGURE_OBJECT&quot;,&quot;id&quot;:&quot;149b2a4f-5a70-4ee1-93a2-062a4bee18f2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5&quot;}},&quot;22a38aed-dc3e-4f81-a7c9-f6ae1c8e7b85&quot;:{&quot;type&quot;:&quot;FIGURE_OBJECT&quot;,&quot;id&quot;:&quot;22a38aed-dc3e-4f81-a7c9-f6ae1c8e7b8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149b2a4f-5a70-4ee1-93a2-062a4bee18f2&quot;,&quot;order&quot;:&quot;5&quot;}},&quot;82aa6819-6d5d-4e66-8c80-0ac1a8b1ed53&quot;:{&quot;type&quot;:&quot;FIGURE_OBJECT&quot;,&quot;id&quot;:&quot;82aa6819-6d5d-4e66-8c80-0ac1a8b1ed53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3&quot;}},&quot;3bd085c2-d1dd-4916-a4f6-0f005c6b7a57&quot;:{&quot;type&quot;:&quot;FIGURE_OBJECT&quot;,&quot;id&quot;:&quot;3bd085c2-d1dd-4916-a4f6-0f005c6b7a57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53bd5bda-fdba-4eeb-9172-92eb89517fca&quot;,&quot;order&quot;:&quot;2&quot;}},&quot;9062a009-8407-464c-ac09-d67e1a502e12&quot;:{&quot;type&quot;:&quot;FIGURE_OBJECT&quot;,&quot;id&quot;:&quot;9062a009-8407-464c-ac09-d67e1a502e1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3bd085c2-d1dd-4916-a4f6-0f005c6b7a57&quot;,&quot;order&quot;:&quot;5&quot;}},&quot;9fce99d7-0152-41c3-b40c-3ec1331dfa24&quot;:{&quot;type&quot;:&quot;FIGURE_OBJECT&quot;,&quot;id&quot;:&quot;9fce99d7-0152-41c3-b40c-3ec1331dfa24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53bd5bda-fdba-4eeb-9172-92eb89517fca&quot;,&quot;order&quot;:&quot;8&quot;}},&quot;cc4f164c-e9e1-423a-b2cd-cef5578f2a1d&quot;:{&quot;type&quot;:&quot;FIGURE_OBJECT&quot;,&quot;id&quot;:&quot;cc4f164c-e9e1-423a-b2cd-cef5578f2a1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9fce99d7-0152-41c3-b40c-3ec1331dfa24&quot;,&quot;order&quot;:&quot;5&quot;}},&quot;8f2ebe48-a178-4df4-9a29-87a7a295f198&quot;:{&quot;type&quot;:&quot;FIGURE_OBJECT&quot;,&quot;id&quot;:&quot;8f2ebe48-a178-4df4-9a29-87a7a295f198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53bd5bda-fdba-4eeb-9172-92eb89517fca&quot;,&quot;order&quot;:&quot;7&quot;}},&quot;6e74cd59-7f11-410a-b69d-887a6313c960&quot;:{&quot;type&quot;:&quot;FIGURE_OBJECT&quot;,&quot;id&quot;:&quot;6e74cd59-7f11-410a-b69d-887a6313c96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f2ebe48-a178-4df4-9a29-87a7a295f198&quot;,&quot;order&quot;:&quot;5&quot;}},&quot;1ac8dd98-9d10-4bc8-95c1-8f4349775ea7&quot;:{&quot;type&quot;:&quot;FIGURE_OBJECT&quot;,&quot;id&quot;:&quot;1ac8dd98-9d10-4bc8-95c1-8f4349775ea7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6&quot;}},&quot;c998053a-2c2e-4712-9268-124bd31e9ffc&quot;:{&quot;type&quot;:&quot;FIGURE_OBJECT&quot;,&quot;id&quot;:&quot;c998053a-2c2e-4712-9268-124bd31e9ff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1ac8dd98-9d10-4bc8-95c1-8f4349775ea7&quot;,&quot;order&quot;:&quot;5&quot;}},&quot;0f333e62-db31-4602-bc9a-fc653708811d&quot;:{&quot;type&quot;:&quot;FIGURE_OBJECT&quot;,&quot;id&quot;:&quot;0f333e62-db31-4602-bc9a-fc653708811d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1&quot;}},&quot;908fe72a-2356-4680-9835-e174b5448989&quot;:{&quot;type&quot;:&quot;FIGURE_OBJECT&quot;,&quot;id&quot;:&quot;908fe72a-2356-4680-9835-e174b544898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0f333e62-db31-4602-bc9a-fc653708811d&quot;,&quot;order&quot;:&quot;5&quot;}},&quot;4b955e21-b29c-4645-90c3-2f4c70682595&quot;:{&quot;type&quot;:&quot;FIGURE_OBJECT&quot;,&quot;id&quot;:&quot;4b955e21-b29c-4645-90c3-2f4c70682595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05&quot;}},&quot;ded465be-54a5-4c76-9a87-9d65242e84b5&quot;:{&quot;type&quot;:&quot;FIGURE_OBJECT&quot;,&quot;id&quot;:&quot;ded465be-54a5-4c76-9a87-9d65242e84b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4b955e21-b29c-4645-90c3-2f4c70682595&quot;,&quot;order&quot;:&quot;5&quot;}},&quot;658d91b2-133b-4d1f-bca9-341b1882fd1c&quot;:{&quot;type&quot;:&quot;FIGURE_OBJECT&quot;,&quot;id&quot;:&quot;658d91b2-133b-4d1f-bca9-341b1882fd1c&quot;,&quot;relativeTransform&quot;:{&quot;translate&quot;:{&quot;x&quot;:349.1849353559928,&quot;y&quot;:-25.0982738397737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3,4,5,6, and 7 -AA candidates&quot;}],&quot;verticalAlign&quot;:&quot;TOP&quot;,&quot;_lastCaretLocation&quot;:{&quot;lineIndex&quot;:0,&quot;runIndex&quot;:0,&quot;charIndex&quot;:16}},&quot;size&quot;:{&quot;x&quot;:140.45930108387967,&quot;y&quot;:36},&quot;targetSize&quot;:{&quot;x&quot;:140.45930108387967,&quot;y&quot;:36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99999972&quot;}},&quot;4c6c9704-39d1-4b32-bd23-12d8e0225640&quot;:{&quot;type&quot;:&quot;FIGURE_OBJECT&quot;,&quot;id&quot;:&quot;4c6c9704-39d1-4b32-bd23-12d8e0225640&quot;,&quot;relativeTransform&quot;:{&quot;translate&quot;:{&quot;x&quot;:170.36842324239421,&quot;y&quot;:0.5247463497546014},&quot;rotate&quot;:0},&quot;opacity&quot;:0.29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7&quot;},&quot;connectorInfo&quot;:{&quot;type&quot;:&quot;LINE&quot;,&quot;offset&quot;:{&quot;x&quot;:0,&quot;y&quot;:0},&quot;bending&quot;:0.1,&quot;customized&quot;:false}},&quot;b3694983-2d94-4689-8b74-5cf9a2692bbc&quot;:{&quot;type&quot;:&quot;FIGURE_OBJECT&quot;,&quot;id&quot;:&quot;b3694983-2d94-4689-8b74-5cf9a2692bbc&quot;,&quot;relativeTransform&quot;:{&quot;translate&quot;:{&quot;x&quot;:-1.718014756542082,&quot;y&quot;:-2.295019053992451},&quot;rotate&quot;:0,&quot;skewX&quot;:0,&quot;scale&quot;:{&quot;x&quot;:1,&quot;y&quot;:1}},&quot;opacity&quot;:0.29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5&quot;},&quot;connectorInfo&quot;:{&quot;type&quot;:&quot;LINE&quot;,&quot;offset&quot;:{&quot;x&quot;:0,&quot;y&quot;:0},&quot;bending&quot;:0.1,&quot;customized&quot;:false}},&quot;9cb9bb7c-bb15-43c8-b184-6d000b50c7d9&quot;:{&quot;type&quot;:&quot;FIGURE_OBJECT&quot;,&quot;id&quot;:&quot;9cb9bb7c-bb15-43c8-b184-6d000b50c7d9&quot;,&quot;relativeTransform&quot;:{&quot;translate&quot;:{&quot;x&quot;:258.0615993711941,&quot;y&quot;:104.82324372113284},&quot;rotate&quot;:-1.5707963267948968,&quot;skewX&quot;:0,&quot;scale&quot;:{&quot;x&quot;:1,&quot;y&quot;:1}},&quot;opacity&quot;:0.29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c567345a-1798-475c-b0aa-224d45a53e2e&quot;,&quot;order&quot;:&quot;99999999999999999999999999&quot;},&quot;connectorInfo&quot;:{&quot;type&quot;:&quot;ELBOW&quot;,&quot;offset&quot;:{&quot;x&quot;:0,&quot;y&quot;:0},&quot;bending&quot;:0.1,&quot;customized&quot;:true}},&quot;567bcdb5-2d23-45b5-b0e0-d9ae8803f1ca&quot;:{&quot;type&quot;:&quot;FIGURE_OBJECT&quot;,&quot;id&quot;:&quot;567bcdb5-2d23-45b5-b0e0-d9ae8803f1ca&quot;,&quot;relativeTransform&quot;:{&quot;translate&quot;:{&quot;x&quot;:-0.5632754102803841,&quot;y&quot;:0},&quot;rotate&quot;:0,&quot;skewX&quot;:0,&quot;scale&quot;:{&quot;x&quot;:1,&quot;y&quot;:1}},&quot;opacity&quot;:0.29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8&quot;},&quot;connectorInfo&quot;:{&quot;type&quot;:&quot;LINE&quot;,&quot;offset&quot;:{&quot;x&quot;:0,&quot;y&quot;:0},&quot;bending&quot;:0.1,&quot;customized&quot;:false}},&quot;baf6526d-6a7e-4501-8a16-dd4b6b817107&quot;:{&quot;type&quot;:&quot;FIGURE_OBJECT&quot;,&quot;id&quot;:&quot;baf6526d-6a7e-4501-8a16-dd4b6b817107&quot;,&quot;relativeTransform&quot;:{&quot;translate&quot;:{&quot;x&quot;:188.7820186542023,&quot;y&quot;:-124.90445248605316},&quot;rotate&quot;:0,&quot;skewX&quot;:0,&quot;scale&quot;:{&quot;x&quot;:1,&quot;y&quot;:1}},&quot;opacity&quot;:0.29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7&quot;},&quot;connectorInfo&quot;:{&quot;type&quot;:&quot;LINE&quot;,&quot;offset&quot;:{&quot;x&quot;:0,&quot;y&quot;:0},&quot;bending&quot;:0.1,&quot;customized&quot;:false}},&quot;89b163dc-265c-4631-b17e-27b5a34ec630&quot;:{&quot;type&quot;:&quot;FIGURE_OBJECT&quot;,&quot;id&quot;:&quot;89b163dc-265c-4631-b17e-27b5a34ec630&quot;,&quot;relativeTransform&quot;:{&quot;translate&quot;:{&quot;x&quot;:121.76978316255799,&quot;y&quot;:-241.40782462585076},&quot;rotate&quot;:1.5707963267948966},&quot;opacity&quot;:0.29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c567345a-1798-475c-b0aa-224d45a53e2e&quot;,&quot;order&quot;:&quot;99999999999999999999999995&quot;},&quot;connectorInfo&quot;:{&quot;type&quot;:&quot;ELBOW&quot;,&quot;offset&quot;:{&quot;x&quot;:0,&quot;y&quot;:0},&quot;bending&quot;:0.1,&quot;customized&quot;:true}},&quot;77ba73bf-0fa2-4fe4-9855-16ab70849d65&quot;:{&quot;type&quot;:&quot;FIGURE_OBJECT&quot;,&quot;id&quot;:&quot;77ba73bf-0fa2-4fe4-9855-16ab70849d65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c567345a-1798-475c-b0aa-224d45a53e2e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bc047ed5-3c76-4e89-a305-235cbd2a075e&quot;,&quot;coordinates&quot;:{&quot;x&quot;:1,&quot;y&quot;:0.5}}}},&quot;3470e9b8-8c30-4884-87be-e5fbd541553e&quot;:{&quot;type&quot;:&quot;FIGURE_OBJECT&quot;,&quot;id&quot;:&quot;3470e9b8-8c30-4884-87be-e5fbd541553e&quot;,&quot;relativeTransform&quot;:{&quot;translate&quot;:{&quot;x&quot;:293.7810866057442,&quot;y&quot;:-208.26716793770257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16]}],&quot;text&quot;:&quot;Donor 2 &amp; Donor 3&quot;}],&quot;verticalAlign&quot;:&quot;TOP&quot;,&quot;_lastCaretLocation&quot;:{&quot;lineIndex&quot;:0,&quot;runIndex&quot;:-1,&quot;charIndex&quot;:-1,&quot;endOfLine&quot;:true}},&quot;size&quot;:{&quot;x&quot;:140.56107313791796,&quot;y&quot;:18},&quot;targetSize&quot;:{&quot;x&quot;:140.56107313791796,&quot;y&quot;:18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99997&quot;}},&quot;e58e662e-d29f-4008-864a-3c4a6fcde7bd&quot;:{&quot;type&quot;:&quot;FIGURE_OBJECT&quot;,&quot;id&quot;:&quot;e58e662e-d29f-4008-864a-3c4a6fcde7bd&quot;,&quot;parent&quot;:{&quot;type&quot;:&quot;CHILD&quot;,&quot;parentId&quot;:&quot;c567345a-1798-475c-b0aa-224d45a53e2e&quot;,&quot;order&quot;:&quot;9999999999999999999999995&quot;},&quot;relativeTransform&quot;:{&quot;translate&quot;:{&quot;x&quot;:177.44387944353394,&quot;y&quot;:-246.0226545588157},&quot;rotate&quot;:0,&quot;skewX&quot;:0,&quot;scale&quot;:{&quot;x&quot;:1,&quot;y&quot;:1}},&quot;opacity&quot;:0.29},&quot;c47e5582-f992-46b6-88e4-ab991560a544&quot;:{&quot;type&quot;:&quot;FIGURE_OBJECT&quot;,&quot;id&quot;:&quot;c47e5582-f992-46b6-88e4-ab991560a544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95&quot;}},&quot;a1c9e850-8572-44dc-a5a9-98b0e31a0342&quot;:{&quot;type&quot;:&quot;FIGURE_OBJECT&quot;,&quot;id&quot;:&quot;a1c9e850-8572-44dc-a5a9-98b0e31a0342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9&quot;}},&quot;499e3f4c-2a54-443c-b7d0-b36c9bf0cc49&quot;:{&quot;type&quot;:&quot;FIGURE_OBJECT&quot;,&quot;id&quot;:&quot;499e3f4c-2a54-443c-b7d0-b36c9bf0cc49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85&quot;}},&quot;f740d6d7-80af-4408-84c2-c56985c9c5ac&quot;:{&quot;type&quot;:&quot;FIGURE_OBJECT&quot;,&quot;id&quot;:&quot;f740d6d7-80af-4408-84c2-c56985c9c5ac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8&quot;}},&quot;6e7b5a65-2c17-46f4-a108-47118db95267&quot;:{&quot;type&quot;:&quot;FIGURE_OBJECT&quot;,&quot;id&quot;:&quot;6e7b5a65-2c17-46f4-a108-47118db95267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7&quot;}},&quot;db1f9a03-53f8-4f91-b3c2-ebc1169762c4&quot;:{&quot;type&quot;:&quot;FIGURE_OBJECT&quot;,&quot;id&quot;:&quot;db1f9a03-53f8-4f91-b3c2-ebc1169762c4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5&quot;}},&quot;57aae671-8d06-48cd-ba8a-01a2d7a969c3&quot;:{&quot;type&quot;:&quot;FIGURE_OBJECT&quot;,&quot;id&quot;:&quot;57aae671-8d06-48cd-ba8a-01a2d7a969c3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2&quot;}},&quot;6a733d84-8876-4db8-9f16-e5f721dfae27&quot;:{&quot;type&quot;:&quot;FIGURE_OBJECT&quot;,&quot;id&quot;:&quot;6a733d84-8876-4db8-9f16-e5f721dfae27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1&quot;}},&quot;03968a3c-be3b-4b17-9976-3cfad742c886&quot;:{&quot;type&quot;:&quot;FIGURE_OBJECT&quot;,&quot;id&quot;:&quot;03968a3c-be3b-4b17-9976-3cfad742c886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&quot;}},&quot;b666cc55-c3a2-4402-8acb-6060c992116a&quot;:{&quot;type&quot;:&quot;FIGURE_OBJECT&quot;,&quot;id&quot;:&quot;b666cc55-c3a2-4402-8acb-6060c992116a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7&quot;}},&quot;f5b974a8-e86e-4cc6-b26c-15dbaebbc3e7&quot;:{&quot;type&quot;:&quot;FIGURE_OBJECT&quot;,&quot;id&quot;:&quot;f5b974a8-e86e-4cc6-b26c-15dbaebbc3e7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5&quot;}},&quot;e64d710d-5b3a-43fb-903a-1f109d190166&quot;:{&quot;type&quot;:&quot;FIGURE_OBJECT&quot;,&quot;id&quot;:&quot;e64d710d-5b3a-43fb-903a-1f109d190166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2&quot;}},&quot;7bcc4b3b-31e2-4b8e-9150-c99ab78a225e&quot;:{&quot;type&quot;:&quot;FIGURE_OBJECT&quot;,&quot;id&quot;:&quot;7bcc4b3b-31e2-4b8e-9150-c99ab78a225e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&quot;}},&quot;c0a2835b-91ae-494b-bdf3-597b0c7946b6&quot;:{&quot;type&quot;:&quot;FIGURE_OBJECT&quot;,&quot;id&quot;:&quot;c0a2835b-91ae-494b-bdf3-597b0c7946b6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7&quot;}},&quot;33883f3a-30c9-4021-abd7-0754ec5483af&quot;:{&quot;type&quot;:&quot;FIGURE_OBJECT&quot;,&quot;id&quot;:&quot;33883f3a-30c9-4021-abd7-0754ec5483af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5&quot;}},&quot;f896e651-6c0a-45a6-8c2e-7c175a36cfe7&quot;:{&quot;type&quot;:&quot;FIGURE_OBJECT&quot;,&quot;id&quot;:&quot;f896e651-6c0a-45a6-8c2e-7c175a36cfe7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2&quot;}},&quot;dd64df6d-ff31-4ffb-a033-9398fad6d3fb&quot;:{&quot;type&quot;:&quot;FIGURE_OBJECT&quot;,&quot;id&quot;:&quot;dd64df6d-ff31-4ffb-a033-9398fad6d3fb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1&quot;}},&quot;dcf99bb1-36b6-4234-8231-d279413da9d5&quot;:{&quot;type&quot;:&quot;FIGURE_OBJECT&quot;,&quot;id&quot;:&quot;dcf99bb1-36b6-4234-8231-d279413da9d5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&quot;}},&quot;8b5261e2-04a3-41d4-97f2-1df4d49513d2&quot;:{&quot;type&quot;:&quot;FIGURE_OBJECT&quot;,&quot;id&quot;:&quot;8b5261e2-04a3-41d4-97f2-1df4d49513d2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45&quot;}},&quot;bbadba92-fdcd-42aa-9221-899c7d36bc65&quot;:{&quot;type&quot;:&quot;FIGURE_OBJECT&quot;,&quot;id&quot;:&quot;bbadba92-fdcd-42aa-9221-899c7d36bc65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4&quot;}},&quot;bc47a9a5-3010-4d08-90c3-fd99ac823c8d&quot;:{&quot;type&quot;:&quot;FIGURE_OBJECT&quot;,&quot;id&quot;:&quot;bc47a9a5-3010-4d08-90c3-fd99ac823c8d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35&quot;}},&quot;6d3a827c-5e51-4678-8852-4b02632151e1&quot;:{&quot;type&quot;:&quot;FIGURE_OBJECT&quot;,&quot;id&quot;:&quot;6d3a827c-5e51-4678-8852-4b02632151e1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3&quot;}},&quot;b1509413-d776-44cf-9502-de168844fa38&quot;:{&quot;type&quot;:&quot;FIGURE_OBJECT&quot;,&quot;id&quot;:&quot;b1509413-d776-44cf-9502-de168844fa38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7&quot;}},&quot;7358c045-4779-4fdd-bf23-788a4d611299&quot;:{&quot;type&quot;:&quot;FIGURE_OBJECT&quot;,&quot;id&quot;:&quot;7358c045-4779-4fdd-bf23-788a4d611299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5&quot;}},&quot;7f9e00a5-acba-429a-a698-f85aab354965&quot;:{&quot;type&quot;:&quot;FIGURE_OBJECT&quot;,&quot;id&quot;:&quot;7f9e00a5-acba-429a-a698-f85aab354965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2&quot;}},&quot;8588e24f-b3c0-4218-82a9-39e7d2eaac25&quot;:{&quot;type&quot;:&quot;FIGURE_OBJECT&quot;,&quot;id&quot;:&quot;8588e24f-b3c0-4218-82a9-39e7d2eaac25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1&quot;}},&quot;a63ce53a-3d9b-49f6-8cd4-e8976b8c926d&quot;:{&quot;type&quot;:&quot;FIGURE_OBJECT&quot;,&quot;id&quot;:&quot;a63ce53a-3d9b-49f6-8cd4-e8976b8c926d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&quot;}},&quot;fa9ea5b9-bea5-4db8-8d92-28c04284c1cb&quot;:{&quot;type&quot;:&quot;FIGURE_OBJECT&quot;,&quot;id&quot;:&quot;fa9ea5b9-bea5-4db8-8d92-28c04284c1cb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7&quot;}},&quot;51ea3c7c-f0b7-4220-b7cb-c5228d8795fa&quot;:{&quot;type&quot;:&quot;FIGURE_OBJECT&quot;,&quot;id&quot;:&quot;51ea3c7c-f0b7-4220-b7cb-c5228d8795fa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5&quot;}},&quot;264f919c-31d8-471d-98dd-a9b67726fd66&quot;:{&quot;type&quot;:&quot;FIGURE_OBJECT&quot;,&quot;id&quot;:&quot;264f919c-31d8-471d-98dd-a9b67726fd66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2&quot;}},&quot;5161c651-dd78-45a3-8b96-9699fc67e0d3&quot;:{&quot;type&quot;:&quot;FIGURE_OBJECT&quot;,&quot;id&quot;:&quot;5161c651-dd78-45a3-8b96-9699fc67e0d3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1&quot;}},&quot;d79de589-7690-44fb-8103-32f9266bac2c&quot;:{&quot;type&quot;:&quot;FIGURE_OBJECT&quot;,&quot;id&quot;:&quot;d79de589-7690-44fb-8103-32f9266bac2c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&quot;}},&quot;7b60decb-7bda-460a-97c8-f6615852a22d&quot;:{&quot;type&quot;:&quot;FIGURE_OBJECT&quot;,&quot;id&quot;:&quot;7b60decb-7bda-460a-97c8-f6615852a22d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7&quot;}},&quot;8fa27a68-fbb2-4f87-9299-2feb1c665ac7&quot;:{&quot;type&quot;:&quot;FIGURE_OBJECT&quot;,&quot;id&quot;:&quot;8fa27a68-fbb2-4f87-9299-2feb1c665ac7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5&quot;}},&quot;1b7de809-27da-4cd3-9bb5-9c17401c814b&quot;:{&quot;type&quot;:&quot;FIGURE_OBJECT&quot;,&quot;id&quot;:&quot;1b7de809-27da-4cd3-9bb5-9c17401c814b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2&quot;}},&quot;6bf1e638-9f46-4f40-8e88-e457f140f9d1&quot;:{&quot;type&quot;:&quot;FIGURE_OBJECT&quot;,&quot;id&quot;:&quot;6bf1e638-9f46-4f40-8e88-e457f140f9d1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1&quot;}},&quot;33b16703-4441-489c-8650-0ea4781a0de0&quot;:{&quot;type&quot;:&quot;FIGURE_OBJECT&quot;,&quot;id&quot;:&quot;33b16703-4441-489c-8650-0ea4781a0de0&quot;,&quot;parent&quot;:{&quot;type&quot;:&quot;CHILD&quot;,&quot;parentId&quot;:&quot;c567345a-1798-475c-b0aa-224d45a53e2e&quot;,&quot;order&quot;:&quot;999999999999999999999999&quot;},&quot;relativeTransform&quot;:{&quot;translate&quot;:{&quot;x&quot;:116.402483726469,&quot;y&quot;:-246.02235262249508},&quot;rotate&quot;:0,&quot;skewX&quot;:0,&quot;scale&quot;:{&quot;x&quot;:1,&quot;y&quot;:1}},&quot;opacity&quot;:0.29},&quot;38711303-2922-4433-9290-359ff7a50bcd&quot;:{&quot;type&quot;:&quot;FIGURE_OBJECT&quot;,&quot;id&quot;:&quot;38711303-2922-4433-9290-359ff7a50bcd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95&quot;}},&quot;07192c41-371e-4f6b-a425-75533e2a28e0&quot;:{&quot;type&quot;:&quot;FIGURE_OBJECT&quot;,&quot;id&quot;:&quot;07192c41-371e-4f6b-a425-75533e2a28e0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9&quot;}},&quot;ffe00886-6af4-430e-bff8-0e51f092020c&quot;:{&quot;type&quot;:&quot;FIGURE_OBJECT&quot;,&quot;id&quot;:&quot;ffe00886-6af4-430e-bff8-0e51f092020c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85&quot;}},&quot;264b4385-523d-4bc9-809a-9f07fd57cad6&quot;:{&quot;type&quot;:&quot;FIGURE_OBJECT&quot;,&quot;id&quot;:&quot;264b4385-523d-4bc9-809a-9f07fd57cad6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8&quot;}},&quot;e931076a-2a07-45ad-bd30-23013b0e5765&quot;:{&quot;type&quot;:&quot;FIGURE_OBJECT&quot;,&quot;id&quot;:&quot;e931076a-2a07-45ad-bd30-23013b0e5765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7&quot;}},&quot;6eb98f8f-dabd-45f8-aaf8-c4848c17ec2e&quot;:{&quot;type&quot;:&quot;FIGURE_OBJECT&quot;,&quot;id&quot;:&quot;6eb98f8f-dabd-45f8-aaf8-c4848c17ec2e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5&quot;}},&quot;b80f3093-3a47-4bb1-9b6d-d06bbc6cf95c&quot;:{&quot;type&quot;:&quot;FIGURE_OBJECT&quot;,&quot;id&quot;:&quot;b80f3093-3a47-4bb1-9b6d-d06bbc6cf95c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2&quot;}},&quot;366578a8-ec43-407c-9f5e-ac0e962b868d&quot;:{&quot;type&quot;:&quot;FIGURE_OBJECT&quot;,&quot;id&quot;:&quot;366578a8-ec43-407c-9f5e-ac0e962b868d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1&quot;}},&quot;82b5227f-2152-4cdc-b2e1-ca91d80a3174&quot;:{&quot;type&quot;:&quot;FIGURE_OBJECT&quot;,&quot;id&quot;:&quot;82b5227f-2152-4cdc-b2e1-ca91d80a3174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&quot;}},&quot;424a45a1-868d-4a00-8467-e4f3c6a2fbc6&quot;:{&quot;type&quot;:&quot;FIGURE_OBJECT&quot;,&quot;id&quot;:&quot;424a45a1-868d-4a00-8467-e4f3c6a2fbc6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7&quot;}},&quot;3dec2ab2-53e8-4870-becc-75a5d50e24d0&quot;:{&quot;type&quot;:&quot;FIGURE_OBJECT&quot;,&quot;id&quot;:&quot;3dec2ab2-53e8-4870-becc-75a5d50e24d0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5&quot;}},&quot;87385362-1b15-448f-b2dc-48773dd2a909&quot;:{&quot;type&quot;:&quot;FIGURE_OBJECT&quot;,&quot;id&quot;:&quot;87385362-1b15-448f-b2dc-48773dd2a909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2&quot;}},&quot;fe5133a3-1286-4c04-a0ec-6781eaf6fe16&quot;:{&quot;type&quot;:&quot;FIGURE_OBJECT&quot;,&quot;id&quot;:&quot;fe5133a3-1286-4c04-a0ec-6781eaf6fe16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&quot;}},&quot;5f4f9e5c-3665-4fa1-93b0-30ad2fc0ad79&quot;:{&quot;type&quot;:&quot;FIGURE_OBJECT&quot;,&quot;id&quot;:&quot;5f4f9e5c-3665-4fa1-93b0-30ad2fc0ad79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7&quot;}},&quot;938bef30-b792-44de-a597-a5801b69dc41&quot;:{&quot;type&quot;:&quot;FIGURE_OBJECT&quot;,&quot;id&quot;:&quot;938bef30-b792-44de-a597-a5801b69dc41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5&quot;}},&quot;50f5e609-d5ff-4047-91cd-7a37be1f2796&quot;:{&quot;type&quot;:&quot;FIGURE_OBJECT&quot;,&quot;id&quot;:&quot;50f5e609-d5ff-4047-91cd-7a37be1f2796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2&quot;}},&quot;1c899998-0885-4c57-956a-42dcf70bdb2a&quot;:{&quot;type&quot;:&quot;FIGURE_OBJECT&quot;,&quot;id&quot;:&quot;1c899998-0885-4c57-956a-42dcf70bdb2a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1&quot;}},&quot;bba0d03c-6d4b-4de7-9ea9-2eaffbc277b6&quot;:{&quot;type&quot;:&quot;FIGURE_OBJECT&quot;,&quot;id&quot;:&quot;bba0d03c-6d4b-4de7-9ea9-2eaffbc277b6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&quot;}},&quot;d3a237fc-185a-4f04-bcf2-2432ce9d0975&quot;:{&quot;type&quot;:&quot;FIGURE_OBJECT&quot;,&quot;id&quot;:&quot;d3a237fc-185a-4f04-bcf2-2432ce9d0975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45&quot;}},&quot;f6c80d66-1186-42c6-9e81-506c29749391&quot;:{&quot;type&quot;:&quot;FIGURE_OBJECT&quot;,&quot;id&quot;:&quot;f6c80d66-1186-42c6-9e81-506c29749391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4&quot;}},&quot;0f8ba6f1-0148-4f48-9085-03914ea5f983&quot;:{&quot;type&quot;:&quot;FIGURE_OBJECT&quot;,&quot;id&quot;:&quot;0f8ba6f1-0148-4f48-9085-03914ea5f983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35&quot;}},&quot;292c7feb-d466-42a2-a234-bde8590f43be&quot;:{&quot;type&quot;:&quot;FIGURE_OBJECT&quot;,&quot;id&quot;:&quot;292c7feb-d466-42a2-a234-bde8590f43be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3&quot;}},&quot;e12b4a86-a260-4a3d-8e75-a4b6570c5a9e&quot;:{&quot;type&quot;:&quot;FIGURE_OBJECT&quot;,&quot;id&quot;:&quot;e12b4a86-a260-4a3d-8e75-a4b6570c5a9e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7&quot;}},&quot;de46db08-f53f-4e3d-9098-901465c8756c&quot;:{&quot;type&quot;:&quot;FIGURE_OBJECT&quot;,&quot;id&quot;:&quot;de46db08-f53f-4e3d-9098-901465c8756c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5&quot;}},&quot;0f6bf09a-ecc4-49af-af90-178be52147be&quot;:{&quot;type&quot;:&quot;FIGURE_OBJECT&quot;,&quot;id&quot;:&quot;0f6bf09a-ecc4-49af-af90-178be52147be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2&quot;}},&quot;e7fd91cf-23e6-4762-898a-8673a0ee6c36&quot;:{&quot;type&quot;:&quot;FIGURE_OBJECT&quot;,&quot;id&quot;:&quot;e7fd91cf-23e6-4762-898a-8673a0ee6c36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1&quot;}},&quot;967a0e25-305c-447c-b769-9095f6632af4&quot;:{&quot;type&quot;:&quot;FIGURE_OBJECT&quot;,&quot;id&quot;:&quot;967a0e25-305c-447c-b769-9095f6632af4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&quot;}},&quot;8e5af1fa-169b-4f35-9c31-1192b1da9709&quot;:{&quot;type&quot;:&quot;FIGURE_OBJECT&quot;,&quot;id&quot;:&quot;8e5af1fa-169b-4f35-9c31-1192b1da9709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7&quot;}},&quot;ca8466f1-3d8e-4cfb-87c1-61c8caf28b8a&quot;:{&quot;type&quot;:&quot;FIGURE_OBJECT&quot;,&quot;id&quot;:&quot;ca8466f1-3d8e-4cfb-87c1-61c8caf28b8a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5&quot;}},&quot;50046076-def2-4f25-a1d0-ade5145f9f2b&quot;:{&quot;type&quot;:&quot;FIGURE_OBJECT&quot;,&quot;id&quot;:&quot;50046076-def2-4f25-a1d0-ade5145f9f2b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2&quot;}},&quot;a8a397d3-c230-4058-ac04-7d442ee87c11&quot;:{&quot;type&quot;:&quot;FIGURE_OBJECT&quot;,&quot;id&quot;:&quot;a8a397d3-c230-4058-ac04-7d442ee87c11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1&quot;}},&quot;514192d9-ecd1-489a-a0e1-f05cb7839a15&quot;:{&quot;type&quot;:&quot;FIGURE_OBJECT&quot;,&quot;id&quot;:&quot;514192d9-ecd1-489a-a0e1-f05cb7839a15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&quot;}},&quot;44b15198-9eed-4f53-bd7d-499e118985a4&quot;:{&quot;type&quot;:&quot;FIGURE_OBJECT&quot;,&quot;id&quot;:&quot;44b15198-9eed-4f53-bd7d-499e118985a4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7&quot;}},&quot;99032b3a-dbc2-453b-85c9-4ca1229062ed&quot;:{&quot;type&quot;:&quot;FIGURE_OBJECT&quot;,&quot;id&quot;:&quot;99032b3a-dbc2-453b-85c9-4ca1229062ed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5&quot;}},&quot;1f78a9ec-49a1-4c1f-a1eb-4bd42d919697&quot;:{&quot;type&quot;:&quot;FIGURE_OBJECT&quot;,&quot;id&quot;:&quot;1f78a9ec-49a1-4c1f-a1eb-4bd42d919697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2&quot;}},&quot;f524ab3e-dcc0-478c-8f48-ea7e1cece1c0&quot;:{&quot;type&quot;:&quot;FIGURE_OBJECT&quot;,&quot;id&quot;:&quot;f524ab3e-dcc0-478c-8f48-ea7e1cece1c0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1&quot;}},&quot;723fb653-737f-4e2b-af81-0fdfc40603bd&quot;:{&quot;type&quot;:&quot;FIGURE_OBJECT&quot;,&quot;id&quot;:&quot;723fb653-737f-4e2b-af81-0fdfc40603bd&quot;,&quot;parent&quot;:{&quot;type&quot;:&quot;CHILD&quot;,&quot;parentId&quot;:&quot;c567345a-1798-475c-b0aa-224d45a53e2e&quot;,&quot;order&quot;:&quot;9999999999999999999999919&quot;},&quot;relativeTransform&quot;:{},&quot;opacity&quot;:0.29},&quot;b9a3472c-ea3d-46a8-afd0-fd72822a96ae&quot;:{&quot;type&quot;:&quot;FIGURE_OBJECT&quot;,&quot;id&quot;:&quot;b9a3472c-ea3d-46a8-afd0-fd72822a96ae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95&quot;}},&quot;5646e5a7-07ff-447f-a0db-2a3039d95657&quot;:{&quot;type&quot;:&quot;FIGURE_OBJECT&quot;,&quot;id&quot;:&quot;5646e5a7-07ff-447f-a0db-2a3039d95657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9&quot;}},&quot;3768c0d4-1e20-4f75-8faa-44506707528a&quot;:{&quot;type&quot;:&quot;FIGURE_OBJECT&quot;,&quot;id&quot;:&quot;3768c0d4-1e20-4f75-8faa-44506707528a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85&quot;}},&quot;3aeda8dd-16d4-48f5-8635-bdff7126e2dc&quot;:{&quot;type&quot;:&quot;FIGURE_OBJECT&quot;,&quot;id&quot;:&quot;3aeda8dd-16d4-48f5-8635-bdff7126e2dc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8&quot;}},&quot;c88075df-d330-4245-9162-e8e1d77af36a&quot;:{&quot;type&quot;:&quot;FIGURE_OBJECT&quot;,&quot;id&quot;:&quot;c88075df-d330-4245-9162-e8e1d77af36a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7&quot;}},&quot;31a612d4-5179-4f5c-b117-925e9e421269&quot;:{&quot;type&quot;:&quot;FIGURE_OBJECT&quot;,&quot;id&quot;:&quot;31a612d4-5179-4f5c-b117-925e9e421269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5&quot;}},&quot;30187e3d-0379-4c37-9562-f17214b2b21a&quot;:{&quot;type&quot;:&quot;FIGURE_OBJECT&quot;,&quot;id&quot;:&quot;30187e3d-0379-4c37-9562-f17214b2b21a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2&quot;}},&quot;bf5ca530-dbe3-4216-aec6-0fe8f3894db7&quot;:{&quot;type&quot;:&quot;FIGURE_OBJECT&quot;,&quot;id&quot;:&quot;bf5ca530-dbe3-4216-aec6-0fe8f3894db7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1&quot;}},&quot;6d49f0f6-5244-4bb6-b483-57656e69d1dc&quot;:{&quot;type&quot;:&quot;FIGURE_OBJECT&quot;,&quot;id&quot;:&quot;6d49f0f6-5244-4bb6-b483-57656e69d1dc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&quot;}},&quot;b6407348-5a4d-4eaa-b161-4bb18ec4f3f0&quot;:{&quot;type&quot;:&quot;FIGURE_OBJECT&quot;,&quot;id&quot;:&quot;b6407348-5a4d-4eaa-b161-4bb18ec4f3f0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7&quot;}},&quot;b7e052f0-6216-4e92-9298-89a43b158502&quot;:{&quot;type&quot;:&quot;FIGURE_OBJECT&quot;,&quot;id&quot;:&quot;b7e052f0-6216-4e92-9298-89a43b158502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5&quot;}},&quot;51665315-7164-4169-ba53-cde46103eb7d&quot;:{&quot;type&quot;:&quot;FIGURE_OBJECT&quot;,&quot;id&quot;:&quot;51665315-7164-4169-ba53-cde46103eb7d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2&quot;}},&quot;01390541-3bd0-42cb-8d52-f2dae790c636&quot;:{&quot;type&quot;:&quot;FIGURE_OBJECT&quot;,&quot;id&quot;:&quot;01390541-3bd0-42cb-8d52-f2dae790c636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&quot;}},&quot;99381ee6-f10a-4771-8dae-172c138fddd8&quot;:{&quot;type&quot;:&quot;FIGURE_OBJECT&quot;,&quot;id&quot;:&quot;99381ee6-f10a-4771-8dae-172c138fddd8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7&quot;}},&quot;614af6f7-4f8f-4af8-b673-3632955447e8&quot;:{&quot;type&quot;:&quot;FIGURE_OBJECT&quot;,&quot;id&quot;:&quot;614af6f7-4f8f-4af8-b673-3632955447e8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5&quot;}},&quot;a364366e-132d-4498-b710-a3c0471ba2c1&quot;:{&quot;type&quot;:&quot;FIGURE_OBJECT&quot;,&quot;id&quot;:&quot;a364366e-132d-4498-b710-a3c0471ba2c1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2&quot;}},&quot;7a325d20-8d60-4a0d-88b2-5f3c6c00e039&quot;:{&quot;type&quot;:&quot;FIGURE_OBJECT&quot;,&quot;id&quot;:&quot;7a325d20-8d60-4a0d-88b2-5f3c6c00e039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1&quot;}},&quot;b0f456bc-3e66-4352-9c8a-09e925b73317&quot;:{&quot;type&quot;:&quot;FIGURE_OBJECT&quot;,&quot;id&quot;:&quot;b0f456bc-3e66-4352-9c8a-09e925b73317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&quot;}},&quot;4cb27cb4-826c-4b1f-833c-9e9817db9017&quot;:{&quot;type&quot;:&quot;FIGURE_OBJECT&quot;,&quot;id&quot;:&quot;4cb27cb4-826c-4b1f-833c-9e9817db9017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45&quot;}},&quot;ca8fe638-da30-4cbc-a521-dd5b585934bc&quot;:{&quot;type&quot;:&quot;FIGURE_OBJECT&quot;,&quot;id&quot;:&quot;ca8fe638-da30-4cbc-a521-dd5b585934bc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4&quot;}},&quot;f7ce23a1-1060-430c-973c-fc9f084c1195&quot;:{&quot;type&quot;:&quot;FIGURE_OBJECT&quot;,&quot;id&quot;:&quot;f7ce23a1-1060-430c-973c-fc9f084c1195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35&quot;}},&quot;a6f5a680-ca2f-4bf4-8e5a-9e2d27836f4f&quot;:{&quot;type&quot;:&quot;FIGURE_OBJECT&quot;,&quot;id&quot;:&quot;a6f5a680-ca2f-4bf4-8e5a-9e2d27836f4f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3&quot;}},&quot;2e3504bb-a0bb-4100-858a-e1644a3231c9&quot;:{&quot;type&quot;:&quot;FIGURE_OBJECT&quot;,&quot;id&quot;:&quot;2e3504bb-a0bb-4100-858a-e1644a3231c9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7&quot;}},&quot;7bbf85eb-5acc-468e-b3cf-896626605207&quot;:{&quot;type&quot;:&quot;FIGURE_OBJECT&quot;,&quot;id&quot;:&quot;7bbf85eb-5acc-468e-b3cf-896626605207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5&quot;}},&quot;0b607303-d955-47e9-9974-15ed0e21149b&quot;:{&quot;type&quot;:&quot;FIGURE_OBJECT&quot;,&quot;id&quot;:&quot;0b607303-d955-47e9-9974-15ed0e21149b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2&quot;}},&quot;6bb90809-82f0-46e5-a6a5-e8d6018f2fff&quot;:{&quot;type&quot;:&quot;FIGURE_OBJECT&quot;,&quot;id&quot;:&quot;6bb90809-82f0-46e5-a6a5-e8d6018f2fff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1&quot;}},&quot;29fe81d6-18ca-4cdc-ae7b-1057f331c70d&quot;:{&quot;type&quot;:&quot;FIGURE_OBJECT&quot;,&quot;id&quot;:&quot;29fe81d6-18ca-4cdc-ae7b-1057f331c70d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&quot;}},&quot;9e61ce16-ea88-4d1a-82a4-683646b501d5&quot;:{&quot;type&quot;:&quot;FIGURE_OBJECT&quot;,&quot;id&quot;:&quot;9e61ce16-ea88-4d1a-82a4-683646b501d5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7&quot;}},&quot;bfd00ea4-ff9a-45e4-a900-e4e710ad9bc6&quot;:{&quot;type&quot;:&quot;FIGURE_OBJECT&quot;,&quot;id&quot;:&quot;bfd00ea4-ff9a-45e4-a900-e4e710ad9bc6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5&quot;}},&quot;d135128b-4bf2-4300-a8fb-54882d017b01&quot;:{&quot;type&quot;:&quot;FIGURE_OBJECT&quot;,&quot;id&quot;:&quot;d135128b-4bf2-4300-a8fb-54882d017b01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2&quot;}},&quot;11f713e8-3426-4ccc-8fa1-64555521b02e&quot;:{&quot;type&quot;:&quot;FIGURE_OBJECT&quot;,&quot;id&quot;:&quot;11f713e8-3426-4ccc-8fa1-64555521b02e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1&quot;}},&quot;c4d8b710-c6f5-4995-8221-0db23926e851&quot;:{&quot;type&quot;:&quot;FIGURE_OBJECT&quot;,&quot;id&quot;:&quot;c4d8b710-c6f5-4995-8221-0db23926e851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&quot;}},&quot;f5fbafea-3809-4ba3-99eb-c4763e7dbd89&quot;:{&quot;type&quot;:&quot;FIGURE_OBJECT&quot;,&quot;id&quot;:&quot;f5fbafea-3809-4ba3-99eb-c4763e7dbd89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7&quot;}},&quot;eca449a6-00ce-4f1b-b1d0-1428a520963f&quot;:{&quot;type&quot;:&quot;FIGURE_OBJECT&quot;,&quot;id&quot;:&quot;eca449a6-00ce-4f1b-b1d0-1428a520963f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5&quot;}},&quot;fff7ae7a-d869-44a1-9e5f-96ea4cae3128&quot;:{&quot;type&quot;:&quot;FIGURE_OBJECT&quot;,&quot;id&quot;:&quot;fff7ae7a-d869-44a1-9e5f-96ea4cae3128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2&quot;}},&quot;db1317b4-0792-438b-98e4-4acec85dcbaa&quot;:{&quot;type&quot;:&quot;FIGURE_OBJECT&quot;,&quot;id&quot;:&quot;db1317b4-0792-438b-98e4-4acec85dcbaa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1&quot;}},&quot;dd979a19-f994-4578-9e98-a296c87141a8&quot;:{&quot;type&quot;:&quot;FIGURE_OBJECT&quot;,&quot;id&quot;:&quot;dd979a19-f994-4578-9e98-a296c87141a8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c567345a-1798-475c-b0aa-224d45a53e2e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,&quot;opacity&quot;:0.29},&quot;edbe1068-39b8-42ec-8c46-968e49099c41&quot;:{&quot;id&quot;:&quot;edbe1068-39b8-42ec-8c46-968e49099c4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dd979a19-f994-4578-9e98-a296c87141a8&quot;,&quot;order&quot;:&quot;5&quot;}},&quot;98b88390-b04a-4459-85c2-aa7f9d1af9c2&quot;:{&quot;type&quot;:&quot;FIGURE_OBJECT&quot;,&quot;id&quot;:&quot;98b88390-b04a-4459-85c2-aa7f9d1af9c2&quot;,&quot;parent&quot;:{&quot;type&quot;:&quot;CHILD&quot;,&quot;parentId&quot;:&quot;c567345a-1798-475c-b0aa-224d45a53e2e&quot;,&quot;order&quot;:&quot;999999999999999999999&quot;},&quot;relativeTransform&quot;:{&quot;translate&quot;:{&quot;x&quot;:-5.593912965258861,&quot;y&quot;:8.277245494691797},&quot;rotate&quot;:0,&quot;skewX&quot;:0,&quot;scale&quot;:{&quot;x&quot;:1,&quot;y&quot;:1}},&quot;opacity&quot;:0.29},&quot;72547b76-8eae-4f1a-90a2-375bac0f76ac&quot;:{&quot;type&quot;:&quot;FIGURE_OBJECT&quot;,&quot;id&quot;:&quot;72547b76-8eae-4f1a-90a2-375bac0f76ac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5&quot;}},&quot;3e9fff4c-1db5-4090-95c7-b765201ff5b0&quot;:{&quot;type&quot;:&quot;FIGURE_OBJECT&quot;,&quot;id&quot;:&quot;3e9fff4c-1db5-4090-95c7-b765201ff5b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72547b76-8eae-4f1a-90a2-375bac0f76ac&quot;,&quot;order&quot;:&quot;5&quot;}},&quot;7949d9a2-2974-4bbb-afe3-ce55d59df3c0&quot;:{&quot;type&quot;:&quot;FIGURE_OBJECT&quot;,&quot;id&quot;:&quot;7949d9a2-2974-4bbb-afe3-ce55d59df3c0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98b88390-b04a-4459-85c2-aa7f9d1af9c2&quot;,&quot;order&quot;:&quot;3&quot;}},&quot;bcea4ec5-008c-4a20-b8dd-cc2511731d0c&quot;:{&quot;type&quot;:&quot;FIGURE_OBJECT&quot;,&quot;id&quot;:&quot;bcea4ec5-008c-4a20-b8dd-cc2511731d0c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2&quot;}},&quot;c166f510-7b6c-4a11-8714-c003d7e8be07&quot;:{&quot;type&quot;:&quot;FIGURE_OBJECT&quot;,&quot;id&quot;:&quot;c166f510-7b6c-4a11-8714-c003d7e8be0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bcea4ec5-008c-4a20-b8dd-cc2511731d0c&quot;,&quot;order&quot;:&quot;5&quot;}},&quot;fbe04355-3f94-432b-9e78-1e11c98caefb&quot;:{&quot;type&quot;:&quot;FIGURE_OBJECT&quot;,&quot;id&quot;:&quot;fbe04355-3f94-432b-9e78-1e11c98caefb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8&quot;}},&quot;408bf16f-1384-4116-a63a-7b262d2786cd&quot;:{&quot;type&quot;:&quot;FIGURE_OBJECT&quot;,&quot;id&quot;:&quot;408bf16f-1384-4116-a63a-7b262d2786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fbe04355-3f94-432b-9e78-1e11c98caefb&quot;,&quot;order&quot;:&quot;5&quot;}},&quot;0d733a51-b330-4d6d-9328-9a1fe8ec4484&quot;:{&quot;type&quot;:&quot;FIGURE_OBJECT&quot;,&quot;id&quot;:&quot;0d733a51-b330-4d6d-9328-9a1fe8ec4484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7&quot;}},&quot;bd5b1311-018a-4894-ace2-a6741356b929&quot;:{&quot;type&quot;:&quot;FIGURE_OBJECT&quot;,&quot;id&quot;:&quot;bd5b1311-018a-4894-ace2-a6741356b92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0d733a51-b330-4d6d-9328-9a1fe8ec4484&quot;,&quot;order&quot;:&quot;5&quot;}},&quot;9fe652a5-749b-427f-bb55-7d0734e979ed&quot;:{&quot;type&quot;:&quot;FIGURE_OBJECT&quot;,&quot;id&quot;:&quot;9fe652a5-749b-427f-bb55-7d0734e979ed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6&quot;}},&quot;0ee122b9-e754-423d-85db-84c0d2f90ac6&quot;:{&quot;type&quot;:&quot;FIGURE_OBJECT&quot;,&quot;id&quot;:&quot;0ee122b9-e754-423d-85db-84c0d2f90ac6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9fe652a5-749b-427f-bb55-7d0734e979ed&quot;,&quot;order&quot;:&quot;5&quot;}},&quot;f2fabb0d-17a5-4521-b656-43d0a92fbc15&quot;:{&quot;type&quot;:&quot;FIGURE_OBJECT&quot;,&quot;id&quot;:&quot;f2fabb0d-17a5-4521-b656-43d0a92fbc15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1&quot;}},&quot;41ffa2c7-5f94-4ed4-8948-f668fef02c0f&quot;:{&quot;type&quot;:&quot;FIGURE_OBJECT&quot;,&quot;id&quot;:&quot;41ffa2c7-5f94-4ed4-8948-f668fef02c0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f2fabb0d-17a5-4521-b656-43d0a92fbc15&quot;,&quot;order&quot;:&quot;5&quot;}},&quot;e4a1652e-9b01-4bf1-8b31-ce0012aa93dc&quot;:{&quot;type&quot;:&quot;FIGURE_OBJECT&quot;,&quot;id&quot;:&quot;e4a1652e-9b01-4bf1-8b31-ce0012aa93dc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05&quot;}},&quot;c4f43af1-ff19-49f8-8803-47c26fa90dfe&quot;:{&quot;type&quot;:&quot;FIGURE_OBJECT&quot;,&quot;id&quot;:&quot;c4f43af1-ff19-49f8-8803-47c26fa90dfe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e4a1652e-9b01-4bf1-8b31-ce0012aa93dc&quot;,&quot;order&quot;:&quot;5&quot;}},&quot;875fb3e2-fdd4-4876-bf5a-d177ff90978d&quot;:{&quot;type&quot;:&quot;FIGURE_OBJECT&quot;,&quot;id&quot;:&quot;875fb3e2-fdd4-4876-bf5a-d177ff90978d&quot;,&quot;relativeTransform&quot;:{&quot;translate&quot;:{&quot;x&quot;:207.90102815403432,&quot;y&quot;:60.5157969991342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6]}],&quot;text&quot;:&quot;Best Scoring positions / aa&quot;}],&quot;verticalAlign&quot;:&quot;TOP&quot;,&quot;_lastCaretLocation&quot;:{&quot;lineIndex&quot;:0,&quot;runIndex&quot;:-1,&quot;charIndex&quot;:-1,&quot;endOfLine&quot;:true}},&quot;size&quot;:{&quot;x&quot;:100.70177321558332,&quot;y&quot;:38.69504579116622},&quot;targetSize&quot;:{&quot;x&quot;:100.70177321558332,&quot;y&quot;:38.69504579116622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9997&quot;}},&quot;f1a7be14-10bd-4c1b-a75f-d2c7ffbc42af&quot;:{&quot;type&quot;:&quot;FIGURE_OBJECT&quot;,&quot;id&quot;:&quot;f1a7be14-10bd-4c1b-a75f-d2c7ffbc42af&quot;,&quot;relativeTransform&quot;:{&quot;translate&quot;:{&quot;x&quot;:96.34420758385988,&quot;y&quot;:0.00007438016530159075},&quot;rotate&quot;:0,&quot;skewX&quot;:0,&quot;scale&quot;:{&quot;x&quot;:1,&quot;y&quot;:1}},&quot;opacity&quot;:0.29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5&quot;},&quot;connectorInfo&quot;:{&quot;type&quot;:&quot;LINE&quot;,&quot;offset&quot;:{&quot;x&quot;:0,&quot;y&quot;:0},&quot;bending&quot;:0.1,&quot;customized&quot;:false}},&quot;fd2d031e-649f-4c9e-8482-39bbaba7dfdd&quot;:{&quot;type&quot;:&quot;FIGURE_OBJECT&quot;,&quot;id&quot;:&quot;fd2d031e-649f-4c9e-8482-39bbaba7dfdd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&quot;},&quot;connectorInfo&quot;:{&quot;connectedObjectAtLineEnd&quot;:{&quot;objectId&quot;:&quot;26ccbefe-9c87-4327-8fe0-76f7cdd676b7&quot;,&quot;coordinates&quot;:{&quot;x&quot;:0,&quot;y&quot;:0.5}},&quot;type&quot;:&quot;LINE&quot;,&quot;offset&quot;:{&quot;x&quot;:0,&quot;y&quot;:0},&quot;bending&quot;:0.1,&quot;customized&quot;:false}},&quot;f5252d57-5e8a-49ce-a55c-5c9ace45fa4a&quot;:{&quot;type&quot;:&quot;FIGURE_OBJECT&quot;,&quot;id&quot;:&quot;f5252d57-5e8a-49ce-a55c-5c9ace45fa4a&quot;,&quot;relativeTransform&quot;:{&quot;translate&quot;:{&quot;x&quot;:72.81176578456075,&quot;y&quot;:65.79346128568466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5.496947090053446,&quot;color&quot;:&quot;#232323&quot;,&quot;fontWeight&quot;:&quot;bold&quot;,&quot;fontStyle&quot;:&quot;normal&quot;,&quot;decoration&quot;:&quot;none&quot;,&quot;script&quot;:&quot;none&quot;},&quot;range&quot;:[0,7]}],&quot;text&quot;:&quot;Donor 1:&quot;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8]}],&quot;text&quot;:&quot;CPL cytokines activity ratios&quot;,&quot;base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7]}],&quot;text&quot;:&quot;relative to the wt&quot;}],&quot;verticalAlign&quot;:&quot;TOP&quot;,&quot;_lastCaretLocation&quot;:{&quot;lineIndex&quot;:0,&quot;runIndex&quot;:-1,&quot;charIndex&quot;:-1,&quot;endOfLine&quot;:true}},&quot;size&quot;:{&quot;x&quot;:126.95359670052116,&quot;y&quot;:72},&quot;targetSize&quot;:{&quot;x&quot;:126.95359670052116,&quot;y&quot;:54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998&quot;}},&quot;26ccbefe-9c87-4327-8fe0-76f7cdd676b7&quot;:{&quot;type&quot;:&quot;FIGURE_OBJECT&quot;,&quot;id&quot;:&quot;26ccbefe-9c87-4327-8fe0-76f7cdd676b7&quot;,&quot;parent&quot;:{&quot;type&quot;:&quot;CHILD&quot;,&quot;parentId&quot;:&quot;c567345a-1798-475c-b0aa-224d45a53e2e&quot;,&quot;order&quot;:&quot;99999999999999999999996&quot;},&quot;relativeTransform&quot;:{&quot;translate&quot;:{&quot;x&quot;:-132.41727879185254,&quot;y&quot;:11.136717055467239},&quot;rotate&quot;:0,&quot;skewX&quot;:0,&quot;scale&quot;:{&quot;x&quot;:1,&quot;y&quot;:1}},&quot;opacity&quot;:0.29},&quot;33668f0e-8bb7-4c29-b5e5-e295200929ea&quot;:{&quot;type&quot;:&quot;FIGURE_OBJECT&quot;,&quot;id&quot;:&quot;33668f0e-8bb7-4c29-b5e5-e295200929ea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26ccbefe-9c87-4327-8fe0-76f7cdd676b7&quot;,&quot;order&quot;:&quot;5&quot;}},&quot;42ed8a7f-c656-4747-a700-a56a16a16790&quot;:{&quot;type&quot;:&quot;FIGURE_OBJECT&quot;,&quot;id&quot;:&quot;42ed8a7f-c656-4747-a700-a56a16a16790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26ccbefe-9c87-4327-8fe0-76f7cdd676b7&quot;,&quot;order&quot;:&quot;2&quot;}},&quot;3c2373f2-9151-4720-abf9-52569217eb29&quot;:{&quot;type&quot;:&quot;FIGURE_OBJECT&quot;,&quot;id&quot;:&quot;3c2373f2-9151-4720-abf9-52569217eb29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95&quot;}},&quot;0a8ce84c-947e-41c9-9704-3b2e2e9e9f4c&quot;:{&quot;type&quot;:&quot;FIGURE_OBJECT&quot;,&quot;id&quot;:&quot;0a8ce84c-947e-41c9-9704-3b2e2e9e9f4c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9&quot;}},&quot;53389d68-06dd-4461-b581-ab69b8d809ec&quot;:{&quot;type&quot;:&quot;FIGURE_OBJECT&quot;,&quot;id&quot;:&quot;53389d68-06dd-4461-b581-ab69b8d809ec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85&quot;}},&quot;9175eb36-6119-4ccf-b50a-0b8de06c948a&quot;:{&quot;type&quot;:&quot;FIGURE_OBJECT&quot;,&quot;id&quot;:&quot;9175eb36-6119-4ccf-b50a-0b8de06c948a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8&quot;}},&quot;4e44b703-a85c-44d8-999e-b3e3d402d2be&quot;:{&quot;type&quot;:&quot;FIGURE_OBJECT&quot;,&quot;id&quot;:&quot;4e44b703-a85c-44d8-999e-b3e3d402d2be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7&quot;}},&quot;66402a8c-6221-4886-b965-ce981ff048c2&quot;:{&quot;type&quot;:&quot;FIGURE_OBJECT&quot;,&quot;id&quot;:&quot;66402a8c-6221-4886-b965-ce981ff048c2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5&quot;}},&quot;b50cfa8c-e317-4f7c-bae9-06459135dbfc&quot;:{&quot;type&quot;:&quot;FIGURE_OBJECT&quot;,&quot;id&quot;:&quot;b50cfa8c-e317-4f7c-bae9-06459135dbfc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2&quot;}},&quot;0b6ac776-d8bc-4c55-9c0e-40842bd410d0&quot;:{&quot;type&quot;:&quot;FIGURE_OBJECT&quot;,&quot;id&quot;:&quot;0b6ac776-d8bc-4c55-9c0e-40842bd410d0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1&quot;}},&quot;0855ba43-1360-4f05-acf4-d8ca6bc85e58&quot;:{&quot;type&quot;:&quot;FIGURE_OBJECT&quot;,&quot;id&quot;:&quot;0855ba43-1360-4f05-acf4-d8ca6bc85e58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&quot;}},&quot;d5ba8e35-46a5-4901-b899-2de6736b2d72&quot;:{&quot;type&quot;:&quot;FIGURE_OBJECT&quot;,&quot;id&quot;:&quot;d5ba8e35-46a5-4901-b899-2de6736b2d72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7&quot;}},&quot;d90fbd53-8f22-43a1-9d3c-7d3a7e722c7b&quot;:{&quot;type&quot;:&quot;FIGURE_OBJECT&quot;,&quot;id&quot;:&quot;d90fbd53-8f22-43a1-9d3c-7d3a7e722c7b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5&quot;}},&quot;2a631e6f-6499-441b-a2e0-8db6392e36fc&quot;:{&quot;type&quot;:&quot;FIGURE_OBJECT&quot;,&quot;id&quot;:&quot;2a631e6f-6499-441b-a2e0-8db6392e36fc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2&quot;}},&quot;0605e489-ecef-4560-a4b0-f40929e0c5c0&quot;:{&quot;type&quot;:&quot;FIGURE_OBJECT&quot;,&quot;id&quot;:&quot;0605e489-ecef-4560-a4b0-f40929e0c5c0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&quot;}},&quot;73e4a551-f563-41ab-9460-016ee00b05d2&quot;:{&quot;type&quot;:&quot;FIGURE_OBJECT&quot;,&quot;id&quot;:&quot;73e4a551-f563-41ab-9460-016ee00b05d2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7&quot;}},&quot;59a76f0e-363b-4c33-8b93-fa24326b455c&quot;:{&quot;type&quot;:&quot;FIGURE_OBJECT&quot;,&quot;id&quot;:&quot;59a76f0e-363b-4c33-8b93-fa24326b455c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5&quot;}},&quot;00057e4a-04c9-45a0-8022-1a9ca6cd46ca&quot;:{&quot;type&quot;:&quot;FIGURE_OBJECT&quot;,&quot;id&quot;:&quot;00057e4a-04c9-45a0-8022-1a9ca6cd46ca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2&quot;}},&quot;4a392bdc-c826-482d-8203-aac7aa8b48c4&quot;:{&quot;type&quot;:&quot;FIGURE_OBJECT&quot;,&quot;id&quot;:&quot;4a392bdc-c826-482d-8203-aac7aa8b48c4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1&quot;}},&quot;02ee07c4-de5a-4115-bdd0-c0a40fc8ec08&quot;:{&quot;type&quot;:&quot;FIGURE_OBJECT&quot;,&quot;id&quot;:&quot;02ee07c4-de5a-4115-bdd0-c0a40fc8ec08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&quot;}},&quot;be9222c7-624a-4765-a725-ab025c31c06b&quot;:{&quot;type&quot;:&quot;FIGURE_OBJECT&quot;,&quot;id&quot;:&quot;be9222c7-624a-4765-a725-ab025c31c06b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45&quot;}},&quot;193c911d-8cb0-4716-b275-68d8bf82c489&quot;:{&quot;type&quot;:&quot;FIGURE_OBJECT&quot;,&quot;id&quot;:&quot;193c911d-8cb0-4716-b275-68d8bf82c489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4&quot;}},&quot;011f66a8-6f8d-4d77-ba46-d76bf585b87b&quot;:{&quot;type&quot;:&quot;FIGURE_OBJECT&quot;,&quot;id&quot;:&quot;011f66a8-6f8d-4d77-ba46-d76bf585b87b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35&quot;}},&quot;7aa8bfc4-73fd-4268-b8a5-5c09fe058239&quot;:{&quot;type&quot;:&quot;FIGURE_OBJECT&quot;,&quot;id&quot;:&quot;7aa8bfc4-73fd-4268-b8a5-5c09fe058239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3&quot;}},&quot;34befadd-bad4-4180-a983-3fac2f99b032&quot;:{&quot;type&quot;:&quot;FIGURE_OBJECT&quot;,&quot;id&quot;:&quot;34befadd-bad4-4180-a983-3fac2f99b032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7&quot;}},&quot;91cce863-08e7-4962-a1cf-1ed67e54d47b&quot;:{&quot;type&quot;:&quot;FIGURE_OBJECT&quot;,&quot;id&quot;:&quot;91cce863-08e7-4962-a1cf-1ed67e54d47b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5&quot;}},&quot;f3a19d78-bb49-4bdf-8861-cb2e3d9b5d9d&quot;:{&quot;type&quot;:&quot;FIGURE_OBJECT&quot;,&quot;id&quot;:&quot;f3a19d78-bb49-4bdf-8861-cb2e3d9b5d9d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2&quot;}},&quot;08e9d63b-4f9d-4068-b07d-75abd9853d7b&quot;:{&quot;type&quot;:&quot;FIGURE_OBJECT&quot;,&quot;id&quot;:&quot;08e9d63b-4f9d-4068-b07d-75abd9853d7b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1&quot;}},&quot;13832817-ce43-4a0e-be8e-42ddd5988718&quot;:{&quot;type&quot;:&quot;FIGURE_OBJECT&quot;,&quot;id&quot;:&quot;13832817-ce43-4a0e-be8e-42ddd5988718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&quot;}},&quot;25f045d4-a2e2-423e-857c-303debe49aeb&quot;:{&quot;type&quot;:&quot;FIGURE_OBJECT&quot;,&quot;id&quot;:&quot;25f045d4-a2e2-423e-857c-303debe49aeb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7&quot;}},&quot;92cb283a-3ff9-4a76-8bb1-ac2cf5cefca0&quot;:{&quot;type&quot;:&quot;FIGURE_OBJECT&quot;,&quot;id&quot;:&quot;92cb283a-3ff9-4a76-8bb1-ac2cf5cefca0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5&quot;}},&quot;8df77ec9-4c16-4fb9-aee5-42d34b1929a8&quot;:{&quot;type&quot;:&quot;FIGURE_OBJECT&quot;,&quot;id&quot;:&quot;8df77ec9-4c16-4fb9-aee5-42d34b1929a8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2&quot;}},&quot;6b724ec2-9639-4188-93ef-8ea2bf8001e1&quot;:{&quot;type&quot;:&quot;FIGURE_OBJECT&quot;,&quot;id&quot;:&quot;6b724ec2-9639-4188-93ef-8ea2bf8001e1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1&quot;}},&quot;1ed96301-a8de-4b85-bc25-ff3fcff598bc&quot;:{&quot;type&quot;:&quot;FIGURE_OBJECT&quot;,&quot;id&quot;:&quot;1ed96301-a8de-4b85-bc25-ff3fcff598bc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&quot;}},&quot;c1f00dc7-41a7-47f6-839d-18a86715b38b&quot;:{&quot;type&quot;:&quot;FIGURE_OBJECT&quot;,&quot;id&quot;:&quot;c1f00dc7-41a7-47f6-839d-18a86715b38b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7&quot;}},&quot;efd416f4-25cb-47c3-a7f7-3831246083f1&quot;:{&quot;type&quot;:&quot;FIGURE_OBJECT&quot;,&quot;id&quot;:&quot;efd416f4-25cb-47c3-a7f7-3831246083f1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5&quot;}},&quot;d3481474-dac0-4f7e-8fad-ca125cd9f788&quot;:{&quot;type&quot;:&quot;FIGURE_OBJECT&quot;,&quot;id&quot;:&quot;d3481474-dac0-4f7e-8fad-ca125cd9f788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2&quot;}},&quot;21df5edd-0953-4104-9c96-af201c7dcf30&quot;:{&quot;type&quot;:&quot;FIGURE_OBJECT&quot;,&quot;id&quot;:&quot;21df5edd-0953-4104-9c96-af201c7dcf30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1&quot;}},&quot;30258daf-9a6c-44e1-a880-efdc090a6e5e&quot;:{&quot;type&quot;:&quot;FIGURE_OBJECT&quot;,&quot;id&quot;:&quot;30258daf-9a6c-44e1-a880-efdc090a6e5e&quot;,&quot;relativeTransform&quot;:{&quot;translate&quot;:{&quot;x&quot;:0,&quot;y&quot;:0.972289742343214},&quot;rotate&quot;:0,&quot;skewX&quot;:0,&quot;scale&quot;:{&quot;x&quot;:1,&quot;y&quot;:1}},&quot;opacity&quot;:0.29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7&quot;},&quot;connectorInfo&quot;:{&quot;connectedObjectAtLineStart&quot;:{&quot;objectId&quot;:&quot;98b88390-b04a-4459-85c2-aa7f9d1af9c2&quot;,&quot;coordinates&quot;:{&quot;x&quot;:0,&quot;y&quot;:0.5}},&quot;connectedObjectAtLineEnd&quot;:{&quot;objectId&quot;:&quot;bc047ed5-3c76-4e89-a305-235cbd2a075e&quot;,&quot;coordinates&quot;:{&quot;x&quot;:0,&quot;y&quot;:0.5}},&quot;type&quot;:&quot;ELBOW&quot;,&quot;offset&quot;:{&quot;x&quot;:0,&quot;y&quot;:0},&quot;bending&quot;:0.1,&quot;customized&quot;:true}},&quot;bc047ed5-3c76-4e89-a305-235cbd2a075e&quot;:{&quot;type&quot;:&quot;FIGURE_OBJECT&quot;,&quot;id&quot;:&quot;bc047ed5-3c76-4e89-a305-235cbd2a075e&quot;,&quot;parent&quot;:{&quot;type&quot;:&quot;CHILD&quot;,&quot;parentId&quot;:&quot;c567345a-1798-475c-b0aa-224d45a53e2e&quot;,&quot;order&quot;:&quot;9999999999999999999995&quot;},&quot;relativeTransform&quot;:{&quot;translate&quot;:{&quot;x&quot;:-5.594155759230981,&quot;y&quot;:62.26905503758982},&quot;rotate&quot;:0,&quot;skewX&quot;:0,&quot;scale&quot;:{&quot;x&quot;:1,&quot;y&quot;:1}},&quot;opacity&quot;:0.29},&quot;f6391667-1d13-4e52-8876-7847c6ecc50d&quot;:{&quot;type&quot;:&quot;FIGURE_OBJECT&quot;,&quot;id&quot;:&quot;f6391667-1d13-4e52-8876-7847c6ecc50d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5&quot;}},&quot;df75295b-e279-408d-b2b1-9b75888c220b&quot;:{&quot;type&quot;:&quot;FIGURE_OBJECT&quot;,&quot;id&quot;:&quot;df75295b-e279-408d-b2b1-9b75888c220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f6391667-1d13-4e52-8876-7847c6ecc50d&quot;,&quot;order&quot;:&quot;5&quot;}},&quot;b00a03a5-ceba-42d2-a35b-404e8faaa9ab&quot;:{&quot;type&quot;:&quot;FIGURE_OBJECT&quot;,&quot;id&quot;:&quot;b00a03a5-ceba-42d2-a35b-404e8faaa9ab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bc047ed5-3c76-4e89-a305-235cbd2a075e&quot;,&quot;order&quot;:&quot;3&quot;}},&quot;c3a19dcc-09cd-46e0-ba96-e07d218c9609&quot;:{&quot;type&quot;:&quot;FIGURE_OBJECT&quot;,&quot;id&quot;:&quot;c3a19dcc-09cd-46e0-ba96-e07d218c9609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2&quot;}},&quot;687755f6-9e4b-46a7-8930-d270ad369f8a&quot;:{&quot;type&quot;:&quot;FIGURE_OBJECT&quot;,&quot;id&quot;:&quot;687755f6-9e4b-46a7-8930-d270ad369f8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c3a19dcc-09cd-46e0-ba96-e07d218c9609&quot;,&quot;order&quot;:&quot;5&quot;}},&quot;d14ae37a-0a78-4d98-b27a-40bc78502ff2&quot;:{&quot;type&quot;:&quot;FIGURE_OBJECT&quot;,&quot;id&quot;:&quot;d14ae37a-0a78-4d98-b27a-40bc78502ff2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8&quot;}},&quot;423312ef-aac7-48a1-9eec-6323a45cd812&quot;:{&quot;type&quot;:&quot;FIGURE_OBJECT&quot;,&quot;id&quot;:&quot;423312ef-aac7-48a1-9eec-6323a45cd81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d14ae37a-0a78-4d98-b27a-40bc78502ff2&quot;,&quot;order&quot;:&quot;5&quot;}},&quot;76771dad-b826-4953-bfbd-bfe54bbfe4a0&quot;:{&quot;type&quot;:&quot;FIGURE_OBJECT&quot;,&quot;id&quot;:&quot;76771dad-b826-4953-bfbd-bfe54bbfe4a0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7&quot;}},&quot;daa530c4-eb9a-44ea-a1bf-14f6ed74abe0&quot;:{&quot;type&quot;:&quot;FIGURE_OBJECT&quot;,&quot;id&quot;:&quot;daa530c4-eb9a-44ea-a1bf-14f6ed74abe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76771dad-b826-4953-bfbd-bfe54bbfe4a0&quot;,&quot;order&quot;:&quot;5&quot;}},&quot;a3a101b5-33f1-437d-b24d-e2294cb06e0d&quot;:{&quot;type&quot;:&quot;FIGURE_OBJECT&quot;,&quot;id&quot;:&quot;a3a101b5-33f1-437d-b24d-e2294cb06e0d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6&quot;}},&quot;ca00389f-4068-49cb-a16a-b7872e2e790c&quot;:{&quot;type&quot;:&quot;FIGURE_OBJECT&quot;,&quot;id&quot;:&quot;ca00389f-4068-49cb-a16a-b7872e2e790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a3a101b5-33f1-437d-b24d-e2294cb06e0d&quot;,&quot;order&quot;:&quot;5&quot;}},&quot;fa49048d-1766-4a8c-996e-d064981ef249&quot;:{&quot;type&quot;:&quot;FIGURE_OBJECT&quot;,&quot;id&quot;:&quot;fa49048d-1766-4a8c-996e-d064981ef249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1&quot;}},&quot;7f583deb-cc18-4d09-a83b-217b0a80e557&quot;:{&quot;type&quot;:&quot;FIGURE_OBJECT&quot;,&quot;id&quot;:&quot;7f583deb-cc18-4d09-a83b-217b0a80e55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fa49048d-1766-4a8c-996e-d064981ef249&quot;,&quot;order&quot;:&quot;5&quot;}},&quot;0effaaca-f1f1-4fec-8608-98bf9ffdd48b&quot;:{&quot;type&quot;:&quot;FIGURE_OBJECT&quot;,&quot;id&quot;:&quot;0effaaca-f1f1-4fec-8608-98bf9ffdd48b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bc047ed5-3c76-4e89-a305-235cbd2a075e&quot;,&quot;order&quot;:&quot;05&quot;}},&quot;8052a4dd-6124-464c-a21b-4547a5064f5c&quot;:{&quot;type&quot;:&quot;FIGURE_OBJECT&quot;,&quot;id&quot;:&quot;8052a4dd-6124-464c-a21b-4547a5064f5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0effaaca-f1f1-4fec-8608-98bf9ffdd48b&quot;,&quot;order&quot;:&quot;5&quot;}},&quot;faf92170-acc6-4843-8b7c-46596249688f&quot;:{&quot;type&quot;:&quot;FIGURE_OBJECT&quot;,&quot;id&quot;:&quot;faf92170-acc6-4843-8b7c-46596249688f&quot;,&quot;relativeTransform&quot;:{&quot;translate&quot;:{&quot;x&quot;:127.38634762121963,&quot;y&quot;:-118.2731414810671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2-AA candidates&quot;}],&quot;verticalAlign&quot;:&quot;TOP&quot;,&quot;_lastCaretLocation&quot;:{&quot;lineIndex&quot;:0,&quot;runIndex&quot;:0,&quot;charIndex&quot;:1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5&quot;}},&quot;260eb5cd-b29a-41d1-b0c7-ec9816ca217d&quot;:{&quot;type&quot;:&quot;FIGURE_OBJECT&quot;,&quot;id&quot;:&quot;260eb5cd-b29a-41d1-b0c7-ec9816ca217d&quot;,&quot;relativeTransform&quot;:{&quot;translate&quot;:{&quot;x&quot;:127.38624380171338,&quot;y&quot;:-172.27236030323778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4]}],&quot;text&quot;:&quot;1-AA candidates&quot;}],&quot;verticalAlign&quot;:&quot;TOP&quot;,&quot;_lastCaretLocation&quot;:{&quot;lineIndex&quot;:0,&quot;runIndex&quot;:-1,&quot;charIndex&quot;:-1,&quot;endOfLine&quot;:true}},&quot;size&quot;:{&quot;x&quot;:113.69767080259729,&quot;y&quot;:18},&quot;targetSize&quot;:{&quot;x&quot;:113.69767080259729,&quot;y&quot;:18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9&quot;}},&quot;0d8ad7a6-9838-415c-a6c6-679e7421a0c7&quot;:{&quot;type&quot;:&quot;FIGURE_OBJECT&quot;,&quot;id&quot;:&quot;0d8ad7a6-9838-415c-a6c6-679e7421a0c7&quot;,&quot;relativeTransform&quot;:{&quot;translate&quot;:{&quot;x&quot;:-6.842014996954845,&quot;y&quot;:0.4993622940073479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21]}],&quot;text&quot;:&quot;PS-CPL guided Analysis&quot;}],&quot;verticalAlign&quot;:&quot;TOP&quot;,&quot;_lastCaretLocation&quot;:{&quot;lineIndex&quot;:0,&quot;runIndex&quot;:0,&quot;charIndex&quot;:16}},&quot;size&quot;:{&quot;x&quot;:113.69767080259729,&quot;y&quot;:36.00000000000001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8&quot;}},&quot;d9209522-5f94-484c-aeaa-57ffc34e5928&quot;:{&quot;type&quot;:&quot;FIGURE_OBJECT&quot;,&quot;id&quot;:&quot;d9209522-5f94-484c-aeaa-57ffc34e5928&quot;,&quot;relativeTransform&quot;:{&quot;translate&quot;:{&quot;x&quot;:-13.925701040263773,&quot;y&quot;:-122.20446432684176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18]}],&quot;text&quot;:&quot;Mutational Analysis&quot;}],&quot;verticalAlign&quot;:&quot;TOP&quot;,&quot;_lastCaretLocation&quot;:{&quot;lineIndex&quot;:0,&quot;runIndex&quot;:-1,&quot;charIndex&quot;:-1,&quot;endOfLine&quot;:true}},&quot;size&quot;:{&quot;x&quot;:79.16515104961562,&quot;y&quot;:36.000000000000014},&quot;targetSize&quot;:{&quot;x&quot;:79.16515104961562,&quot;y&quot;:36.000000000000014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7&quot;}},&quot;4617daa4-e7de-4724-a624-0752d7d6939c&quot;:{&quot;type&quot;:&quot;FIGURE_OBJECT&quot;,&quot;id&quot;:&quot;4617daa4-e7de-4724-a624-0752d7d6939c&quot;,&quot;relativeTransform&quot;:{&quot;translate&quot;:{&quot;x&quot;:128.76011244971576,&quot;y&quot;:-235.27945900035465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232323&quot;,&quot;fontWeight&quot;:&quot;normal&quot;,&quot;fontStyle&quot;:&quot;normal&quot;,&quot;decoration&quot;:&quot;none&quot;,&quot;script&quot;:&quot;none&quot;},&quot;range&quot;:[0,8]}],&quot;text&quot;:&quot;QCFFCFKEL&quot;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21]}],&quot;text&quot;:&quot;SV-wild type (wt) 9mer&quot;}],&quot;verticalAlign&quot;:&quot;TOP&quot;,&quot;_lastCaretLocation&quot;:{&quot;lineIndex&quot;:1,&quot;runIndex&quot;:0,&quot;charIndex&quot;:17}},&quot;size&quot;:{&quot;x&quot;:144.8788123571466,&quot;y&quot;:54},&quot;targetSize&quot;:{&quot;x&quot;:144.8788123571466,&quot;y&quot;:54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95&quot;}},&quot;8c8a2c77-f18e-4368-97c6-1adca920e8a1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8c8a2c77-f18e-4368-97c6-1adca920e8a1&quot;,&quot;parent&quot;:{&quot;type&quot;:&quot;CHILD&quot;,&quot;parentId&quot;:&quot;c567345a-1798-475c-b0aa-224d45a53e2e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,&quot;opacity&quot;:0.29},&quot;cde41d70-061c-4b21-8c57-9c3dafe33300&quot;:{&quot;type&quot;:&quot;FIGURE_OBJECT&quot;,&quot;id&quot;:&quot;cde41d70-061c-4b21-8c57-9c3dafe33300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c8a2c77-f18e-4368-97c6-1adca920e8a1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1217a133-38d0-43f6-ab3f-c29edc425803&quot;:{&quot;type&quot;:&quot;FIGURE_OBJECT&quot;,&quot;id&quot;:&quot;1217a133-38d0-43f6-ab3f-c29edc425803&quot;,&quot;parent&quot;:{&quot;type&quot;:&quot;CHILD&quot;,&quot;parentId&quot;:&quot;8c8a2c77-f18e-4368-97c6-1adca920e8a1&quot;,&quot;order&quot;:&quot;1&quot;},&quot;relativeTransform&quot;:{&quot;translate&quot;:{&quot;x&quot;:-0.03331737558516619,&quot;y&quot;:0.1967239441377253},&quot;rotate&quot;:0}},&quot;c2b751a7-e7b0-407d-8588-1e24f3c2f994&quot;:{&quot;type&quot;:&quot;FIGURE_OBJECT&quot;,&quot;id&quot;:&quot;c2b751a7-e7b0-407d-8588-1e24f3c2f994&quot;,&quot;parent&quot;:{&quot;type&quot;:&quot;CROP&quot;,&quot;parentId&quot;:&quot;1217a133-38d0-43f6-ab3f-c29edc425803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c679b28c-4a3c-4cfc-ab18-5d6e8f0f2947&quot;:{&quot;id&quot;:&quot;c679b28c-4a3c-4cfc-ab18-5d6e8f0f2947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1217a133-38d0-43f6-ab3f-c29edc425803&quot;,&quot;order&quot;:&quot;5&quot;}},&quot;3ee60d11-48ca-4587-8ce6-eab49f8c3b55&quot;:{&quot;relativeTransform&quot;:{&quot;translate&quot;:{&quot;x&quot;:8.020945760691498,&quot;y&quot;:2.288420123198222},&quot;rotate&quot;:4.1633363423443364e-17},&quot;type&quot;:&quot;FIGURE_OBJECT&quot;,&quot;id&quot;:&quot;3ee60d11-48ca-4587-8ce6-eab49f8c3b55&quot;,&quot;parent&quot;:{&quot;type&quot;:&quot;CHILD&quot;,&quot;parentId&quot;:&quot;8c8a2c77-f18e-4368-97c6-1adca920e8a1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a42ee0b6-6591-4e6b-92e2-bb67d3cb6588&quot;:{&quot;type&quot;:&quot;FIGURE_OBJECT&quot;,&quot;id&quot;:&quot;a42ee0b6-6591-4e6b-92e2-bb67d3cb6588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3ee60d11-48ca-4587-8ce6-eab49f8c3b55&quot;,&quot;order&quot;:&quot;8&quot;}},&quot;aa245cd5-5d3a-4557-a05b-bb6ea9694be9&quot;:{&quot;type&quot;:&quot;FIGURE_OBJECT&quot;,&quot;id&quot;:&quot;aa245cd5-5d3a-4557-a05b-bb6ea9694be9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3ee60d11-48ca-4587-8ce6-eab49f8c3b55&quot;,&quot;order&quot;:&quot;2&quot;}},&quot;50299f9f-c9ae-4b8d-a5c8-806bf2fd9f6f&quot;:{&quot;id&quot;:&quot;50299f9f-c9ae-4b8d-a5c8-806bf2fd9f6f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3ee60d11-48ca-4587-8ce6-eab49f8c3b55&quot;,&quot;order&quot;:&quot;7&quot;}},&quot;676a6f91-e152-48b9-b4f6-7560fc9669ef&quot;:{&quot;type&quot;:&quot;FIGURE_OBJECT&quot;,&quot;id&quot;:&quot;676a6f91-e152-48b9-b4f6-7560fc9669ef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c8a2c77-f18e-4368-97c6-1adca920e8a1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f98f6e28-027d-431e-a864-3aaeb312a84b&quot;:{&quot;relativeTransform&quot;:{&quot;translate&quot;:{&quot;x&quot;:25.656211366522225,&quot;y&quot;:-11.14816637129976},&quot;rotate&quot;:0.5478843171998568},&quot;type&quot;:&quot;FIGURE_OBJECT&quot;,&quot;id&quot;:&quot;f98f6e28-027d-431e-a864-3aaeb312a84b&quot;,&quot;parent&quot;:{&quot;type&quot;:&quot;CHILD&quot;,&quot;parentId&quot;:&quot;8c8a2c77-f18e-4368-97c6-1adca920e8a1&quot;,&quot;order&quot;:&quot;5&quot;},&quot;name&quot;:&quot;Radioligand&quot;,&quot;displayName&quot;:&quot;Radioligand&quot;,&quot;source&quot;:{&quot;id&quot;:&quot;614a1ea32f946a00a0836689&quot;,&quot;type&quot;:&quot;ASSETS&quot;},&quot;isPremium&quot;:false},&quot;09c69a07-4fd9-49cb-8079-715267f1e990&quot;:{&quot;type&quot;:&quot;FIGURE_OBJECT&quot;,&quot;id&quot;:&quot;09c69a07-4fd9-49cb-8079-715267f1e990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f98f6e28-027d-431e-a864-3aaeb312a84b&quot;,&quot;order&quot;:&quot;8&quot;}},&quot;0392a227-31df-449f-8850-ef8ddb6b0d4a&quot;:{&quot;type&quot;:&quot;FIGURE_OBJECT&quot;,&quot;id&quot;:&quot;0392a227-31df-449f-8850-ef8ddb6b0d4a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f98f6e28-027d-431e-a864-3aaeb312a84b&quot;,&quot;order&quot;:&quot;2&quot;}},&quot;f867c254-47d1-475b-9b07-08b2dc581f9b&quot;:{&quot;id&quot;:&quot;f867c254-47d1-475b-9b07-08b2dc581f9b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f98f6e28-027d-431e-a864-3aaeb312a84b&quot;,&quot;order&quot;:&quot;7&quot;}},&quot;916a21b4-b8b1-4dee-bf80-a7c6d64f4d6d&quot;:{&quot;type&quot;:&quot;FIGURE_OBJECT&quot;,&quot;id&quot;:&quot;916a21b4-b8b1-4dee-bf80-a7c6d64f4d6d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8c8a2c77-f18e-4368-97c6-1adca920e8a1&quot;,&quot;order&quot;:&quot;3&quot;}},&quot;412195a7-fc27-45c4-a318-f67c0b8d1352&quot;:{&quot;relativeTransform&quot;:{&quot;translate&quot;:{&quot;x&quot;:-94.52047553959267,&quot;y&quot;:-2.108457435895191},&quot;rotate&quot;:0},&quot;type&quot;:&quot;FIGURE_OBJECT&quot;,&quot;id&quot;:&quot;412195a7-fc27-45c4-a318-f67c0b8d1352&quot;,&quot;parent&quot;:{&quot;type&quot;:&quot;CHILD&quot;,&quot;parentId&quot;:&quot;8c8a2c77-f18e-4368-97c6-1adca920e8a1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6b9bd913-d56f-402c-a9bf-994b6cb474a1&quot;:{&quot;type&quot;:&quot;FIGURE_OBJECT&quot;,&quot;id&quot;:&quot;6b9bd913-d56f-402c-a9bf-994b6cb474a1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412195a7-fc27-45c4-a318-f67c0b8d1352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494057c-2232-4003-97ef-88f76f6c8ceb&quot;:{&quot;type&quot;:&quot;FIGURE_OBJECT&quot;,&quot;id&quot;:&quot;5494057c-2232-4003-97ef-88f76f6c8ceb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412195a7-fc27-45c4-a318-f67c0b8d1352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72d9a981-0598-4d70-a516-c730dff4a180&quot;:{&quot;type&quot;:&quot;FIGURE_OBJECT&quot;,&quot;id&quot;:&quot;72d9a981-0598-4d70-a516-c730dff4a180&quot;,&quot;relativeTransform&quot;:{&quot;translate&quot;:{&quot;x&quot;:477.7862367892823,&quot;y&quot;:-244.5697855149791},&quot;rotate&quot;:0,&quot;skewX&quot;:0,&quot;scale&quot;:{&quot;x&quot;:1,&quot;y&quot;:1}},&quot;opacity&quot;:0.29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,&quot;range&quot;:[0,8]}],&quot;text&quot;:&quot;NetMHCPan&quot;,&quot;baseStyle&quot;:{&quot;fontFamily&quot;:&quot;Roboto&quot;,&quot;fontSize&quot;:15.496947090053446,&quot;color&quot;:&quot;#000000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5]}],&quot;text&quot;:&quot;Binding Affinity&quot;,&quot;base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},{&quot;runs&quot;:[{&quot;style&quot;:{&quot;fontFamily&quot;:&quot;Roboto&quot;,&quot;fontSize&quot;:15.496947090053446,&quot;color&quot;:&quot;rgba(129,134,137,1)&quot;,&quot;fontWeight&quot;:&quot;normal&quot;,&quot;fontStyle&quot;:&quot;normal&quot;,&quot;decoration&quot;:&quot;none&quot;,&quot;script&quot;:&quot;none&quot;},&quot;range&quot;:[0,11]}],&quot;text&quot;:&quot;Elution Rank&quot;}],&quot;verticalAlign&quot;:&quot;TOP&quot;,&quot;_lastCaretLocation&quot;:{&quot;lineIndex&quot;:1,&quot;runIndex&quot;:0,&quot;charIndex&quot;:0}},&quot;size&quot;:{&quot;x&quot;:113.69767080259729,&quot;y&quot;:54},&quot;targetSize&quot;:{&quot;x&quot;:113.69767080259729,&quot;y&quot;:36.000000000000014},&quot;format&quot;:&quot;BETTER_TEXT&quot;,&quot;verticalAlign&quot;:&quot;TOP&quot;},&quot;isLocked&quot;:false,&quot;parent&quot;:{&quot;type&quot;:&quot;CHILD&quot;,&quot;parentId&quot;:&quot;c567345a-1798-475c-b0aa-224d45a53e2e&quot;,&quot;order&quot;:&quot;99999999999999999975&quot;}},&quot;8a53e018-0f86-4a1d-92b3-f4941912afde&quot;:{&quot;id&quot;:&quot;8a53e018-0f86-4a1d-92b3-f4941912afde&quot;,&quot;type&quot;:&quot;FIGURE_OBJECT&quot;,&quot;relativeTransform&quot;:{&quot;translate&quot;:{&quot;x&quot;:503.48589977645145,&quot;y&quot;:245.06815106740862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GROMACS&quot;}],&quot;_lastCaretLocation&quot;:{&quot;lineIndex&quot;:0,&quot;runIndex&quot;:-1,&quot;charIndex&quot;:-1,&quot;endOfLine&quot;:true}},&quot;format&quot;:&quot;BETTER_TEXT&quot;,&quot;size&quot;:{&quot;x&quot;:44.38580322265625,&quot;y&quot;:11.116082450718066},&quot;targetSize&quot;:{&quot;x&quot;:38.2125729155916,&quot;y&quot;:11.116082450718066}},&quot;parent&quot;:{&quot;type&quot;:&quot;CHILD&quot;,&quot;parentId&quot;:&quot;c567345a-1798-475c-b0aa-224d45a53e2e&quot;,&quot;order&quot;:&quot;9999999999999999997&quot;},&quot;opacity&quot;:1},&quot;fe75fe0d-1f36-4ee6-a186-9c655eb574ff&quot;:{&quot;id&quot;:&quot;fe75fe0d-1f36-4ee6-a186-9c655eb574ff&quot;,&quot;type&quot;:&quot;FIGURE_OBJECT&quot;,&quot;relativeTransform&quot;:{&quot;translate&quot;:{&quot;x&quot;:572.4073617285078,&quot;y&quot;:304.72770740016216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9]}],&quot;text&quot;:&quot;Final candidates with low RMSF&quot;}],&quot;_lastCaretLocation&quot;:{&quot;lineIndex&quot;:0,&quot;runIndex&quot;:-1,&quot;charIndex&quot;:-1,&quot;endOfLine&quot;:true}},&quot;format&quot;:&quot;BETTER_TEXT&quot;,&quot;size&quot;:{&quot;x&quot;:86.76724602852363,&quot;y&quot;:23.46247508090268},&quot;targetSize&quot;:{&quot;x&quot;:86.76724602852363,&quot;y&quot;:23.46247508090268}},&quot;parent&quot;:{&quot;type&quot;:&quot;CHILD&quot;,&quot;parentId&quot;:&quot;c567345a-1798-475c-b0aa-224d45a53e2e&quot;,&quot;order&quot;:&quot;9999999999999999995&quot;},&quot;opacity&quot;:1},&quot;1c585d81-7e05-481f-8388-381c83dae0e8&quot;:{&quot;type&quot;:&quot;FIGURE_OBJECT&quot;,&quot;id&quot;:&quot;1c585d81-7e05-481f-8388-381c83dae0e8&quot;,&quot;parent&quot;:{&quot;type&quot;:&quot;CHILD&quot;,&quot;parentId&quot;:&quot;c567345a-1798-475c-b0aa-224d45a53e2e&quot;,&quot;order&quot;:&quot;999999999999999999&quot;},&quot;relativeTransform&quot;:{&quot;translate&quot;:{&quot;x&quot;:570.2097244124328,&quot;y&quot;:-55.47922384792972},&quot;rotate&quot;:0,&quot;skewX&quot;:0,&quot;scale&quot;:{&quot;x&quot;:1,&quot;y&quot;:1}},&quot;opacity&quot;:1},&quot;696e6b7f-700d-4031-bc64-55ea931e04fd&quot;:{&quot;type&quot;:&quot;FIGURE_OBJECT&quot;,&quot;id&quot;:&quot;696e6b7f-700d-4031-bc64-55ea931e04fd&quot;,&quot;parent&quot;:{&quot;type&quot;:&quot;CHILD&quot;,&quot;parentId&quot;:&quot;1c585d81-7e05-481f-8388-381c83dae0e8&quot;,&quot;order&quot;:&quot;5&quot;},&quot;relativeTransform&quot;:{&quot;translate&quot;:{&quot;x&quot;:260.77927831674674,&quot;y&quot;:198.83640199084653},&quot;rotate&quot;:0.6387441686248161}},&quot;e8c3da6b-0e07-4cab-b617-f1dda82e684a&quot;:{&quot;type&quot;:&quot;FIGURE_OBJECT&quot;,&quot;id&quot;:&quot;e8c3da6b-0e07-4cab-b617-f1dda82e684a&quot;,&quot;parent&quot;:{&quot;type&quot;:&quot;CROP&quot;,&quot;parentId&quot;:&quot;696e6b7f-700d-4031-bc64-55ea931e04fd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7beb5073-923c-49e5-b2c9-65cf24828799&quot;:{&quot;id&quot;:&quot;7beb5073-923c-49e5-b2c9-65cf24828799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696e6b7f-700d-4031-bc64-55ea931e04fd&quot;,&quot;order&quot;:&quot;5&quot;}},&quot;055de50f-b710-4e06-b746-7c23b6d6106a&quot;:{&quot;type&quot;:&quot;FIGURE_OBJECT&quot;,&quot;id&quot;:&quot;055de50f-b710-4e06-b746-7c23b6d6106a&quot;,&quot;parent&quot;:{&quot;type&quot;:&quot;CHILD&quot;,&quot;parentId&quot;:&quot;1c585d81-7e05-481f-8388-381c83dae0e8&quot;,&quot;order&quot;:&quot;2&quot;},&quot;relativeTransform&quot;:{&quot;translate&quot;:{&quot;x&quot;:-14.99888481120773,&quot;y&quot;:109.78797710352872},&quot;rotate&quot;:-0.6236081290546599}},&quot;c3c79367-3286-4e13-9458-a2243252e20e&quot;:{&quot;type&quot;:&quot;FIGURE_OBJECT&quot;,&quot;id&quot;:&quot;c3c79367-3286-4e13-9458-a2243252e20e&quot;,&quot;parent&quot;:{&quot;type&quot;:&quot;CROP&quot;,&quot;parentId&quot;:&quot;055de50f-b710-4e06-b746-7c23b6d6106a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07c035eb-c984-4671-b57a-465e74059d98&quot;:{&quot;id&quot;:&quot;07c035eb-c984-4671-b57a-465e74059d98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055de50f-b710-4e06-b746-7c23b6d6106a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3dcf65f1-7b0b-47b8-bbc2-70d84c87f1ea&quot;:{&quot;type&quot;:&quot;FIGURE_OBJECT&quot;,&quot;id&quot;:&quot;3dcf65f1-7b0b-47b8-bbc2-70d84c87f1ea&quot;,&quot;parent&quot;:{&quot;type&quot;:&quot;CHILD&quot;,&quot;parentId&quot;:&quot;1c585d81-7e05-481f-8388-381c83dae0e8&quot;,&quot;order&quot;:&quot;7&quot;},&quot;relativeTransform&quot;:{&quot;translate&quot;:{&quot;x&quot;:244.03430220320564,&quot;y&quot;:260.40454164456577},&quot;rotate&quot;:0.5705284900767742}},&quot;5d6b9786-942c-452a-8f04-2c5ccafd6759&quot;:{&quot;type&quot;:&quot;FIGURE_OBJECT&quot;,&quot;id&quot;:&quot;5d6b9786-942c-452a-8f04-2c5ccafd6759&quot;,&quot;parent&quot;:{&quot;type&quot;:&quot;CROP&quot;,&quot;parentId&quot;:&quot;3dcf65f1-7b0b-47b8-bbc2-70d84c87f1ea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b477b0eb-f49f-45b6-b915-38ae55174391&quot;:{&quot;id&quot;:&quot;b477b0eb-f49f-45b6-b915-38ae55174391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3dcf65f1-7b0b-47b8-bbc2-70d84c87f1ea&quot;,&quot;order&quot;:&quot;5&quot;}},&quot;5b0f8378-2009-4cf2-a589-e7a0d5c00be4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5b0f8378-2009-4cf2-a589-e7a0d5c00be4&quot;,&quot;opacity&quot;:1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c567345a-1798-475c-b0aa-224d45a53e2e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9bd2f138-7fac-4cba-a7eb-7b5c198960cc&quot;:{&quot;id&quot;:&quot;9bd2f138-7fac-4cba-a7eb-7b5c198960c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5b0f8378-2009-4cf2-a589-e7a0d5c00be4&quot;,&quot;order&quot;:&quot;5&quot;}},&quot;3557aae1-c932-44da-b8a4-08d581b510d4&quot;:{&quot;type&quot;:&quot;FIGURE_OBJECT&quot;,&quot;id&quot;:&quot;3557aae1-c932-44da-b8a4-08d581b510d4&quot;,&quot;relativeTransform&quot;:{&quot;translate&quot;:{&quot;x&quot;:575.4321364606502,&quot;y&quot;:240.82928202563065},&quot;rotate&quot;:0.09147679864726632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567345a-1798-475c-b0aa-224d45a53e2e&quot;,&quot;order&quot;:&quot;9999999999999999975&quot;}},&quot;8c2fecff-4951-4be7-a75f-c15600683813&quot;:{&quot;type&quot;:&quot;FIGURE_OBJECT&quot;,&quot;id&quot;:&quot;8c2fecff-4951-4be7-a75f-c15600683813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3&quot;}},&quot;0a3b6372-cf26-4e74-b3a3-6bf5e91e9476&quot;:{&quot;type&quot;:&quot;FIGURE_OBJECT&quot;,&quot;id&quot;:&quot;0a3b6372-cf26-4e74-b3a3-6bf5e91e9476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25&quot;}},&quot;c454a58b-d240-409b-95cf-65b9b5b98398&quot;:{&quot;type&quot;:&quot;FIGURE_OBJECT&quot;,&quot;id&quot;:&quot;c454a58b-d240-409b-95cf-65b9b5b98398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2&quot;}},&quot;ca623980-ece1-440a-ac08-defaa7459668&quot;:{&quot;type&quot;:&quot;FIGURE_OBJECT&quot;,&quot;id&quot;:&quot;ca623980-ece1-440a-ac08-defaa7459668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c454a58b-d240-409b-95cf-65b9b5b98398&quot;,&quot;order&quot;:&quot;5&quot;}},&quot;4994b1fd-ee6a-49c7-be90-417c80671d4b&quot;:{&quot;type&quot;:&quot;FIGURE_OBJECT&quot;,&quot;id&quot;:&quot;4994b1fd-ee6a-49c7-be90-417c80671d4b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3557aae1-c932-44da-b8a4-08d581b510d4&quot;,&quot;order&quot;:&quot;15&quot;}},&quot;0ba51717-4488-4878-b0e7-c4e58909239e&quot;:{&quot;type&quot;:&quot;FIGURE_OBJECT&quot;,&quot;id&quot;:&quot;0ba51717-4488-4878-b0e7-c4e58909239e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1&quot;}},&quot;53114184-a362-402b-bc7b-be191c98b3f3&quot;:{&quot;type&quot;:&quot;FIGURE_OBJECT&quot;,&quot;id&quot;:&quot;53114184-a362-402b-bc7b-be191c98b3f3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3557aae1-c932-44da-b8a4-08d581b510d4&quot;,&quot;order&quot;:&quot;05&quot;}},&quot;e49fb62b-2c92-4912-b516-f66266ac9c3a&quot;:{&quot;id&quot;:&quot;e49fb62b-2c92-4912-b516-f66266ac9c3a&quot;,&quot;type&quot;:&quot;FIGURE_OBJECT&quot;,&quot;relativeTransform&quot;:{&quot;translate&quot;:{&quot;x&quot;:506.89355497895514,&quot;y&quot;:220.9042265724860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italic&quot;,&quot;fontFamily&quot;:&quot;Roboto&quot;,&quot;fontSize&quot;:8,&quot;color&quot;:&quot;black&quot;},&quot;range&quot;:[0,14]}],&quot;text&quot;:&quot;Top  candidates&quot;}],&quot;_lastCaretLocation&quot;:{&quot;lineIndex&quot;:0,&quot;runIndex&quot;:0,&quot;charIndex&quot;:4}},&quot;format&quot;:&quot;BETTER_TEXT&quot;,&quot;size&quot;:{&quot;x&quot;:45.770660400390625,&quot;y&quot;:18},&quot;targetSize&quot;:{&quot;x&quot;:38.2125729155916,&quot;y&quot;:11.116082450718066}},&quot;parent&quot;:{&quot;type&quot;:&quot;CHILD&quot;,&quot;parentId&quot;:&quot;c567345a-1798-475c-b0aa-224d45a53e2e&quot;,&quot;order&quot;:&quot;999999999999999997&quot;},&quot;opacity&quot;:1},&quot;3fafcbff-7570-4724-9790-80bed0cd9df3&quot;:{&quot;id&quot;:&quot;3fafcbff-7570-4724-9790-80bed0cd9df3&quot;,&quot;type&quot;:&quot;FIGURE_OBJECT&quot;,&quot;relativeTransform&quot;:{&quot;translate&quot;:{&quot;x&quot;:572.354728810146,&quot;y&quot;:172.34727129075887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8]}],&quot;text&quot;:&quot;Molecular Dynamics Simulation&quot;}],&quot;_lastCaretLocation&quot;:{&quot;lineIndex&quot;:0,&quot;runIndex&quot;:-1,&quot;charIndex&quot;:-1,&quot;endOfLine&quot;:true}},&quot;format&quot;:&quot;BETTER_TEXT&quot;,&quot;size&quot;:{&quot;x&quot;:102.18526697267835,&quot;y&quot;:22},&quot;targetSize&quot;:{&quot;x&quot;:102.18526697267835,&quot;y&quot;:16.972737540451337}},&quot;parent&quot;:{&quot;type&quot;:&quot;CHILD&quot;,&quot;parentId&quot;:&quot;c567345a-1798-475c-b0aa-224d45a53e2e&quot;,&quot;order&quot;:&quot;999999999999999996&quot;},&quot;opacity&quot;:1},&quot;d8cbb564-67dc-4b61-adf2-69c832bb4439&quot;:{&quot;type&quot;:&quot;FIGURE_OBJECT&quot;,&quot;id&quot;:&quot;d8cbb564-67dc-4b61-adf2-69c832bb4439&quot;,&quot;relativeTransform&quot;:{&quot;translate&quot;:{&quot;x&quot;:180.04306918214252,&quot;y&quot;:-0.0003578993845394507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81&quot;},&quot;connectorInfo&quot;:{&quot;type&quot;:&quot;LINE&quot;,&quot;offset&quot;:{&quot;x&quot;:0,&quot;y&quot;:0},&quot;bending&quot;:0.1,&quot;customized&quot;:false}},&quot;f69a4c57-9197-4bcf-b00b-a7bb514c4453&quot;:{&quot;id&quot;:&quot;f69a4c57-9197-4bcf-b00b-a7bb514c4453&quot;,&quot;type&quot;:&quot;FIGURE_OBJECT&quot;,&quot;relativeTransform&quot;:{&quot;translate&quot;:{&quot;x&quot;:325.2664141041654,&quot;y&quot;:226.05791246781894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6]}],&quot;text&quot;:&quot;Rosetta&quot;}],&quot;_lastCaretLocation&quot;:{&quot;lineIndex&quot;:0,&quot;runIndex&quot;:-1,&quot;charIndex&quot;:-1,&quot;endOfLine&quot;:true}},&quot;format&quot;:&quot;BETTER_TEXT&quot;,&quot;size&quot;:{&quot;x&quot;:38.2125729155916,&quot;y&quot;:11.116082450718066},&quot;targetSize&quot;:{&quot;x&quot;:38.2125729155916,&quot;y&quot;:11.116082450718066}},&quot;parent&quot;:{&quot;type&quot;:&quot;CHILD&quot;,&quot;parentId&quot;:&quot;c567345a-1798-475c-b0aa-224d45a53e2e&quot;,&quot;order&quot;:&quot;99999999999999998&quot;},&quot;opacity&quot;:1},&quot;a1961291-339a-432a-8348-4df67cbcf16b&quot;:{&quot;id&quot;:&quot;a1961291-339a-432a-8348-4df67cbcf16b&quot;,&quot;type&quot;:&quot;FIGURE_OBJECT&quot;,&quot;relativeTransform&quot;:{&quot;translate&quot;:{&quot;x&quot;:414.8997212204074,&quot;y&quot;:181.54626083340932},&quot;rotate&quot;:-2.449293598294707e-16,&quot;skewX&quot;:8.874685183736383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0]}],&quot;text&quot;:&quot;Thermodynamic Scoring&quot;}],&quot;_lastCaretLocation&quot;:{&quot;lineIndex&quot;:0,&quot;runIndex&quot;:-1,&quot;charIndex&quot;:-1,&quot;endOfLine&quot;:true}},&quot;format&quot;:&quot;BETTER_TEXT&quot;,&quot;size&quot;:{&quot;x&quot;:102.18526697267835,&quot;y&quot;:16.972737540451337},&quot;targetSize&quot;:{&quot;x&quot;:102.18526697267835,&quot;y&quot;:16.972737540451337}},&quot;parent&quot;:{&quot;type&quot;:&quot;CHILD&quot;,&quot;parentId&quot;:&quot;c567345a-1798-475c-b0aa-224d45a53e2e&quot;,&quot;order&quot;:&quot;99999999999999997&quot;},&quot;opacity&quot;:1},&quot;26133c55-5c8d-4790-8965-a1fe598e5eb9&quot;:{&quot;type&quot;:&quot;FIGURE_OBJECT&quot;,&quot;id&quot;:&quot;26133c55-5c8d-4790-8965-a1fe598e5eb9&quot;,&quot;relativeTransform&quot;:{&quot;translate&quot;:{&quot;x&quot;:411.16300144328545,&quot;y&quot;:262.28656994028995},&quot;rotate&quot;:0,&quot;skewX&quot;:0,&quot;scale&quot;:{&quot;x&quot;:1,&quot;y&quot;:1}},&quot;opacity&quot;:1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67&quot;}},&quot;e95c4003-ebd4-46d1-878c-8ba605a93c77&quot;:{&quot;id&quot;:&quot;e95c4003-ebd4-46d1-878c-8ba605a93c77&quot;,&quot;type&quot;:&quot;FIGURE_OBJECT&quot;,&quot;relativeTransform&quot;:{&quot;translate&quot;:{&quot;x&quot;:475.6369744522668,&quot;y&quot;:228.00162185425685},&quot;rotate&quot;:0,&quot;skewX&quot;:0,&quot;scale&quot;:{&quot;x&quot;:1,&quot;y&quot;:1}},&quot;text&quot;:{&quot;textData&quot;:{&quot;lineSpacing&quot;:&quot;normal&quot;,&quot;alignment&quot;:&quot;left&quot;,&quot;lines&quot;:[{&quot;runs&quot;:[{&quot;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,&quot;range&quot;:[0,3]}],&quot;text&quot;:&quot;ΔG&gt;0&quot;,&quot;baseStyle&quot;:{&quot;fontFamily&quot;:&quot;Roboto&quot;,&quot;fontSize&quot;:6.023468350327447,&quot;color&quot;:&quot;black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format&quot;:&quot;BETTER_TEXT&quot;,&quot;size&quot;:{&quot;x&quot;:17.486421722543998,&quot;y&quot;:7.300669150331365},&quot;targetSize&quot;:{&quot;x&quot;:17.486421722543998,&quot;y&quot;:7.300669150331365},&quot;verticalAlign&quot;:&quot;TOP&quot;},&quot;parent&quot;:{&quot;type&quot;:&quot;CHILD&quot;,&quot;parentId&quot;:&quot;c567345a-1798-475c-b0aa-224d45a53e2e&quot;,&quot;order&quot;:&quot;99999999999999985&quot;},&quot;opacity&quot;:1},&quot;43e2cb1e-0f02-436e-a539-cd00799b11e4&quot;:{&quot;type&quot;:&quot;FIGURE_OBJECT&quot;,&quot;id&quot;:&quot;43e2cb1e-0f02-436e-a539-cd00799b11e4&quot;,&quot;relativeTransform&quot;:{&quot;translate&quot;:{&quot;x&quot;:462.6869085966954,&quot;y&quot;:228.17547371945528},&quot;rotate&quot;:3.141592653589793,&quot;skewX&quot;:0,&quot;scale&quot;:{&quot;x&quot;:1,&quot;y&quot;:1}},&quot;opacity&quot;:1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52&quot;}},&quot;842f078c-a6cc-4a94-a324-8eda6b3574ac&quot;:{&quot;type&quot;:&quot;FIGURE_OBJECT&quot;,&quot;id&quot;:&quot;842f078c-a6cc-4a94-a324-8eda6b3574ac&quot;,&quot;relativeTransform&quot;:{&quot;translate&quot;:{&quot;x&quot;:411.0210505636628,&quot;y&quot;:204.6157863765514},&quot;rotate&quot;:3.141592653589793,&quot;skewX&quot;:0,&quot;scale&quot;:{&quot;x&quot;:1,&quot;y&quot;:1}},&quot;opacity&quot;:1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c567345a-1798-475c-b0aa-224d45a53e2e&quot;,&quot;order&quot;:&quot;99999999999999955&quot;}},&quot;0e3f0932-29b1-490f-a7bd-59a0616c2295&quot;:{&quot;type&quot;:&quot;FIGURE_OBJECT&quot;,&quot;id&quot;:&quot;0e3f0932-29b1-490f-a7bd-59a0616c2295&quot;,&quot;relativeTransform&quot;:{&quot;translate&quot;:{&quot;x&quot;:408.77313009356465,&quot;y&quot;:249.11076520550506},&quot;rotate&quot;:0,&quot;skewX&quot;:0,&quot;scale&quot;:{&quot;x&quot;:1,&quot;y&quot;:1}},&quot;opacity&quot;:1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c567345a-1798-475c-b0aa-224d45a53e2e&quot;,&quot;order&quot;:&quot;99999999999999975&quot;}},&quot;4ed35725-5382-4c9d-b523-2c3a5b7947f3&quot;:{&quot;type&quot;:&quot;FIGURE_OBJECT&quot;,&quot;id&quot;:&quot;4ed35725-5382-4c9d-b523-2c3a5b7947f3&quot;,&quot;relativeTransform&quot;:{&quot;translate&quot;:{&quot;x&quot;:399.5165820104963,&quot;y&quot;:319.9590928188726},&quot;rotate&quot;:-1.570796326794897,&quot;skewX&quot;:0,&quot;scale&quot;:{&quot;x&quot;:1,&quot;y&quot;:1}},&quot;opacity&quot;:1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c567345a-1798-475c-b0aa-224d45a53e2e&quot;,&quot;order&quot;:&quot;9999999999999997&quot;}},&quot;e60d36d8-2b67-46f7-9c2a-5e693fdedbd3&quot;:{&quot;type&quot;:&quot;FIGURE_OBJECT&quot;,&quot;id&quot;:&quot;e60d36d8-2b67-46f7-9c2a-5e693fdedbd3&quot;,&quot;relativeTransform&quot;:{&quot;translate&quot;:{&quot;x&quot;:383.3909484785978,&quot;y&quot;:262.9360506357998},&quot;rotate&quot;:-2.4492935982947064e-16,&quot;skewX&quot;:0,&quot;scale&quot;:{&quot;x&quot;:1,&quot;y&quot;:1}},&quot;opacity&quot;:1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c567345a-1798-475c-b0aa-224d45a53e2e&quot;,&quot;order&quot;:&quot;9999999999999998&quot;}},&quot;0af36d1c-5d7b-4cba-89b7-5e4519aa490f&quot;:{&quot;type&quot;:&quot;FIGURE_OBJECT&quot;,&quot;id&quot;:&quot;0af36d1c-5d7b-4cba-89b7-5e4519aa490f&quot;,&quot;relativeTransform&quot;:{&quot;translate&quot;:{&quot;x&quot;:437.6588821887366,&quot;y&quot;:237.329388142653},&quot;rotate&quot;:-2.4492935982947064e-16,&quot;skewX&quot;:0,&quot;scale&quot;:{&quot;x&quot;:1,&quot;y&quot;:1}},&quot;opacity&quot;:1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c567345a-1798-475c-b0aa-224d45a53e2e&quot;,&quot;order&quot;:&quot;9999999999999996&quot;}},&quot;cf5a43af-e694-4deb-838c-a955330258ec&quot;:{&quot;type&quot;:&quot;FIGURE_OBJECT&quot;,&quot;id&quot;:&quot;cf5a43af-e694-4deb-838c-a955330258ec&quot;,&quot;relativeTransform&quot;:{&quot;translate&quot;:{&quot;x&quot;:410.57508103122075,&quot;y&quot;:256.0196877450628},&quot;rotate&quot;:3.141592653589793,&quot;skewX&quot;:0,&quot;scale&quot;:{&quot;x&quot;:1,&quot;y&quot;:1}},&quot;opacity&quot;:1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c567345a-1798-475c-b0aa-224d45a53e2e&quot;,&quot;order&quot;:&quot;99999999999999977&quot;}},&quot;75122c47-6993-4d4d-b537-f429657865f8&quot;:{&quot;id&quot;:&quot;75122c47-6993-4d4d-b537-f429657865f8&quot;,&quot;type&quot;:&quot;FIGURE_OBJECT&quot;,&quot;relativeTransform&quot;:{&quot;translate&quot;:{&quot;x&quot;:355.7274799432668,&quot;y&quot;:230.39282463408955},&quot;rotate&quot;:-1.5707963267948966,&quot;skewX&quot;:0,&quot;scale&quot;:{&quot;x&quot;:1,&quot;y&quot;:1}},&quot;text&quot;:{&quot;textData&quot;:{&quot;lineSpacing&quot;:&quot;half&quot;,&quot;alignment&quot;:&quot;left&quot;,&quot;lines&quot;:[{&quot;runs&quot;:[{&quot;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,&quot;range&quot;:[0,10]}],&quot;text&quot;:&quot;Free energy&quot;,&quot;baseStyle&quot;:{&quot;fontFamily&quot;:&quot;Roboto&quot;,&quot;fontSize&quot;:5.351887814914807,&quot;color&quot;:&quot;black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31.499378421380467,&quot;y&quot;:6.031627509525879},&quot;targetSize&quot;:{&quot;x&quot;:31.499378421380467,&quot;y&quot;:6.031627509525879},&quot;verticalAlign&quot;:&quot;TOP&quot;},&quot;parent&quot;:{&quot;type&quot;:&quot;CHILD&quot;,&quot;parentId&quot;:&quot;c567345a-1798-475c-b0aa-224d45a53e2e&quot;,&quot;order&quot;:&quot;99999999999999957&quot;},&quot;opacity&quot;:1},&quot;3f8b19e2-2be8-4149-8cc8-84ca99b3ca5f&quot;:{&quot;type&quot;:&quot;FIGURE_OBJECT&quot;,&quot;id&quot;:&quot;3f8b19e2-2be8-4149-8cc8-84ca99b3ca5f&quot;,&quot;relativeTransform&quot;:{&quot;translate&quot;:{&quot;x&quot;:406.36308091556714,&quot;y&quot;:245.64381390284933},&quot;rotate&quot;:0,&quot;skewX&quot;:0,&quot;scale&quot;:{&quot;x&quot;:1,&quot;y&quot;:1}},&quot;opacity&quot;:1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5&quot;}},&quot;ad96e542-c37d-4681-90e6-b4dc585aa7d1&quot;:{&quot;type&quot;:&quot;FIGURE_OBJECT&quot;,&quot;id&quot;:&quot;ad96e542-c37d-4681-90e6-b4dc585aa7d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982d67f9-190c-413a-9004-634dfae35e17&quot;,&quot;coordinates&quot;:{&quot;x&quot;:1,&quot;y&quot;:0.5070653408197099}}}},&quot;9ec0caa4-7fd7-487d-baf8-14a3e3462042&quot;:{&quot;id&quot;:&quot;9ec0caa4-7fd7-487d-baf8-14a3e3462042&quot;,&quot;type&quot;:&quot;FIGURE_OBJECT&quot;,&quot;relativeTransform&quot;:{&quot;translate&quot;:{&quot;x&quot;:196.20485607923138,&quot;y&quot;:234.72804892531101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4]}],&quot;text&quot;:&quot;ipTM 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2]}],&quot;text&quot;:&quot;PAE&quot;},{&quot;runs&quot;:[{&quot;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,&quot;range&quot;:[0,4]}],&quot;text&quot;:&quot;pLDDT&quot;}],&quot;_lastCaretLocation&quot;:{&quot;lineIndex&quot;:2,&quot;runIndex&quot;:0,&quot;charIndex&quot;:3}},&quot;format&quot;:&quot;BETTER_TEXT&quot;,&quot;size&quot;:{&quot;x&quot;:70.62336943604143,&quot;y&quot;:33},&quot;targetSize&quot;:{&quot;x&quot;:70.62336943604143,&quot;y&quot;:12.90175354768527}},&quot;parent&quot;:{&quot;type&quot;:&quot;CHILD&quot;,&quot;parentId&quot;:&quot;c567345a-1798-475c-b0aa-224d45a53e2e&quot;,&quot;order&quot;:&quot;999999999999999&quot;},&quot;opacity&quot;:1},&quot;c4729e5f-97a7-48f0-a17f-95f31e424ad5&quot;:{&quot;id&quot;:&quot;c4729e5f-97a7-48f0-a17f-95f31e424ad5&quot;,&quot;type&quot;:&quot;FIGURE_OBJECT&quot;,&quot;relativeTransform&quot;:{&quot;translate&quot;:{&quot;x&quot;:254.91011192842944,&quot;y&quot;:182.6728835404047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5]}],&quot;text&quot;:&quot;Top-scoring pHLA&quot;}],&quot;_lastCaretLocation&quot;:{&quot;lineIndex&quot;:0,&quot;runIndex&quot;:-1,&quot;charIndex&quot;:-1,&quot;endOfLine&quot;:true}},&quot;format&quot;:&quot;BETTER_TEXT&quot;,&quot;size&quot;:{&quot;x&quot;:85.5163255634375,&quot;y&quot;:15.621410315426854},&quot;targetSize&quot;:{&quot;x&quot;:85.5163255634375,&quot;y&quot;:15.621410315426854}},&quot;parent&quot;:{&quot;type&quot;:&quot;CHILD&quot;,&quot;parentId&quot;:&quot;c567345a-1798-475c-b0aa-224d45a53e2e&quot;,&quot;order&quot;:&quot;999999999999998&quot;},&quot;opacity&quot;:1},&quot;982d67f9-190c-413a-9004-634dfae35e17&quot;:{&quot;id&quot;:&quot;982d67f9-190c-413a-9004-634dfae35e17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c567345a-1798-475c-b0aa-224d45a53e2e&quot;,&quot;order&quot;:&quot;999999999999997&quot;},&quot;opacity&quot;:1},&quot;50408f82-76f1-4b23-b90b-ba6e05291e95&quot;:{&quot;type&quot;:&quot;FIGURE_OBJECT&quot;,&quot;id&quot;:&quot;50408f82-76f1-4b23-b90b-ba6e05291e95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982d67f9-190c-413a-9004-634dfae35e17&quot;,&quot;coordinates&quot;:{&quot;x&quot;:0,&quot;y&quot;:1}}}},&quot;8df034c2-57d9-4c5c-8da6-c0ab5cb31db1&quot;:{&quot;type&quot;:&quot;FIGURE_OBJECT&quot;,&quot;id&quot;:&quot;8df034c2-57d9-4c5c-8da6-c0ab5cb31db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&quot;},&quot;connectorInfo&quot;:{&quot;connectedObjectAtLineEnd&quot;:{&quot;objectId&quot;:&quot;982d67f9-190c-413a-9004-634dfae35e17&quot;,&quot;coordinates&quot;:{&quot;x&quot;:0,&quot;y&quot;:0}},&quot;type&quot;:&quot;LINE&quot;,&quot;offset&quot;:{&quot;x&quot;:0,&quot;y&quot;:0},&quot;bending&quot;:0.1,&quot;customized&quot;:false}},&quot;7f488664-2314-4c3b-9105-6ea1515a6297&quot;:{&quot;id&quot;:&quot;7f488664-2314-4c3b-9105-6ea1515a6297&quot;,&quot;type&quot;:&quot;FIGURE_OBJECT&quot;,&quot;relativeTransform&quot;:{&quot;translate&quot;:{&quot;x&quot;:46.18492663269919,&quot;y&quot;:236.16902207950324},&quot;rotate&quot;:-2.449293598294707e-16,&quot;skewX&quot;:9.284996427990465e-31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2]}],&quot;text&quot;:&quot;AF3&quot;}],&quot;_lastCaretLocation&quot;:{&quot;lineIndex&quot;:0,&quot;runIndex&quot;:-1,&quot;charIndex&quot;:-1,&quot;endOfLine&quot;:true}},&quot;format&quot;:&quot;BETTER_TEXT&quot;,&quot;size&quot;:{&quot;x&quot;:30.446109923090123,&quot;y&quot;:12.90175354768527},&quot;targetSize&quot;:{&quot;x&quot;:30.446109923090123,&quot;y&quot;:12.90175354768527}},&quot;parent&quot;:{&quot;type&quot;:&quot;CHILD&quot;,&quot;parentId&quot;:&quot;c567345a-1798-475c-b0aa-224d45a53e2e&quot;,&quot;order&quot;:&quot;99999999999998&quot;},&quot;opacity&quot;:1},&quot;1497ac1c-ef86-4b3e-8b91-e3fc0d91adc2&quot;:{&quot;type&quot;:&quot;FIGURE_OBJECT&quot;,&quot;id&quot;:&quot;1497ac1c-ef86-4b3e-8b91-e3fc0d91adc2&quot;,&quot;parent&quot;:{&quot;type&quot;:&quot;CHILD&quot;,&quot;parentId&quot;:&quot;c567345a-1798-475c-b0aa-224d45a53e2e&quot;,&quot;order&quot;:&quot;99999999999997&quot;},&quot;relativeTransform&quot;:{&quot;translate&quot;:{&quot;x&quot;:28.420696223332826,&quot;y&quot;:156.62166970378425},&quot;rotate&quot;:0,&quot;skewX&quot;:0,&quot;scale&quot;:{&quot;x&quot;:1,&quot;y&quot;:1}},&quot;opacity&quot;:1},&quot;0d817852-657a-4b4f-a58f-6f7a290f33ef&quot;:{&quot;type&quot;:&quot;FIGURE_OBJECT&quot;,&quot;id&quot;:&quot;0d817852-657a-4b4f-a58f-6f7a290f33ef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1497ac1c-ef86-4b3e-8b91-e3fc0d91adc2&quot;,&quot;order&quot;:&quot;7&quot;},&quot;connectorInfo&quot;:{&quot;type&quot;:&quot;CUBIC&quot;,&quot;offset&quot;:{&quot;x&quot;:0,&quot;y&quot;:0},&quot;bending&quot;:0.1,&quot;customized&quot;:true}},&quot;0b57bf29-4150-463e-bc45-7a163d0e9684&quot;:{&quot;type&quot;:&quot;FIGURE_OBJECT&quot;,&quot;id&quot;:&quot;0b57bf29-4150-463e-bc45-7a163d0e9684&quot;,&quot;parent&quot;:{&quot;type&quot;:&quot;CHILD&quot;,&quot;parentId&quot;:&quot;1497ac1c-ef86-4b3e-8b91-e3fc0d91adc2&quot;,&quot;order&quot;:&quot;1&quot;},&quot;relativeTransform&quot;:{&quot;translate&quot;:{&quot;x&quot;:82.82888947334816,&quot;y&quot;:134.96523233868172},&quot;rotate&quot;:0}},&quot;0d761460-a090-4b7e-9e5c-6aff2c7a9651&quot;:{&quot;type&quot;:&quot;FIGURE_OBJECT&quot;,&quot;id&quot;:&quot;0d761460-a090-4b7e-9e5c-6aff2c7a9651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0b57bf29-4150-463e-bc45-7a163d0e9684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a5a2100f-2cd1-440c-8893-39b0d8a10a85&quot;:{&quot;type&quot;:&quot;FIGURE_OBJECT&quot;,&quot;id&quot;:&quot;a5a2100f-2cd1-440c-8893-39b0d8a10a85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0b57bf29-4150-463e-bc45-7a163d0e9684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f866a24c-a62b-4348-95b6-3d003b88a31e&quot;:{&quot;type&quot;:&quot;FIGURE_OBJECT&quot;,&quot;id&quot;:&quot;f866a24c-a62b-4348-95b6-3d003b88a31e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0b57bf29-4150-463e-bc45-7a163d0e9684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d3a9df0-10ad-416e-9279-5b93360ec6f7&quot;:{&quot;type&quot;:&quot;FIGURE_OBJECT&quot;,&quot;id&quot;:&quot;3d3a9df0-10ad-416e-9279-5b93360ec6f7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0b57bf29-4150-463e-bc45-7a163d0e9684&quot;,&quot;order&quot;:&quot;1&quot;}},&quot;2040388a-de70-41c4-a474-fe5c453e7b88&quot;:{&quot;type&quot;:&quot;FIGURE_OBJECT&quot;,&quot;id&quot;:&quot;2040388a-de70-41c4-a474-fe5c453e7b88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0b57bf29-4150-463e-bc45-7a163d0e9684&quot;,&quot;order&quot;:&quot;3&quot;}},&quot;2b448087-6f24-4fed-86ac-170cd380897c&quot;:{&quot;id&quot;:&quot;2b448087-6f24-4fed-86ac-170cd380897c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0b57bf29-4150-463e-bc45-7a163d0e9684&quot;,&quot;order&quot;:&quot;6&quot;},&quot;styles&quot;:{&quot;editable&quot;:[{&quot;styleName&quot;:&quot;MONOCHROME_COLOR&quot;,&quot;index&quot;:0,&quot;color&quot;:&quot;#FF8E8F&quot;}]},&quot;isLocked&quot;:false},&quot;baad19a0-0d7e-4c89-81cb-43d068a5957c&quot;:{&quot;id&quot;:&quot;baad19a0-0d7e-4c89-81cb-43d068a5957c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0b57bf29-4150-463e-bc45-7a163d0e9684&quot;,&quot;order&quot;:&quot;7&quot;},&quot;styles&quot;:{&quot;editable&quot;:[{&quot;styleName&quot;:&quot;MONOCHROME_COLOR&quot;,&quot;index&quot;:0,&quot;color&quot;:&quot;#0F99DC&quot;}]},&quot;isLocked&quot;:false},&quot;1b1f3bd3-e724-4d05-a9d0-ea4fb5db2a15&quot;:{&quot;id&quot;:&quot;1b1f3bd3-e724-4d05-a9d0-ea4fb5db2a15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497ac1c-ef86-4b3e-8b91-e3fc0d91adc2&quot;,&quot;order&quot;:&quot;5&quot;},&quot;isLocked&quot;:false},&quot;4b48a539-797a-4226-8a00-3d18061a8513&quot;:{&quot;id&quot;:&quot;4b48a539-797a-4226-8a00-3d18061a8513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497ac1c-ef86-4b3e-8b91-e3fc0d91adc2&quot;,&quot;order&quot;:&quot;2&quot;},&quot;isLocked&quot;:false},&quot;ae78fccd-be02-4a2c-ba01-4aedb3920048&quot;:{&quot;type&quot;:&quot;FIGURE_OBJECT&quot;,&quot;id&quot;:&quot;ae78fccd-be02-4a2c-ba01-4aedb3920048&quot;,&quot;parent&quot;:{&quot;type&quot;:&quot;CHILD&quot;,&quot;parentId&quot;:&quot;c567345a-1798-475c-b0aa-224d45a53e2e&quot;,&quot;order&quot;:&quot;99999999999995&quot;},&quot;relativeTransform&quot;:{&quot;translate&quot;:{&quot;x&quot;:26.559274982466334,&quot;y&quot;:95.05935852773737},&quot;rotate&quot;:0,&quot;skewX&quot;:0,&quot;scale&quot;:{&quot;x&quot;:1,&quot;y&quot;:1}},&quot;opacity&quot;:1},&quot;4b3b6109-cafc-4207-88c9-6f8730e17def&quot;:{&quot;type&quot;:&quot;FIGURE_OBJECT&quot;,&quot;id&quot;:&quot;4b3b6109-cafc-4207-88c9-6f8730e17def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ae78fccd-be02-4a2c-ba01-4aedb3920048&quot;,&quot;order&quot;:&quot;7&quot;},&quot;connectorInfo&quot;:{&quot;type&quot;:&quot;CUBIC&quot;,&quot;offset&quot;:{&quot;x&quot;:0,&quot;y&quot;:0},&quot;bending&quot;:0.1,&quot;customized&quot;:true}},&quot;6bd29bd3-c3f8-4e66-bd92-36d699bc6b6b&quot;:{&quot;type&quot;:&quot;FIGURE_OBJECT&quot;,&quot;id&quot;:&quot;6bd29bd3-c3f8-4e66-bd92-36d699bc6b6b&quot;,&quot;parent&quot;:{&quot;type&quot;:&quot;CHILD&quot;,&quot;parentId&quot;:&quot;ae78fccd-be02-4a2c-ba01-4aedb3920048&quot;,&quot;order&quot;:&quot;1&quot;},&quot;relativeTransform&quot;:{&quot;translate&quot;:{&quot;x&quot;:82.82888947334816,&quot;y&quot;:134.96523233868172},&quot;rotate&quot;:0}},&quot;8c97c02d-1577-4802-81c5-a17cbcf68815&quot;:{&quot;type&quot;:&quot;FIGURE_OBJECT&quot;,&quot;id&quot;:&quot;8c97c02d-1577-4802-81c5-a17cbcf68815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bd29bd3-c3f8-4e66-bd92-36d699bc6b6b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59a63519-478f-4427-8892-2d52e538a33d&quot;:{&quot;type&quot;:&quot;FIGURE_OBJECT&quot;,&quot;id&quot;:&quot;59a63519-478f-4427-8892-2d52e538a33d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6bd29bd3-c3f8-4e66-bd92-36d699bc6b6b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37e9e061-c598-4ee0-9946-4bc0efa11872&quot;:{&quot;type&quot;:&quot;FIGURE_OBJECT&quot;,&quot;id&quot;:&quot;37e9e061-c598-4ee0-9946-4bc0efa11872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6bd29bd3-c3f8-4e66-bd92-36d699bc6b6b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faa60d9c-11d2-4e1a-ba21-f9f9c132a61f&quot;:{&quot;type&quot;:&quot;FIGURE_OBJECT&quot;,&quot;id&quot;:&quot;faa60d9c-11d2-4e1a-ba21-f9f9c132a61f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6bd29bd3-c3f8-4e66-bd92-36d699bc6b6b&quot;,&quot;order&quot;:&quot;1&quot;}},&quot;1b2fec1b-5d15-44b4-beff-f4c39d7082a3&quot;:{&quot;type&quot;:&quot;FIGURE_OBJECT&quot;,&quot;id&quot;:&quot;1b2fec1b-5d15-44b4-beff-f4c39d7082a3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bd29bd3-c3f8-4e66-bd92-36d699bc6b6b&quot;,&quot;order&quot;:&quot;3&quot;}},&quot;913ea19b-740d-4717-b3c1-1fada673b491&quot;:{&quot;id&quot;:&quot;913ea19b-740d-4717-b3c1-1fada673b491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bd29bd3-c3f8-4e66-bd92-36d699bc6b6b&quot;,&quot;order&quot;:&quot;6&quot;},&quot;styles&quot;:{&quot;editable&quot;:[{&quot;styleName&quot;:&quot;MONOCHROME_COLOR&quot;,&quot;index&quot;:0,&quot;color&quot;:&quot;#FF8E8F&quot;}]},&quot;isLocked&quot;:false},&quot;5cffb0be-fa52-4779-bf8f-ce3179cd0485&quot;:{&quot;id&quot;:&quot;5cffb0be-fa52-4779-bf8f-ce3179cd0485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bd29bd3-c3f8-4e66-bd92-36d699bc6b6b&quot;,&quot;order&quot;:&quot;7&quot;},&quot;styles&quot;:{&quot;editable&quot;:[{&quot;styleName&quot;:&quot;MONOCHROME_COLOR&quot;,&quot;index&quot;:0,&quot;color&quot;:&quot;#0F99DC&quot;}]},&quot;isLocked&quot;:false},&quot;b650fd80-19e7-4f2e-93ce-bb8444a79e6b&quot;:{&quot;id&quot;:&quot;b650fd80-19e7-4f2e-93ce-bb8444a79e6b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78fccd-be02-4a2c-ba01-4aedb3920048&quot;,&quot;order&quot;:&quot;5&quot;},&quot;isLocked&quot;:false},&quot;35831ff8-af01-4211-8b06-087c89b1939c&quot;:{&quot;id&quot;:&quot;35831ff8-af01-4211-8b06-087c89b1939c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78fccd-be02-4a2c-ba01-4aedb3920048&quot;,&quot;order&quot;:&quot;2&quot;},&quot;isLocked&quot;:false},&quot;e56a55eb-dfa9-4553-adbe-d4ac889e0b69&quot;:{&quot;type&quot;:&quot;FIGURE_OBJECT&quot;,&quot;id&quot;:&quot;e56a55eb-dfa9-4553-adbe-d4ac889e0b69&quot;,&quot;parent&quot;:{&quot;type&quot;:&quot;CHILD&quot;,&quot;parentId&quot;:&quot;c567345a-1798-475c-b0aa-224d45a53e2e&quot;,&quot;order&quot;:&quot;9999999999999&quot;},&quot;relativeTransform&quot;:{&quot;translate&quot;:{&quot;x&quot;:26.559062742643732,&quot;y&quot;:35.37817285956762},&quot;rotate&quot;:0,&quot;skewX&quot;:0,&quot;scale&quot;:{&quot;x&quot;:1,&quot;y&quot;:1}},&quot;opacity&quot;:1},&quot;9b3c4ccd-7b74-4ed3-9138-4c8aad1f9b0b&quot;:{&quot;type&quot;:&quot;FIGURE_OBJECT&quot;,&quot;id&quot;:&quot;9b3c4ccd-7b74-4ed3-9138-4c8aad1f9b0b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e56a55eb-dfa9-4553-adbe-d4ac889e0b69&quot;,&quot;order&quot;:&quot;7&quot;},&quot;connectorInfo&quot;:{&quot;type&quot;:&quot;CUBIC&quot;,&quot;offset&quot;:{&quot;x&quot;:0,&quot;y&quot;:0},&quot;bending&quot;:0.1,&quot;customized&quot;:true}},&quot;8a6f741b-1d13-43bb-8d45-6e7c46164aea&quot;:{&quot;type&quot;:&quot;FIGURE_OBJECT&quot;,&quot;id&quot;:&quot;8a6f741b-1d13-43bb-8d45-6e7c46164aea&quot;,&quot;parent&quot;:{&quot;type&quot;:&quot;CHILD&quot;,&quot;parentId&quot;:&quot;e56a55eb-dfa9-4553-adbe-d4ac889e0b69&quot;,&quot;order&quot;:&quot;1&quot;},&quot;relativeTransform&quot;:{&quot;translate&quot;:{&quot;x&quot;:82.82888947334816,&quot;y&quot;:134.96523233868172},&quot;rotate&quot;:0}},&quot;ba8b91b1-c67d-4b64-9a3a-eb18b6446ab7&quot;:{&quot;type&quot;:&quot;FIGURE_OBJECT&quot;,&quot;id&quot;:&quot;ba8b91b1-c67d-4b64-9a3a-eb18b6446ab7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a6f741b-1d13-43bb-8d45-6e7c46164aea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3df1fefe-6484-4507-91d4-64b49ba9c342&quot;:{&quot;type&quot;:&quot;FIGURE_OBJECT&quot;,&quot;id&quot;:&quot;3df1fefe-6484-4507-91d4-64b49ba9c342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8a6f741b-1d13-43bb-8d45-6e7c46164aea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669ed32c-58c2-4d52-9ac1-ba4314bba09d&quot;:{&quot;type&quot;:&quot;FIGURE_OBJECT&quot;,&quot;id&quot;:&quot;669ed32c-58c2-4d52-9ac1-ba4314bba09d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8a6f741b-1d13-43bb-8d45-6e7c46164aea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8c3f02b9-a294-4ee3-ab5e-3e83c3e37311&quot;:{&quot;type&quot;:&quot;FIGURE_OBJECT&quot;,&quot;id&quot;:&quot;8c3f02b9-a294-4ee3-ab5e-3e83c3e37311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8a6f741b-1d13-43bb-8d45-6e7c46164aea&quot;,&quot;order&quot;:&quot;1&quot;}},&quot;9bdd04ab-caf7-44a9-96a4-f2de3fda26fb&quot;:{&quot;type&quot;:&quot;FIGURE_OBJECT&quot;,&quot;id&quot;:&quot;9bdd04ab-caf7-44a9-96a4-f2de3fda26fb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a6f741b-1d13-43bb-8d45-6e7c46164aea&quot;,&quot;order&quot;:&quot;3&quot;}},&quot;d9c773cd-aa7b-41b5-a6b9-1ef3e4635051&quot;:{&quot;id&quot;:&quot;d9c773cd-aa7b-41b5-a6b9-1ef3e4635051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a6f741b-1d13-43bb-8d45-6e7c46164aea&quot;,&quot;order&quot;:&quot;6&quot;},&quot;styles&quot;:{&quot;editable&quot;:[{&quot;styleName&quot;:&quot;MONOCHROME_COLOR&quot;,&quot;index&quot;:0,&quot;color&quot;:&quot;#FF8E8F&quot;}]},&quot;isLocked&quot;:false},&quot;f016dd62-ffaa-486f-b80a-7c620fd4a1cb&quot;:{&quot;id&quot;:&quot;f016dd62-ffaa-486f-b80a-7c620fd4a1cb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a6f741b-1d13-43bb-8d45-6e7c46164aea&quot;,&quot;order&quot;:&quot;7&quot;},&quot;styles&quot;:{&quot;editable&quot;:[{&quot;styleName&quot;:&quot;MONOCHROME_COLOR&quot;,&quot;index&quot;:0,&quot;color&quot;:&quot;#0F99DC&quot;}]},&quot;isLocked&quot;:false},&quot;cb43f0ed-7684-4d82-b48e-ce92fdbb0830&quot;:{&quot;id&quot;:&quot;cb43f0ed-7684-4d82-b48e-ce92fdbb0830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e56a55eb-dfa9-4553-adbe-d4ac889e0b69&quot;,&quot;order&quot;:&quot;5&quot;},&quot;isLocked&quot;:false},&quot;d125678e-896d-4547-9e46-24d5b8bd0cbb&quot;:{&quot;id&quot;:&quot;d125678e-896d-4547-9e46-24d5b8bd0cbb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e56a55eb-dfa9-4553-adbe-d4ac889e0b69&quot;,&quot;order&quot;:&quot;2&quot;},&quot;isLocked&quot;:false},&quot;ccd7be11-5e77-4a4c-90c3-b36363e2157a&quot;:{&quot;id&quot;:&quot;ccd7be11-5e77-4a4c-90c3-b36363e2157a&quot;,&quot;type&quot;:&quot;FIGURE_OBJECT&quot;,&quot;relativeTransform&quot;:{&quot;translate&quot;:{&quot;x&quot;:-16.837319145315174,&quot;y&quot;:167.2584366017678},&quot;rotate&quot;:-2.449293598294707e-16,&quot;skewX&quot;:9.367723249499515e-31,&quot;scale&quot;:{&quot;x&quot;:1,&quot;y&quot;:1}},&quot;text&quot;:{&quot;textData&quot;:{&quot;verticalAlign&quot;:&quot;TOP&quot;,&quot;lineSpacing&quot;:&quot;normal&quot;,&quot;alignment&quot;:&quot;center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32]}],&quot;text&quot;:&quot;Candidate Peptides from Phase III&quot;}],&quot;_lastCaretLocation&quot;:{&quot;lineIndex&quot;:0,&quot;runIndex&quot;:-1,&quot;charIndex&quot;:-1,&quot;endOfLine&quot;:true}},&quot;format&quot;:&quot;BETTER_TEXT&quot;,&quot;size&quot;:{&quot;x&quot;:85.5163255634375,&quot;y&quot;:22.379089265119138},&quot;targetSize&quot;:{&quot;x&quot;:85.5163255634375,&quot;y&quot;:22.379089265119138}},&quot;parent&quot;:{&quot;type&quot;:&quot;CHILD&quot;,&quot;parentId&quot;:&quot;c567345a-1798-475c-b0aa-224d45a53e2e&quot;,&quot;order&quot;:&quot;9999999999997&quot;},&quot;opacity&quot;:1},&quot;db289419-ab46-447a-9bd6-74321fef4738&quot;:{&quot;id&quot;:&quot;db289419-ab46-447a-9bd6-74321fef4738&quot;,&quot;type&quot;:&quot;FIGURE_OBJECT&quot;,&quot;relativeTransform&quot;:{&quot;translate&quot;:{&quot;x&quot;:-18.261049999295437,&quot;y&quot;:296.76217973366323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10]}],&quot;text&quot;:&quot;HLA-A*02:01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c567345a-1798-475c-b0aa-224d45a53e2e&quot;,&quot;order&quot;:&quot;9999999999995&quot;},&quot;opacity&quot;:1},&quot;d9404598-aea9-49d2-be5b-b625ebc605b0&quot;:{&quot;type&quot;:&quot;FIGURE_OBJECT&quot;,&quot;id&quot;:&quot;d9404598-aea9-49d2-be5b-b625ebc605b0&quot;,&quot;relativeTransform&quot;:{&quot;translate&quot;:{&quot;x&quot;:4.866038401088101,&quot;y&quot;:200.8093392738215},&quot;rotate&quot;:2.4657944107428795,&quot;skewX&quot;:0,&quot;scale&quot;:{&quot;x&quot;:1,&quot;y&quot;:1}},&quot;opacity&quot;:1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c567345a-1798-475c-b0aa-224d45a53e2e&quot;,&quot;order&quot;:&quot;999999999999&quot;}},&quot;9517268e-949b-4093-aa65-2bb5cb90084f&quot;:{&quot;type&quot;:&quot;FIGURE_OBJECT&quot;,&quot;id&quot;:&quot;9517268e-949b-4093-aa65-2bb5cb90084f&quot;,&quot;relativeTransform&quot;:{&quot;translate&quot;:{&quot;x&quot;:-40.16846732518931,&quot;y&quot;:202.20048008950235},&quot;rotate&quot;:0,&quot;skewX&quot;:0,&quot;scale&quot;:{&quot;x&quot;:1,&quot;y&quot;:1}},&quot;opacity&quot;:1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c567345a-1798-475c-b0aa-224d45a53e2e&quot;,&quot;order&quot;:&quot;9999999999988&quot;}},&quot;955e37b6-1762-4d8b-bc32-fc80ddb4bf5b&quot;:{&quot;type&quot;:&quot;FIGURE_OBJECT&quot;,&quot;id&quot;:&quot;955e37b6-1762-4d8b-bc32-fc80ddb4bf5b&quot;,&quot;relativeTransform&quot;:{&quot;translate&quot;:{&quot;x&quot;:-15.175993706673184,&quot;y&quot;:192.0219208225249},&quot;rotate&quot;:-0.4413105726068125,&quot;skewX&quot;:0,&quot;scale&quot;:{&quot;x&quot;:1,&quot;y&quot;:1}},&quot;opacity&quot;:1,&quot;path&quot;:{&quot;type&quot;:&quot;POLY_LINE&quot;,&quot;points&quot;:[{&quot;x&quot;:10.258905163828206,&quot;y&quot;:3.102795738977075},{&quot;x&quot;:5.284890538941804,&quot;y&quot;:-3.1008837282934567},{&quot;x&quot;:-0.3108759140554002,&quot;y&quot;:2.494882724703746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c567345a-1798-475c-b0aa-224d45a53e2e&quot;,&quot;order&quot;:&quot;9999999999987&quot;}},&quot;551155eb-6eec-49c9-a05e-1bc85b319e21&quot;:{&quot;type&quot;:&quot;FIGURE_OBJECT&quot;,&quot;id&quot;:&quot;551155eb-6eec-49c9-a05e-1bc85b319e21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1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c567345a-1798-475c-b0aa-224d45a53e2e&quot;,&quot;order&quot;:&quot;9999999999986&quot;}},&quot;3e170fba-e6fd-49ac-9d54-45b80d6368ff&quot;:{&quot;type&quot;:&quot;FIGURE_OBJECT&quot;,&quot;id&quot;:&quot;3e170fba-e6fd-49ac-9d54-45b80d6368ff&quot;,&quot;parent&quot;:{&quot;type&quot;:&quot;CHILD&quot;,&quot;parentId&quot;:&quot;c567345a-1798-475c-b0aa-224d45a53e2e&quot;,&quot;order&quot;:&quot;99999999998&quot;},&quot;relativeTransform&quot;:{&quot;translate&quot;:{&quot;x&quot;:27.327192973110066,&quot;y&quot;:-26.0373139648472},&quot;rotate&quot;:0,&quot;skewX&quot;:0,&quot;scale&quot;:{&quot;x&quot;:1,&quot;y&quot;:1}},&quot;opacity&quot;:0.16},&quot;046e7dda-b53a-4bf2-81fd-fc1d1908a3b1&quot;:{&quot;type&quot;:&quot;FIGURE_OBJECT&quot;,&quot;id&quot;:&quot;046e7dda-b53a-4bf2-81fd-fc1d1908a3b1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7&quot;}},&quot;8cdbc4a4-62c4-4e89-ba7e-7863d85ee288&quot;:{&quot;type&quot;:&quot;FIGURE_OBJECT&quot;,&quot;id&quot;:&quot;8cdbc4a4-62c4-4e89-ba7e-7863d85ee288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5&quot;}},&quot;ae778c2a-0271-4375-a674-54fec2ce207f&quot;:{&quot;type&quot;:&quot;FIGURE_OBJECT&quot;,&quot;id&quot;:&quot;ae778c2a-0271-4375-a674-54fec2ce207f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2&quot;}},&quot;29288881-12a9-4cbd-9699-9817ee7c685e&quot;:{&quot;type&quot;:&quot;FIGURE_OBJECT&quot;,&quot;id&quot;:&quot;29288881-12a9-4cbd-9699-9817ee7c685e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&quot;}},&quot;5214c727-5d4f-4613-a133-4611aba5a88f&quot;:{&quot;type&quot;:&quot;FIGURE_OBJECT&quot;,&quot;id&quot;:&quot;5214c727-5d4f-4613-a133-4611aba5a88f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7&quot;}},&quot;19ec21e5-b430-4a85-bfce-96308324b0a4&quot;:{&quot;type&quot;:&quot;FIGURE_OBJECT&quot;,&quot;id&quot;:&quot;19ec21e5-b430-4a85-bfce-96308324b0a4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5&quot;}},&quot;daf07e85-5670-46f1-8d43-c51d66ecd838&quot;:{&quot;type&quot;:&quot;FIGURE_OBJECT&quot;,&quot;id&quot;:&quot;daf07e85-5670-46f1-8d43-c51d66ecd838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2&quot;}},&quot;e47373e0-e3a9-4c0a-851e-8700ca88c274&quot;:{&quot;type&quot;:&quot;FIGURE_OBJECT&quot;,&quot;id&quot;:&quot;e47373e0-e3a9-4c0a-851e-8700ca88c274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&quot;}},&quot;9168244b-45b3-445a-b5fa-3be875f0ee03&quot;:{&quot;type&quot;:&quot;FIGURE_OBJECT&quot;,&quot;id&quot;:&quot;9168244b-45b3-445a-b5fa-3be875f0ee03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78&quot;}},&quot;4bc0441d-acdc-4198-a506-3d96226cbeb5&quot;:{&quot;type&quot;:&quot;FIGURE_OBJECT&quot;,&quot;id&quot;:&quot;4bc0441d-acdc-4198-a506-3d96226cbeb5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3e170fba-e6fd-49ac-9d54-45b80d6368ff&quot;,&quot;order&quot;:&quot;77&quot;}},&quot;d74a867a-09e4-4211-b6d8-363a418392b0&quot;:{&quot;type&quot;:&quot;FIGURE_OBJECT&quot;,&quot;id&quot;:&quot;d74a867a-09e4-4211-b6d8-363a418392b0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6&quot;}},&quot;cdc80d60-fbb2-42c5-adf5-a959407fa885&quot;:{&quot;type&quot;:&quot;FIGURE_OBJECT&quot;,&quot;id&quot;:&quot;cdc80d60-fbb2-42c5-adf5-a959407fa885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5&quot;}},&quot;045ca24f-1303-4adc-bd7b-3a83c05ef5b3&quot;:{&quot;type&quot;:&quot;FIGURE_OBJECT&quot;,&quot;id&quot;:&quot;045ca24f-1303-4adc-bd7b-3a83c05ef5b3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3&quot;}},&quot;ee62dc5b-2022-4290-9d9b-a46dad069f9a&quot;:{&quot;type&quot;:&quot;FIGURE_OBJECT&quot;,&quot;id&quot;:&quot;ee62dc5b-2022-4290-9d9b-a46dad069f9a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2&quot;}},&quot;7a73b33a-0973-4fac-a36f-1f37972e7381&quot;:{&quot;type&quot;:&quot;FIGURE_OBJECT&quot;,&quot;id&quot;:&quot;7a73b33a-0973-4fac-a36f-1f37972e7381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1&quot;}},&quot;83d62d90-ad52-4d82-8eff-1ca5a773f701&quot;:{&quot;type&quot;:&quot;FIGURE_OBJECT&quot;,&quot;id&quot;:&quot;83d62d90-ad52-4d82-8eff-1ca5a773f701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&quot;}},&quot;94f96b8f-d9c5-43e3-a6fa-127596781b79&quot;:{&quot;type&quot;:&quot;FIGURE_OBJECT&quot;,&quot;id&quot;:&quot;94f96b8f-d9c5-43e3-a6fa-127596781b79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8&quot;}},&quot;e7f42702-d6e9-4cf8-b149-8047fd1288ed&quot;:{&quot;type&quot;:&quot;FIGURE_OBJECT&quot;,&quot;id&quot;:&quot;e7f42702-d6e9-4cf8-b149-8047fd1288ed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7&quot;}},&quot;83388354-7baa-45d3-b94a-8eca2b09317d&quot;:{&quot;type&quot;:&quot;FIGURE_OBJECT&quot;,&quot;id&quot;:&quot;83388354-7baa-45d3-b94a-8eca2b09317d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6&quot;}},&quot;eb4d0ed3-f8ac-4892-b860-c1cafb129a13&quot;:{&quot;type&quot;:&quot;FIGURE_OBJECT&quot;,&quot;id&quot;:&quot;eb4d0ed3-f8ac-4892-b860-c1cafb129a13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5&quot;}},&quot;103ab696-d0a9-43e6-8f13-6db22b059bf8&quot;:{&quot;type&quot;:&quot;FIGURE_OBJECT&quot;,&quot;id&quot;:&quot;103ab696-d0a9-43e6-8f13-6db22b059bf8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3&quot;}},&quot;4ccffbb2-46ce-4e52-9a92-cd919d34a714&quot;:{&quot;type&quot;:&quot;FIGURE_OBJECT&quot;,&quot;id&quot;:&quot;4ccffbb2-46ce-4e52-9a92-cd919d34a714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2&quot;}},&quot;d8b450d7-f403-4110-8aa9-43c8975ecd4e&quot;:{&quot;type&quot;:&quot;FIGURE_OBJECT&quot;,&quot;id&quot;:&quot;d8b450d7-f403-4110-8aa9-43c8975ecd4e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1&quot;}},&quot;f7587448-f781-4fb3-b623-479d879e0072&quot;:{&quot;type&quot;:&quot;FIGURE_OBJECT&quot;,&quot;id&quot;:&quot;f7587448-f781-4fb3-b623-479d879e0072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&quot;}},&quot;43a1092d-b61a-4569-b7c0-3adc4384e0f4&quot;:{&quot;type&quot;:&quot;FIGURE_OBJECT&quot;,&quot;id&quot;:&quot;43a1092d-b61a-4569-b7c0-3adc4384e0f4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8&quot;}},&quot;6459f58d-2479-49f5-9618-e6fd3025c8de&quot;:{&quot;type&quot;:&quot;FIGURE_OBJECT&quot;,&quot;id&quot;:&quot;6459f58d-2479-49f5-9618-e6fd3025c8de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7&quot;}},&quot;18437f9a-1f4d-4a18-a4e1-1d53f6eecb07&quot;:{&quot;type&quot;:&quot;FIGURE_OBJECT&quot;,&quot;id&quot;:&quot;18437f9a-1f4d-4a18-a4e1-1d53f6eecb07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6&quot;}},&quot;d897c16e-3e59-4e6b-8409-6b2d10250e7d&quot;:{&quot;type&quot;:&quot;FIGURE_OBJECT&quot;,&quot;id&quot;:&quot;d897c16e-3e59-4e6b-8409-6b2d10250e7d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5&quot;}},&quot;5a41f4b3-dece-424c-9ea2-8aca81ab6068&quot;:{&quot;type&quot;:&quot;FIGURE_OBJECT&quot;,&quot;id&quot;:&quot;5a41f4b3-dece-424c-9ea2-8aca81ab6068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3&quot;}},&quot;949aaabf-eeda-4b6e-be42-b43f9980e1af&quot;:{&quot;type&quot;:&quot;FIGURE_OBJECT&quot;,&quot;id&quot;:&quot;949aaabf-eeda-4b6e-be42-b43f9980e1af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2&quot;}},&quot;575a2109-36e8-404e-a8fa-548af43b038f&quot;:{&quot;type&quot;:&quot;FIGURE_OBJECT&quot;,&quot;id&quot;:&quot;575a2109-36e8-404e-a8fa-548af43b038f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1&quot;}},&quot;18c413a1-d3de-48ca-83a2-8acc9f082fc6&quot;:{&quot;type&quot;:&quot;FIGURE_OBJECT&quot;,&quot;id&quot;:&quot;18c413a1-d3de-48ca-83a2-8acc9f082fc6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05&quot;}},&quot;6d685428-8002-4c8b-9ae9-f05c7e3813d4&quot;:{&quot;type&quot;:&quot;FIGURE_OBJECT&quot;,&quot;id&quot;:&quot;6d685428-8002-4c8b-9ae9-f05c7e3813d4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&quot;}},&quot;cf140cdd-6826-4de3-bf87-30ffa97cf02d&quot;:{&quot;type&quot;:&quot;FIGURE_OBJECT&quot;,&quot;id&quot;:&quot;cf140cdd-6826-4de3-bf87-30ffa97cf02d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7&quot;}},&quot;56b4afb3-29e0-4358-b53c-32600d2eee9f&quot;:{&quot;type&quot;:&quot;FIGURE_OBJECT&quot;,&quot;id&quot;:&quot;56b4afb3-29e0-4358-b53c-32600d2eee9f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5&quot;}},&quot;c9d2dd5a-4ae8-4fa6-a811-18303fa889c4&quot;:{&quot;type&quot;:&quot;FIGURE_OBJECT&quot;,&quot;id&quot;:&quot;c9d2dd5a-4ae8-4fa6-a811-18303fa889c4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2&quot;}},&quot;79db570d-6ce2-4c06-9431-7f2cb5a2c68e&quot;:{&quot;type&quot;:&quot;FIGURE_OBJECT&quot;,&quot;id&quot;:&quot;79db570d-6ce2-4c06-9431-7f2cb5a2c68e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&quot;}},&quot;704efd9f-9a95-417c-b095-a3db85ba627e&quot;:{&quot;type&quot;:&quot;FIGURE_OBJECT&quot;,&quot;id&quot;:&quot;704efd9f-9a95-417c-b095-a3db85ba627e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7&quot;}},&quot;bf29bff4-e469-4d73-9dad-9b8e34f32054&quot;:{&quot;type&quot;:&quot;FIGURE_OBJECT&quot;,&quot;id&quot;:&quot;bf29bff4-e469-4d73-9dad-9b8e34f32054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5&quot;}},&quot;f6994702-93cd-431a-8c8f-7faac6ef2d8f&quot;:{&quot;type&quot;:&quot;FIGURE_OBJECT&quot;,&quot;id&quot;:&quot;f6994702-93cd-431a-8c8f-7faac6ef2d8f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2&quot;}},&quot;d03a95ab-245d-4fca-a8cf-014053920552&quot;:{&quot;type&quot;:&quot;FIGURE_OBJECT&quot;,&quot;id&quot;:&quot;d03a95ab-245d-4fca-a8cf-014053920552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&quot;}},&quot;647f9c7e-a652-46e5-9c0c-0f1e2e88a478&quot;:{&quot;type&quot;:&quot;FIGURE_OBJECT&quot;,&quot;id&quot;:&quot;647f9c7e-a652-46e5-9c0c-0f1e2e88a478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8&quot;}},&quot;995be1d0-b7fb-4cdf-9e37-88d94838794f&quot;:{&quot;type&quot;:&quot;FIGURE_OBJECT&quot;,&quot;id&quot;:&quot;995be1d0-b7fb-4cdf-9e37-88d94838794f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7&quot;}},&quot;05bea160-0b93-4481-8890-824fa0b071d0&quot;:{&quot;type&quot;:&quot;FIGURE_OBJECT&quot;,&quot;id&quot;:&quot;05bea160-0b93-4481-8890-824fa0b071d0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6&quot;}},&quot;7abb9c44-ac77-477b-921a-19dec0a5e068&quot;:{&quot;type&quot;:&quot;FIGURE_OBJECT&quot;,&quot;id&quot;:&quot;7abb9c44-ac77-477b-921a-19dec0a5e068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5&quot;}},&quot;6adc723f-6d18-4973-a7f4-2e762902079a&quot;:{&quot;type&quot;:&quot;FIGURE_OBJECT&quot;,&quot;id&quot;:&quot;6adc723f-6d18-4973-a7f4-2e762902079a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3&quot;}},&quot;7f01a420-fe1c-4853-90fb-b82582f01d8c&quot;:{&quot;id&quot;:&quot;7f01a420-fe1c-4853-90fb-b82582f01d8c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e170fba-e6fd-49ac-9d54-45b80d6368ff&quot;,&quot;order&quot;:&quot;02&quot;}},&quot;6ce76b94-b399-46ce-86c5-cbba8a139a4b&quot;:{&quot;id&quot;:&quot;6ce76b94-b399-46ce-86c5-cbba8a139a4b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e170fba-e6fd-49ac-9d54-45b80d6368ff&quot;,&quot;order&quot;:&quot;005&quot;}},&quot;d28d4a1a-cc8f-4ac8-ac81-2428dcaa4ca1&quot;:{&quot;type&quot;:&quot;FIGURE_OBJECT&quot;,&quot;id&quot;:&quot;d28d4a1a-cc8f-4ac8-ac81-2428dcaa4ca1&quot;,&quot;parent&quot;:{&quot;type&quot;:&quot;CHILD&quot;,&quot;parentId&quot;:&quot;3e170fba-e6fd-49ac-9d54-45b80d6368ff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1dc6a6b2-321d-45ac-937b-463492aa83b3&quot;:{&quot;type&quot;:&quot;FIGURE_OBJECT&quot;,&quot;id&quot;:&quot;1dc6a6b2-321d-45ac-937b-463492aa83b3&quot;,&quot;parent&quot;:{&quot;type&quot;:&quot;CROP&quot;,&quot;parentId&quot;:&quot;d28d4a1a-cc8f-4ac8-ac81-2428dcaa4ca1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4dcb7b6d-7866-4c8f-bada-ae578e10fd85&quot;:{&quot;relativeTransform&quot;:{&quot;translate&quot;:{&quot;x&quot;:88.93304468831501,&quot;y&quot;:-30.053453610426228},&quot;rotate&quot;:-2.4492935982947064e-16},&quot;type&quot;:&quot;FIGURE_OBJECT&quot;,&quot;id&quot;:&quot;4dcb7b6d-7866-4c8f-bada-ae578e10fd85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2070f88f-591e-4d75-a7e5-78a45500afb7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d28d4a1a-cc8f-4ac8-ac81-2428dcaa4ca1&quot;,&quot;order&quot;:&quot;5&quot;}},&quot;2070f88f-591e-4d75-a7e5-78a45500afb7&quot;:{&quot;type&quot;:&quot;FIGURE_OBJECT&quot;,&quot;id&quot;:&quot;2070f88f-591e-4d75-a7e5-78a45500afb7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a8ad5452-4dfc-49c5-8385-00b4369cfe64&quot;:{&quot;type&quot;:&quot;FIGURE_OBJECT&quot;,&quot;id&quot;:&quot;a8ad5452-4dfc-49c5-8385-00b4369cfe64&quot;,&quot;parent&quot;:{&quot;type&quot;:&quot;CHILD&quot;,&quot;parentId&quot;:&quot;2070f88f-591e-4d75-a7e5-78a45500afb7&quot;,&quot;order&quot;:&quot;5&quot;},&quot;relativeTransform&quot;:{&quot;translate&quot;:{&quot;x&quot;:0,&quot;y&quot;:0},&quot;rotate&quot;:0,&quot;skewX&quot;:0,&quot;scale&quot;:{&quot;x&quot;:1,&quot;y&quot;:1}}},&quot;5fdbb2f4-9e9b-4d56-8cdf-477b765d34d6&quot;:{&quot;type&quot;:&quot;FIGURE_OBJECT&quot;,&quot;id&quot;:&quot;5fdbb2f4-9e9b-4d56-8cdf-477b765d34d6&quot;,&quot;parent&quot;:{&quot;type&quot;:&quot;CHILD&quot;,&quot;parentId&quot;:&quot;a8ad5452-4dfc-49c5-8385-00b4369cfe64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10c1cfae-0060-4d01-974b-c3933d4bd71a&quot;:{&quot;type&quot;:&quot;FIGURE_OBJECT&quot;,&quot;id&quot;:&quot;10c1cfae-0060-4d01-974b-c3933d4bd71a&quot;,&quot;parent&quot;:{&quot;type&quot;:&quot;CHILD&quot;,&quot;parentId&quot;:&quot;a8ad5452-4dfc-49c5-8385-00b4369cfe64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b41049e5-fec8-4df5-abad-1880d9723f64&quot;:{&quot;type&quot;:&quot;FIGURE_OBJECT&quot;,&quot;id&quot;:&quot;b41049e5-fec8-4df5-abad-1880d9723f64&quot;,&quot;parent&quot;:{&quot;type&quot;:&quot;CHILD&quot;,&quot;parentId&quot;:&quot;a8ad5452-4dfc-49c5-8385-00b4369cfe64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3fd44f0d-b0bc-4b6a-a77b-b110a8e78fd9&quot;:{&quot;relativeTransform&quot;:{&quot;translate&quot;:{&quot;x&quot;:463.7042165864883,&quot;y&quot;:-30.19675800023839},&quot;rotate&quot;:0},&quot;type&quot;:&quot;FIGURE_OBJECT&quot;,&quot;id&quot;:&quot;3fd44f0d-b0bc-4b6a-a77b-b110a8e78fd9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f449e412-9ea0-465b-9397-80d67d7fda1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d28d4a1a-cc8f-4ac8-ac81-2428dcaa4ca1&quot;,&quot;order&quot;:&quot;2&quot;}},&quot;f449e412-9ea0-465b-9397-80d67d7fda15&quot;:{&quot;type&quot;:&quot;FIGURE_OBJECT&quot;,&quot;id&quot;:&quot;f449e412-9ea0-465b-9397-80d67d7fda15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637a7746-a90f-4a4c-ab78-ca3e054ead46&quot;:{&quot;type&quot;:&quot;FIGURE_OBJECT&quot;,&quot;id&quot;:&quot;637a7746-a90f-4a4c-ab78-ca3e054ead46&quot;,&quot;parent&quot;:{&quot;type&quot;:&quot;CHILD&quot;,&quot;parentId&quot;:&quot;f449e412-9ea0-465b-9397-80d67d7fda15&quot;,&quot;order&quot;:&quot;5&quot;},&quot;relativeTransform&quot;:{&quot;translate&quot;:{&quot;x&quot;:0,&quot;y&quot;:0},&quot;rotate&quot;:0,&quot;skewX&quot;:0,&quot;scale&quot;:{&quot;x&quot;:1,&quot;y&quot;:1}}},&quot;ae105ccc-72d0-48df-965e-18b9d0fda1f7&quot;:{&quot;type&quot;:&quot;FIGURE_OBJECT&quot;,&quot;id&quot;:&quot;ae105ccc-72d0-48df-965e-18b9d0fda1f7&quot;,&quot;parent&quot;:{&quot;type&quot;:&quot;CHILD&quot;,&quot;parentId&quot;:&quot;637a7746-a90f-4a4c-ab78-ca3e054ead46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daf6a54f-a961-4aa6-a5fa-7c173a500a77&quot;:{&quot;type&quot;:&quot;FIGURE_OBJECT&quot;,&quot;id&quot;:&quot;daf6a54f-a961-4aa6-a5fa-7c173a500a77&quot;,&quot;parent&quot;:{&quot;type&quot;:&quot;CHILD&quot;,&quot;parentId&quot;:&quot;637a7746-a90f-4a4c-ab78-ca3e054ead46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a12aee20-f2e6-4e4e-8e12-89b05521dcbd&quot;:{&quot;type&quot;:&quot;FIGURE_OBJECT&quot;,&quot;id&quot;:&quot;a12aee20-f2e6-4e4e-8e12-89b05521dcbd&quot;,&quot;parent&quot;:{&quot;type&quot;:&quot;CHILD&quot;,&quot;parentId&quot;:&quot;637a7746-a90f-4a4c-ab78-ca3e054ead46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1d71161f-65ad-4522-b02b-4cbf1c82eaee&quot;:{&quot;type&quot;:&quot;FIGURE_OBJECT&quot;,&quot;id&quot;:&quot;1d71161f-65ad-4522-b02b-4cbf1c82eaee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e170fba-e6fd-49ac-9d54-45b80d6368ff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10e5dcca-89e7-467f-a5e3-127f49624b98&quot;:{&quot;type&quot;:&quot;FIGURE_OBJECT&quot;,&quot;id&quot;:&quot;10e5dcca-89e7-467f-a5e3-127f49624b98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e170fba-e6fd-49ac-9d54-45b80d6368ff&quot;,&quot;order&quot;:&quot;21&quot;},&quot;connectorInfo&quot;:{&quot;type&quot;:&quot;LINE&quot;,&quot;offset&quot;:{&quot;x&quot;:0,&quot;y&quot;:0},&quot;bending&quot;:0.1,&quot;customized&quot;:true,&quot;connectedObjectAtLineStart&quot;:{&quot;objectId&quot;:&quot;78a5f4b3-f801-4913-a4b3-7207df7a6636&quot;,&quot;coordinates&quot;:{&quot;x&quot;:0.03541995954524391,&quot;y&quot;:0.5110264097168954}}}},&quot;78a5f4b3-f801-4913-a4b3-7207df7a6636&quot;:{&quot;type&quot;:&quot;FIGURE_OBJECT&quot;,&quot;id&quot;:&quot;78a5f4b3-f801-4913-a4b3-7207df7a6636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e170fba-e6fd-49ac-9d54-45b80d6368ff&quot;,&quot;order&quot;:&quot;205&quot;}},&quot;62638c25-cc93-4c68-ba49-b6443c3d9948&quot;:{&quot;type&quot;:&quot;FIGURE_OBJECT&quot;,&quot;id&quot;:&quot;62638c25-cc93-4c68-ba49-b6443c3d9948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2&quot;}},&quot;6707aa98-c1aa-4ffe-a5d0-92faacf5d115&quot;:{&quot;type&quot;:&quot;FIGURE_OBJECT&quot;,&quot;id&quot;:&quot;6707aa98-c1aa-4ffe-a5d0-92faacf5d115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7&quot;}},&quot;423658a1-6521-438e-bf5c-93a26f197b52&quot;:{&quot;type&quot;:&quot;FIGURE_OBJECT&quot;,&quot;id&quot;:&quot;423658a1-6521-438e-bf5c-93a26f197b52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5&quot;}},&quot;2f1d23ec-96ae-45c0-bdf8-9b64f4418bdb&quot;:{&quot;type&quot;:&quot;FIGURE_OBJECT&quot;,&quot;id&quot;:&quot;2f1d23ec-96ae-45c0-bdf8-9b64f4418bdb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2&quot;}},&quot;4bb28903-b62c-4fa2-94dc-74bb44c7fd29&quot;:{&quot;type&quot;:&quot;FIGURE_OBJECT&quot;,&quot;id&quot;:&quot;4bb28903-b62c-4fa2-94dc-74bb44c7fd29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1&quot;}},&quot;a23a7f4d-5933-4139-9053-c3600edd3eb9&quot;:{&quot;type&quot;:&quot;FIGURE_OBJECT&quot;,&quot;id&quot;:&quot;a23a7f4d-5933-4139-9053-c3600edd3eb9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8&quot;}},&quot;6da59148-8e68-457f-8530-4c57033c5bf5&quot;:{&quot;type&quot;:&quot;FIGURE_OBJECT&quot;,&quot;id&quot;:&quot;6da59148-8e68-457f-8530-4c57033c5bf5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a23a7f4d-5933-4139-9053-c3600edd3eb9&quot;,&quot;order&quot;:&quot;7&quot;}},&quot;42efeaed-ad3c-417c-a8cb-f2622fc61731&quot;:{&quot;type&quot;:&quot;FIGURE_OBJECT&quot;,&quot;id&quot;:&quot;42efeaed-ad3c-417c-a8cb-f2622fc61731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23a7f4d-5933-4139-9053-c3600edd3eb9&quot;,&quot;order&quot;:&quot;5&quot;}},&quot;7004ae37-efe6-40cd-b19d-f41c741f092d&quot;:{&quot;type&quot;:&quot;FIGURE_OBJECT&quot;,&quot;id&quot;:&quot;7004ae37-efe6-40cd-b19d-f41c741f092d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a23a7f4d-5933-4139-9053-c3600edd3eb9&quot;,&quot;order&quot;:&quot;2&quot;}},&quot;9bea651b-ee46-4ce2-8038-027995dc93c3&quot;:{&quot;type&quot;:&quot;FIGURE_OBJECT&quot;,&quot;id&quot;:&quot;9bea651b-ee46-4ce2-8038-027995dc93c3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7&quot;}},&quot;28137db6-5c3a-45d9-82cd-9b3672fe6d76&quot;:{&quot;type&quot;:&quot;FIGURE_OBJECT&quot;,&quot;id&quot;:&quot;28137db6-5c3a-45d9-82cd-9b3672fe6d76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3e170fba-e6fd-49ac-9d54-45b80d6368ff&quot;,&quot;order&quot;:&quot;16&quot;}},&quot;f8aae0dd-25be-4747-8346-65e6287b2b1d&quot;:{&quot;type&quot;:&quot;FIGURE_OBJECT&quot;,&quot;id&quot;:&quot;f8aae0dd-25be-4747-8346-65e6287b2b1d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3e170fba-e6fd-49ac-9d54-45b80d6368ff&quot;,&quot;order&quot;:&quot;15&quot;}},&quot;001057a7-6f6e-4264-a7bf-fd0e1687a4a2&quot;:{&quot;type&quot;:&quot;FIGURE_OBJECT&quot;,&quot;id&quot;:&quot;001057a7-6f6e-4264-a7bf-fd0e1687a4a2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3&quot;}},&quot;61473617-4c30-4d22-af93-a8d40f32a207&quot;:{&quot;type&quot;:&quot;FIGURE_OBJECT&quot;,&quot;id&quot;:&quot;61473617-4c30-4d22-af93-a8d40f32a207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7&quot;}},&quot;f7f0a26a-59c8-44cf-b894-94e82a410127&quot;:{&quot;type&quot;:&quot;FIGURE_OBJECT&quot;,&quot;id&quot;:&quot;f7f0a26a-59c8-44cf-b894-94e82a410127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5&quot;}},&quot;344b7c92-373b-4d5a-984d-e394aeda2079&quot;:{&quot;type&quot;:&quot;FIGURE_OBJECT&quot;,&quot;id&quot;:&quot;344b7c92-373b-4d5a-984d-e394aeda2079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2&quot;}},&quot;8dd61893-f3eb-4747-b442-2ed465bdbcd4&quot;:{&quot;type&quot;:&quot;FIGURE_OBJECT&quot;,&quot;id&quot;:&quot;8dd61893-f3eb-4747-b442-2ed465bdbcd4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1&quot;}},&quot;101fe640-d6b0-497e-a397-14885d1df8c3&quot;:{&quot;type&quot;:&quot;FIGURE_OBJECT&quot;,&quot;id&quot;:&quot;101fe640-d6b0-497e-a397-14885d1df8c3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12&quot;}},&quot;865017a4-4af7-4e97-9375-762148876bef&quot;:{&quot;type&quot;:&quot;FIGURE_OBJECT&quot;,&quot;id&quot;:&quot;865017a4-4af7-4e97-9375-762148876bef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11&quot;}},&quot;c94176e1-0be3-4b2a-9e43-bfc285551787&quot;:{&quot;type&quot;:&quot;FIGURE_OBJECT&quot;,&quot;id&quot;:&quot;c94176e1-0be3-4b2a-9e43-bfc285551787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&quot;}},&quot;d069def2-79d3-41d9-aec1-e7c20a70651c&quot;:{&quot;type&quot;:&quot;FIGURE_OBJECT&quot;,&quot;id&quot;:&quot;d069def2-79d3-41d9-aec1-e7c20a70651c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7&quot;}},&quot;8ede737e-44a6-4836-a990-e336c215bb89&quot;:{&quot;type&quot;:&quot;FIGURE_OBJECT&quot;,&quot;id&quot;:&quot;8ede737e-44a6-4836-a990-e336c215bb89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5&quot;}},&quot;41205552-4d85-4004-b150-087665681265&quot;:{&quot;type&quot;:&quot;FIGURE_OBJECT&quot;,&quot;id&quot;:&quot;41205552-4d85-4004-b150-087665681265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2&quot;}},&quot;1217084b-e76c-4f0f-aa26-d31a711e5ba4&quot;:{&quot;type&quot;:&quot;FIGURE_OBJECT&quot;,&quot;id&quot;:&quot;1217084b-e76c-4f0f-aa26-d31a711e5ba4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1&quot;}},&quot;b7b97ee1-d1db-4ade-8ff9-2d86b6a0711b&quot;:{&quot;type&quot;:&quot;FIGURE_OBJECT&quot;,&quot;id&quot;:&quot;b7b97ee1-d1db-4ade-8ff9-2d86b6a0711b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e170fba-e6fd-49ac-9d54-45b80d6368ff&quot;,&quot;order&quot;:&quot;08&quot;}},&quot;4d68dd7b-c63b-4f89-a4fe-c460db085906&quot;:{&quot;type&quot;:&quot;FIGURE_OBJECT&quot;,&quot;id&quot;:&quot;4d68dd7b-c63b-4f89-a4fe-c460db085906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3e170fba-e6fd-49ac-9d54-45b80d6368ff&quot;,&quot;order&quot;:&quot;07&quot;}},&quot;2b1020dc-d9f4-4e18-8464-c3af0bbe9f9c&quot;:{&quot;type&quot;:&quot;FIGURE_OBJECT&quot;,&quot;id&quot;:&quot;2b1020dc-d9f4-4e18-8464-c3af0bbe9f9c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06&quot;}},&quot;4e6a0c35-f5d5-43a8-a499-2a6bd89d6f28&quot;:{&quot;type&quot;:&quot;FIGURE_OBJECT&quot;,&quot;id&quot;:&quot;4e6a0c35-f5d5-43a8-a499-2a6bd89d6f28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03&quot;}},&quot;5b9feac6-641a-4bab-ace6-48675589f14a&quot;:{&quot;type&quot;:&quot;FIGURE_OBJECT&quot;,&quot;id&quot;:&quot;5b9feac6-641a-4bab-ace6-48675589f14a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3e170fba-e6fd-49ac-9d54-45b80d6368ff&quot;,&quot;order&quot;:&quot;01&quot;}},&quot;a182d90e-8c9e-478f-a291-9641fa4eee5a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a182d90e-8c9e-478f-a291-9641fa4eee5a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c567345a-1798-475c-b0aa-224d45a53e2e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b7c1621f-a166-4831-acd4-7d74c8ee87d3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b7c1621f-a166-4831-acd4-7d74c8ee87d3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c567345a-1798-475c-b0aa-224d45a53e2e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42b4bc1e-009b-4be8-ac62-cd123ff1485b&quot;:{&quot;id&quot;:&quot;42b4bc1e-009b-4be8-ac62-cd123ff1485b&quot;,&quot;type&quot;:&quot;FIGURE_OBJECT&quot;,&quot;relativeTransform&quot;:{&quot;translate&quot;:{&quot;x&quot;:-115.66815915085101,&quot;y&quot;:-105.37232816189199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c567345a-1798-475c-b0aa-224d45a53e2e&quot;,&quot;order&quot;:&quot;9999995&quot;},&quot;opacity&quot;:0.16},&quot;a1a0d51d-7074-4792-a688-7aa7bf59b9d6&quot;:{&quot;id&quot;:&quot;a1a0d51d-7074-4792-a688-7aa7bf59b9d6&quot;,&quot;type&quot;:&quot;FIGURE_OBJECT&quot;,&quot;relativeTransform&quot;:{&quot;translate&quot;:{&quot;x&quot;:-111.45430344388777,&quot;y&quot;:-55.69627451208649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Y&quot;}],&quot;_lastCaretLocation&quot;:{&quot;lineIndex&quot;:0,&quot;runIndex&quot;:-1,&quot;charIndex&quot;:-1,&quot;endOfLine&quot;:true}},&quot;format&quot;:&quot;BETTER_TEXT&quot;,&quot;size&quot;:{&quot;x&quot;:58.53114318847656,&quot;y&quot;:11},&quot;targetSize&quot;:{&quot;x&quot;:58.260354516934626,&quot;y&quot;:11}},&quot;parent&quot;:{&quot;type&quot;:&quot;CHILD&quot;,&quot;parentId&quot;:&quot;c567345a-1798-475c-b0aa-224d45a53e2e&quot;,&quot;order&quot;:&quot;999999&quot;},&quot;opacity&quot;:0.16},&quot;c889406d-1815-4795-85aa-4688981aec58&quot;:{&quot;id&quot;:&quot;c889406d-1815-4795-85aa-4688981aec58&quot;,&quot;type&quot;:&quot;FIGURE_OBJECT&quot;,&quot;relativeTransform&quot;:{&quot;translate&quot;:{&quot;x&quot;:-111.58939361196707,&quot;y&quot;:-159.04979135958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C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c567345a-1798-475c-b0aa-224d45a53e2e&quot;,&quot;order&quot;:&quot;9999985&quot;},&quot;opacity&quot;:0.16},&quot;0a65b9a3-c5c7-49e2-8734-2b8b92359e3e&quot;:{&quot;id&quot;:&quot;0a65b9a3-c5c7-49e2-8734-2b8b92359e3e&quot;,&quot;type&quot;:&quot;FIGURE_OBJECT&quot;,&quot;relativeTransform&quot;:{&quot;translate&quot;:{&quot;x&quot;:-111.58919083350588,&quot;y&quot;:-200.31972573688896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XXXXXXXXA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c567345a-1798-475c-b0aa-224d45a53e2e&quot;,&quot;order&quot;:&quot;9999982&quot;},&quot;opacity&quot;:0.16},&quot;85030492-e8d4-4e07-bde7-f833cc28afc8&quot;:{&quot;id&quot;:&quot;85030492-e8d4-4e07-bde7-f833cc28afc8&quot;,&quot;type&quot;:&quot;FIGURE_OBJECT&quot;,&quot;relativeTransform&quot;:{&quot;translate&quot;:{&quot;x&quot;:-178.82596609774828,&quot;y&quot;:-201.2148449213957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c567345a-1798-475c-b0aa-224d45a53e2e&quot;,&quot;order&quot;:&quot;999998&quot;},&quot;opacity&quot;:0.16},&quot;c55b6ab6-cc65-4f8b-8ba0-36364f9ae1ee&quot;:{&quot;id&quot;:&quot;c55b6ab6-cc65-4f8b-8ba0-36364f9ae1ee&quot;,&quot;type&quot;:&quot;FIGURE_OBJECT&quot;,&quot;relativeTransform&quot;:{&quot;translate&quot;:{&quot;x&quot;:-249.03622278999205,&quot;y&quot;:-105.37218701516171},&quot;rotate&quot;:-2.449293598294707e-16,&quot;skewX&quot;:1.035379938102578e-30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Family&quot;:&quot;Roboto&quot;,&quot;fontSize&quot;:13.333333333333332,&quot;color&quot;:&quot;black&quot;,&quot;fontWeight&quot;:&quot;normal&quot;,&quot;fontStyle&quot;:&quot;normal&quot;,&quot;decoration&quot;:&quot;none&quot;,&quot;script&quot;:&quot;none&quot;},&quot;range&quot;:[0,13]}],&quot;text&quot;:&quot;..............&quot;}],&quot;_lastCaretLocation&quot;:{&quot;lineIndex&quot;:0,&quot;runIndex&quot;:-1,&quot;charIndex&quot;:-1,&quot;endOfLine&quot;:true}},&quot;format&quot;:&quot;BETTER_TEXT&quot;,&quot;size&quot;:{&quot;x&quot;:49.56155503801198,&quot;y&quot;:15},&quot;targetSize&quot;:{&quot;x&quot;:49.56155503801198,&quot;y&quot;:15}},&quot;parent&quot;:{&quot;type&quot;:&quot;CHILD&quot;,&quot;parentId&quot;:&quot;c567345a-1798-475c-b0aa-224d45a53e2e&quot;,&quot;order&quot;:&quot;999997&quot;},&quot;opacity&quot;:0.16},&quot;05e2bba6-0d5f-4d26-a036-0f04dcca24af&quot;:{&quot;id&quot;:&quot;05e2bba6-0d5f-4d26-a036-0f04dcca24af&quot;,&quot;type&quot;:&quot;FIGURE_OBJECT&quot;,&quot;relativeTransform&quot;:{&quot;translate&quot;:{&quot;x&quot;:-244.8223670830288,&quot;y&quot;:-55.696133365356225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YXXXXXXXX&quot;}],&quot;_lastCaretLocation&quot;:{&quot;lineIndex&quot;:0,&quot;runIndex&quot;:0,&quot;charIndex&quot;:1}},&quot;format&quot;:&quot;BETTER_TEXT&quot;,&quot;size&quot;:{&quot;x&quot;:58.53114318847656,&quot;y&quot;:11},&quot;targetSize&quot;:{&quot;x&quot;:58.260354516934626,&quot;y&quot;:11}},&quot;parent&quot;:{&quot;type&quot;:&quot;CHILD&quot;,&quot;parentId&quot;:&quot;c567345a-1798-475c-b0aa-224d45a53e2e&quot;,&quot;order&quot;:&quot;999995&quot;},&quot;opacity&quot;:0.16},&quot;d9022933-0cf4-4b2c-9029-9f51d449c2ff&quot;:{&quot;id&quot;:&quot;d9022933-0cf4-4b2c-9029-9f51d449c2ff&quot;,&quot;type&quot;:&quot;FIGURE_OBJECT&quot;,&quot;relativeTransform&quot;:{&quot;translate&quot;:{&quot;x&quot;:-244.9574572511081,&quot;y&quot;:-159.04965021285224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CXXXXXXXX&quot;}],&quot;_lastCaretLocation&quot;:{&quot;lineIndex&quot;:0,&quot;runIndex&quot;:0,&quot;charIndex&quot;:1}},&quot;format&quot;:&quot;BETTER_TEXT&quot;,&quot;size&quot;:{&quot;x&quot;:58.260354516934626,&quot;y&quot;:11},&quot;targetSize&quot;:{&quot;x&quot;:58.260354516934626,&quot;y&quot;:11}},&quot;parent&quot;:{&quot;type&quot;:&quot;CHILD&quot;,&quot;parentId&quot;:&quot;c567345a-1798-475c-b0aa-224d45a53e2e&quot;,&quot;order&quot;:&quot;99999&quot;},&quot;opacity&quot;:0.16},&quot;c410a1ec-c33c-4542-89e5-d425df6535ed&quot;:{&quot;id&quot;:&quot;c410a1ec-c33c-4542-89e5-d425df6535ed&quot;,&quot;type&quot;:&quot;FIGURE_OBJECT&quot;,&quot;relativeTransform&quot;:{&quot;translate&quot;:{&quot;x&quot;:-244.95725447264692,&quot;y&quot;:-200.31958459015868},&quot;rotate&quot;:-2.449293598294707e-16,&quot;skewX&quot;:9.860761315262648e-31,&quot;scale&quot;:{&quot;x&quot;:1,&quot;y&quot;:1}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9.333333333333332,&quot;color&quot;:&quot;black&quot;},&quot;range&quot;:[0,8]}],&quot;text&quot;:&quot;AXXXXXXXX&quot;}],&quot;_lastCaretLocation&quot;:{&quot;lineIndex&quot;:0,&quot;runIndex&quot;:-1,&quot;charIndex&quot;:-1,&quot;endOfLine&quot;:true}},&quot;format&quot;:&quot;BETTER_TEXT&quot;,&quot;size&quot;:{&quot;x&quot;:58.260354516934626,&quot;y&quot;:11},&quot;targetSize&quot;:{&quot;x&quot;:58.260354516934626,&quot;y&quot;:11}},&quot;parent&quot;:{&quot;type&quot;:&quot;CHILD&quot;,&quot;parentId&quot;:&quot;c567345a-1798-475c-b0aa-224d45a53e2e&quot;,&quot;order&quot;:&quot;99997&quot;},&quot;opacity&quot;:0.16},&quot;0dd4a238-c98e-4d22-9bbc-d32263e94dc0&quot;:{&quot;type&quot;:&quot;FIGURE_OBJECT&quot;,&quot;id&quot;:&quot;0dd4a238-c98e-4d22-9bbc-d32263e94dc0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c567345a-1798-475c-b0aa-224d45a53e2e&quot;,&quot;order&quot;:&quot;99995&quot;},&quot;connectorInfo&quot;:{&quot;type&quot;:&quot;LINE&quot;,&quot;offset&quot;:{&quot;x&quot;:0,&quot;y&quot;:0},&quot;bending&quot;:0.1,&quot;customized&quot;:false}},&quot;c476584b-577a-4d29-bfbf-2587c87e5f5b&quot;:{&quot;type&quot;:&quot;FIGURE_OBJECT&quot;,&quot;id&quot;:&quot;c476584b-577a-4d29-bfbf-2587c87e5f5b&quot;,&quot;parent&quot;:{&quot;type&quot;:&quot;CHILD&quot;,&quot;parentId&quot;:&quot;c567345a-1798-475c-b0aa-224d45a53e2e&quot;,&quot;order&quot;:&quot;9967&quot;},&quot;relativeTransform&quot;:{&quot;translate&quot;:{&quot;x&quot;:98.80993547241178,&quot;y&quot;:-24.298610447199252},&quot;rotate&quot;:0,&quot;skewX&quot;:0,&quot;scale&quot;:{&quot;x&quot;:1,&quot;y&quot;:1}},&quot;opacity&quot;:0.16},&quot;8652d4bf-5063-4f90-bfe9-1407a8b89067&quot;:{&quot;type&quot;:&quot;FIGURE_OBJECT&quot;,&quot;id&quot;:&quot;8652d4bf-5063-4f90-bfe9-1407a8b89067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3887a0cf-e3c0-46cd-af2e-58a1d12016e5&quot;:{&quot;type&quot;:&quot;FIGURE_OBJECT&quot;,&quot;id&quot;:&quot;3887a0cf-e3c0-46cd-af2e-58a1d12016e5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aa8f0207-af9f-4c8a-8e31-d0a6e404445f&quot;:{&quot;type&quot;:&quot;FIGURE_OBJECT&quot;,&quot;id&quot;:&quot;aa8f0207-af9f-4c8a-8e31-d0a6e404445f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23f5664a-1776-429a-b34c-e7178bb4c8cc&quot;:{&quot;type&quot;:&quot;FIGURE_OBJECT&quot;,&quot;id&quot;:&quot;23f5664a-1776-429a-b34c-e7178bb4c8cc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60cf6a1c-70c2-49b0-aeeb-785bcc2a4634&quot;:{&quot;type&quot;:&quot;FIGURE_OBJECT&quot;,&quot;id&quot;:&quot;60cf6a1c-70c2-49b0-aeeb-785bcc2a4634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30b75346-094d-4351-8a4e-056c980a78d1&quot;:{&quot;type&quot;:&quot;FIGURE_OBJECT&quot;,&quot;id&quot;:&quot;30b75346-094d-4351-8a4e-056c980a78d1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6e578aa1-f6b4-4232-a7d7-6654570960ea&quot;:{&quot;type&quot;:&quot;FIGURE_OBJECT&quot;,&quot;id&quot;:&quot;6e578aa1-f6b4-4232-a7d7-6654570960ea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701ddaf5-99f1-404e-979a-59df405f0a7d&quot;:{&quot;type&quot;:&quot;FIGURE_OBJECT&quot;,&quot;id&quot;:&quot;701ddaf5-99f1-404e-979a-59df405f0a7d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b7548606-3984-4ed9-a7ba-daf3f4894b88&quot;:{&quot;type&quot;:&quot;FIGURE_OBJECT&quot;,&quot;id&quot;:&quot;b7548606-3984-4ed9-a7ba-daf3f4894b88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619476ed-e3ee-4255-8112-893b99f1862f&quot;:{&quot;type&quot;:&quot;FIGURE_OBJECT&quot;,&quot;id&quot;:&quot;619476ed-e3ee-4255-8112-893b99f1862f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7c0387ca-3d29-4f7d-82f0-52aa2676416d&quot;:{&quot;type&quot;:&quot;FIGURE_OBJECT&quot;,&quot;id&quot;:&quot;7c0387ca-3d29-4f7d-82f0-52aa2676416d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845eace9-cda5-4ef9-9091-549f8625979d&quot;:{&quot;type&quot;:&quot;FIGURE_OBJECT&quot;,&quot;id&quot;:&quot;845eace9-cda5-4ef9-9091-549f8625979d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5c86a383-c3b6-4df2-912c-a76f1b036c3b&quot;:{&quot;type&quot;:&quot;FIGURE_OBJECT&quot;,&quot;id&quot;:&quot;5c86a383-c3b6-4df2-912c-a76f1b036c3b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31a3ca0b-3d0c-4720-b940-e14ea2c8f2aa&quot;:{&quot;type&quot;:&quot;FIGURE_OBJECT&quot;,&quot;id&quot;:&quot;31a3ca0b-3d0c-4720-b940-e14ea2c8f2aa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f829143c-6eb2-4f27-9832-aeb8bba22cfb&quot;:{&quot;type&quot;:&quot;FIGURE_OBJECT&quot;,&quot;id&quot;:&quot;f829143c-6eb2-4f27-9832-aeb8bba22cfb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b5c90fb8-1258-4e7a-bc43-409aa3f29fc9&quot;:{&quot;type&quot;:&quot;FIGURE_OBJECT&quot;,&quot;id&quot;:&quot;b5c90fb8-1258-4e7a-bc43-409aa3f29fc9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c773ddee-2972-4157-bbd1-3519220874c4&quot;:{&quot;type&quot;:&quot;FIGURE_OBJECT&quot;,&quot;id&quot;:&quot;c773ddee-2972-4157-bbd1-3519220874c4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c476584b-577a-4d29-bfbf-2587c87e5f5b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274fece6-e54f-4cdd-826e-bb65aa6478f7&quot;:{&quot;type&quot;:&quot;FIGURE_OBJECT&quot;,&quot;id&quot;:&quot;274fece6-e54f-4cdd-826e-bb65aa6478f7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134d69f0-6df0-43fc-9060-fb1e5b6cc181&quot;:{&quot;type&quot;:&quot;FIGURE_OBJECT&quot;,&quot;id&quot;:&quot;134d69f0-6df0-43fc-9060-fb1e5b6cc181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97858da5-e3cf-4c14-96ae-346b1da6a7bd&quot;:{&quot;type&quot;:&quot;FIGURE_OBJECT&quot;,&quot;id&quot;:&quot;97858da5-e3cf-4c14-96ae-346b1da6a7bd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9fce3b95-5e31-4c1b-a1cc-93b2280b39a3&quot;:{&quot;type&quot;:&quot;FIGURE_OBJECT&quot;,&quot;id&quot;:&quot;9fce3b95-5e31-4c1b-a1cc-93b2280b39a3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7356e6a-eb4a-4a37-bf3e-1f6c8bb7215b&quot;:{&quot;type&quot;:&quot;FIGURE_OBJECT&quot;,&quot;id&quot;:&quot;27356e6a-eb4a-4a37-bf3e-1f6c8bb7215b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305ffc3-a0d8-4afc-a121-6957e0a46e6a&quot;:{&quot;type&quot;:&quot;FIGURE_OBJECT&quot;,&quot;id&quot;:&quot;2305ffc3-a0d8-4afc-a121-6957e0a46e6a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5b3aeb4a-fdf5-4321-b362-0bc2a9b4efdc&quot;:{&quot;id&quot;:&quot;5b3aeb4a-fdf5-4321-b362-0bc2a9b4efdc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c476584b-577a-4d29-bfbf-2587c87e5f5b&quot;,&quot;order&quot;:&quot;95&quot;}},&quot;f69082cd-1ef9-4ae2-b93c-a98c7afcafa4&quot;:{&quot;id&quot;:&quot;f69082cd-1ef9-4ae2-b93c-a98c7afcafa4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c476584b-577a-4d29-bfbf-2587c87e5f5b&quot;,&quot;order&quot;:&quot;9&quot;}},&quot;51d4dc69-ad36-4656-b9b5-b54110465348&quot;:{&quot;id&quot;:&quot;51d4dc69-ad36-4656-b9b5-b54110465348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c476584b-577a-4d29-bfbf-2587c87e5f5b&quot;,&quot;order&quot;:&quot;85&quot;}},&quot;5ddb525d-3ef3-4e30-aa29-adb47b4e714e&quot;:{&quot;id&quot;:&quot;5ddb525d-3ef3-4e30-aa29-adb47b4e714e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c476584b-577a-4d29-bfbf-2587c87e5f5b&quot;,&quot;order&quot;:&quot;82&quot;}},&quot;0507ad81-2552-40af-8d23-3bd25091245d&quot;:{&quot;id&quot;:&quot;0507ad81-2552-40af-8d23-3bd25091245d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c476584b-577a-4d29-bfbf-2587c87e5f5b&quot;,&quot;order&quot;:&quot;8&quot;}},&quot;bdbc4840-7cab-4d18-880b-ee391122dfbb&quot;:{&quot;id&quot;:&quot;bdbc4840-7cab-4d18-880b-ee391122dfbb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c476584b-577a-4d29-bfbf-2587c87e5f5b&quot;,&quot;order&quot;:&quot;77&quot;}},&quot;a453f5b1-9552-401c-942b-660cc2506feb&quot;:{&quot;id&quot;:&quot;a453f5b1-9552-401c-942b-660cc2506feb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c476584b-577a-4d29-bfbf-2587c87e5f5b&quot;,&quot;order&quot;:&quot;76&quot;}},&quot;c4fc8946-c4c0-4f1b-a870-0f42125add2a&quot;:{&quot;id&quot;:&quot;c4fc8946-c4c0-4f1b-a870-0f42125add2a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c476584b-577a-4d29-bfbf-2587c87e5f5b&quot;,&quot;order&quot;:&quot;75&quot;}},&quot;4edaa3c2-3dab-44ff-9a63-941560f93079&quot;:{&quot;id&quot;:&quot;4edaa3c2-3dab-44ff-9a63-941560f93079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c476584b-577a-4d29-bfbf-2587c87e5f5b&quot;,&quot;order&quot;:&quot;72&quot;}},&quot;61b99d29-0b2a-427c-9d68-d176711814e2&quot;:{&quot;id&quot;:&quot;61b99d29-0b2a-427c-9d68-d176711814e2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c476584b-577a-4d29-bfbf-2587c87e5f5b&quot;,&quot;order&quot;:&quot;71&quot;}},&quot;092d969a-29c7-4690-bb2d-d80d33ddc073&quot;:{&quot;id&quot;:&quot;092d969a-29c7-4690-bb2d-d80d33ddc073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c476584b-577a-4d29-bfbf-2587c87e5f5b&quot;,&quot;order&quot;:&quot;7&quot;}},&quot;7a28d76d-beed-4cd4-958d-91b86768b77a&quot;:{&quot;id&quot;:&quot;7a28d76d-beed-4cd4-958d-91b86768b77a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c476584b-577a-4d29-bfbf-2587c87e5f5b&quot;,&quot;order&quot;:&quot;67&quot;}},&quot;10e6222e-5520-4dbf-b174-4b2f109de560&quot;:{&quot;id&quot;:&quot;10e6222e-5520-4dbf-b174-4b2f109de560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476584b-577a-4d29-bfbf-2587c87e5f5b&quot;,&quot;order&quot;:&quot;66&quot;}},&quot;9b2eb93e-d76d-4944-9d9e-85e2c3909b03&quot;:{&quot;id&quot;:&quot;9b2eb93e-d76d-4944-9d9e-85e2c3909b03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c476584b-577a-4d29-bfbf-2587c87e5f5b&quot;,&quot;order&quot;:&quot;65&quot;}},&quot;0676e715-44c4-480d-9e7a-ab1dd5858082&quot;:{&quot;id&quot;:&quot;0676e715-44c4-480d-9e7a-ab1dd5858082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c476584b-577a-4d29-bfbf-2587c87e5f5b&quot;,&quot;order&quot;:&quot;62&quot;}},&quot;6da0a036-1496-4f9e-88fd-b74a5647fbce&quot;:{&quot;id&quot;:&quot;6da0a036-1496-4f9e-88fd-b74a5647fbce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c476584b-577a-4d29-bfbf-2587c87e5f5b&quot;,&quot;order&quot;:&quot;61&quot;}},&quot;9bfdd627-15b5-49cb-803a-818249ed8bbd&quot;:{&quot;id&quot;:&quot;9bfdd627-15b5-49cb-803a-818249ed8bbd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476584b-577a-4d29-bfbf-2587c87e5f5b&quot;,&quot;order&quot;:&quot;6&quot;}},&quot;d969158e-47f0-437e-8429-83f653c3d51d&quot;:{&quot;id&quot;:&quot;d969158e-47f0-437e-8429-83f653c3d51d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c476584b-577a-4d29-bfbf-2587c87e5f5b&quot;,&quot;order&quot;:&quot;57&quot;}},&quot;6d6a45f3-4b6b-42df-bcbf-ebead5b6f813&quot;:{&quot;id&quot;:&quot;6d6a45f3-4b6b-42df-bcbf-ebead5b6f813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c476584b-577a-4d29-bfbf-2587c87e5f5b&quot;,&quot;order&quot;:&quot;56&quot;}},&quot;f5e8e3e3-cbe1-4d46-a70b-391fae64c706&quot;:{&quot;id&quot;:&quot;f5e8e3e3-cbe1-4d46-a70b-391fae64c706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c476584b-577a-4d29-bfbf-2587c87e5f5b&quot;,&quot;order&quot;:&quot;55&quot;}},&quot;130ef370-945f-4119-acdb-a86274abb831&quot;:{&quot;id&quot;:&quot;130ef370-945f-4119-acdb-a86274abb831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c476584b-577a-4d29-bfbf-2587c87e5f5b&quot;,&quot;order&quot;:&quot;52&quot;}},&quot;97911f7c-3d00-4308-9086-f4a351522e2b&quot;:{&quot;id&quot;:&quot;97911f7c-3d00-4308-9086-f4a351522e2b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c476584b-577a-4d29-bfbf-2587c87e5f5b&quot;,&quot;order&quot;:&quot;51&quot;}},&quot;d8eafe92-f8d7-4dfc-9c7e-0296831b0813&quot;:{&quot;id&quot;:&quot;d8eafe92-f8d7-4dfc-9c7e-0296831b0813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c476584b-577a-4d29-bfbf-2587c87e5f5b&quot;,&quot;order&quot;:&quot;5&quot;}},&quot;a3b0da0d-87f5-4d12-b30a-f3479e2e9efe&quot;:{&quot;type&quot;:&quot;FIGURE_OBJECT&quot;,&quot;id&quot;:&quot;a3b0da0d-87f5-4d12-b30a-f3479e2e9efe&quot;,&quot;relativeTransform&quot;:{&quot;translate&quot;:{&quot;x&quot;:-528.838992741979,&quot;y&quot;:-94.2274757892396},&quot;rotate&quot;:-1.570796326794897,&quot;skewX&quot;:0,&quot;scale&quot;:{&quot;x&quot;:1,&quot;y&quot;:1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c567345a-1798-475c-b0aa-224d45a53e2e&quot;,&quot;order&quot;:&quot;9999&quot;},&quot;connectorInfo&quot;:{&quot;type&quot;:&quot;LINE&quot;,&quot;offset&quot;:{&quot;x&quot;:0,&quot;y&quot;:0},&quot;bending&quot;:0.1,&quot;customized&quot;:false}},&quot;87dd1e8a-a8f0-4414-8a5f-24dd28490525&quot;:{&quot;type&quot;:&quot;FIGURE_OBJECT&quot;,&quot;id&quot;:&quot;87dd1e8a-a8f0-4414-8a5f-24dd28490525&quot;,&quot;parent&quot;:{&quot;type&quot;:&quot;CHILD&quot;,&quot;parentId&quot;:&quot;c567345a-1798-475c-b0aa-224d45a53e2e&quot;,&quot;order&quot;:&quot;9998&quot;},&quot;relativeTransform&quot;:{&quot;translate&quot;:{&quot;x&quot;:-447.26445110259164,&quot;y&quot;:-363.1311734908486},&quot;rotate&quot;:-1.5707963267948966,&quot;skewX&quot;:0,&quot;scale&quot;:{&quot;x&quot;:1,&quot;y&quot;:1}},&quot;opacity&quot;:0.16},&quot;718f1479-b003-42d3-8526-f52a5fc879e4&quot;:{&quot;type&quot;:&quot;FIGURE_OBJECT&quot;,&quot;id&quot;:&quot;718f1479-b003-42d3-8526-f52a5fc879e4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87dd1e8a-a8f0-4414-8a5f-24dd28490525&quot;,&quot;order&quot;:&quot;8&quot;},&quot;layout&quot;:{&quot;sizeRatio&quot;:{&quot;x&quot;:0.7071067811865476,&quot;y&quot;:0.7071067811865476},&quot;keepAspectRatio&quot;:true}},&quot;473a4b1f-a463-4b7d-9ff4-0b930ca22787&quot;:{&quot;id&quot;:&quot;473a4b1f-a463-4b7d-9ff4-0b930ca22787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718f1479-b003-42d3-8526-f52a5fc879e4&quot;,&quot;order&quot;:&quot;5&quot;}},&quot;725713eb-c48d-43b6-a5aa-d65202e2cd08&quot;:{&quot;type&quot;:&quot;FIGURE_OBJECT&quot;,&quot;id&quot;:&quot;725713eb-c48d-43b6-a5aa-d65202e2cd08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87dd1e8a-a8f0-4414-8a5f-24dd28490525&quot;,&quot;order&quot;:&quot;7&quot;},&quot;layout&quot;:{&quot;sizeRatio&quot;:{&quot;x&quot;:0.7071067811865476,&quot;y&quot;:0.7071067811865476},&quot;keepAspectRatio&quot;:true}},&quot;2471bbd0-f669-4bb8-9dbd-b805b78ed1d8&quot;:{&quot;id&quot;:&quot;2471bbd0-f669-4bb8-9dbd-b805b78ed1d8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725713eb-c48d-43b6-a5aa-d65202e2cd08&quot;,&quot;order&quot;:&quot;5&quot;}},&quot;de241ec2-5ca9-4cf6-9b90-2b47b73645b1&quot;:{&quot;type&quot;:&quot;FIGURE_OBJECT&quot;,&quot;id&quot;:&quot;de241ec2-5ca9-4cf6-9b90-2b47b73645b1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87dd1e8a-a8f0-4414-8a5f-24dd28490525&quot;,&quot;order&quot;:&quot;6&quot;},&quot;layout&quot;:{&quot;sizeRatio&quot;:{&quot;x&quot;:0.7071067811865476,&quot;y&quot;:0.7071067811865476},&quot;keepAspectRatio&quot;:true}},&quot;fcb85e6e-3f33-4f2a-a1eb-ba79cc75cf15&quot;:{&quot;id&quot;:&quot;fcb85e6e-3f33-4f2a-a1eb-ba79cc75cf15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de241ec2-5ca9-4cf6-9b90-2b47b73645b1&quot;,&quot;order&quot;:&quot;5&quot;}},&quot;5fcfea59-8964-4bb3-9fe3-5346fb8606d6&quot;:{&quot;type&quot;:&quot;FIGURE_OBJECT&quot;,&quot;id&quot;:&quot;5fcfea59-8964-4bb3-9fe3-5346fb8606d6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55&quot;},&quot;layout&quot;:{&quot;sizeRatio&quot;:{&quot;x&quot;:0.7071067811865476,&quot;y&quot;:0.7071067811865476},&quot;keepAspectRatio&quot;:true}},&quot;dca789e9-f64c-4f58-85a0-bf555c2112ab&quot;:{&quot;id&quot;:&quot;dca789e9-f64c-4f58-85a0-bf555c2112ab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5fcfea59-8964-4bb3-9fe3-5346fb8606d6&quot;,&quot;order&quot;:&quot;5&quot;}},&quot;c50c09a7-af8a-4f98-ab72-f2c2bf62e58a&quot;:{&quot;type&quot;:&quot;FIGURE_OBJECT&quot;,&quot;id&quot;:&quot;c50c09a7-af8a-4f98-ab72-f2c2bf62e58a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5&quot;},&quot;layout&quot;:{&quot;sizeRatio&quot;:{&quot;x&quot;:0.7071067811865476,&quot;y&quot;:0.7071067811865476},&quot;keepAspectRatio&quot;:true}},&quot;25794e83-a76f-4b6a-84b3-a1d11f10f9ee&quot;:{&quot;id&quot;:&quot;25794e83-a76f-4b6a-84b3-a1d11f10f9ee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c50c09a7-af8a-4f98-ab72-f2c2bf62e58a&quot;,&quot;order&quot;:&quot;5&quot;}},&quot;0ae32ebb-210d-4073-ba3b-3be7c553bb69&quot;:{&quot;type&quot;:&quot;FIGURE_OBJECT&quot;,&quot;id&quot;:&quot;0ae32ebb-210d-4073-ba3b-3be7c553bb69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3&quot;},&quot;layout&quot;:{&quot;sizeRatio&quot;:{&quot;x&quot;:0.7071067811865476,&quot;y&quot;:0.7071067811865476},&quot;keepAspectRatio&quot;:true}},&quot;9cff838f-a963-49c4-83dc-3cff3cebd025&quot;:{&quot;id&quot;:&quot;9cff838f-a963-49c4-83dc-3cff3cebd025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0ae32ebb-210d-4073-ba3b-3be7c553bb69&quot;,&quot;order&quot;:&quot;5&quot;}},&quot;5dcce482-1f26-465a-99f7-0c9cd3c3a716&quot;:{&quot;type&quot;:&quot;FIGURE_OBJECT&quot;,&quot;id&quot;:&quot;5dcce482-1f26-465a-99f7-0c9cd3c3a716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87dd1e8a-a8f0-4414-8a5f-24dd28490525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3c0b3cd0-5ede-41fb-aeb6-1d66422cc9fb&quot;:{&quot;type&quot;:&quot;FIGURE_OBJECT&quot;,&quot;id&quot;:&quot;3c0b3cd0-5ede-41fb-aeb6-1d66422cc9fb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87dd1e8a-a8f0-4414-8a5f-24dd28490525&quot;,&quot;order&quot;:&quot;25&quot;},&quot;layout&quot;:{&quot;sizeRatio&quot;:{&quot;x&quot;:0.7071067811865476,&quot;y&quot;:0.7071067811865476},&quot;keepAspectRatio&quot;:true}},&quot;c718f34c-bc8b-404a-8168-204af5821be6&quot;:{&quot;id&quot;:&quot;c718f34c-bc8b-404a-8168-204af5821be6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3c0b3cd0-5ede-41fb-aeb6-1d66422cc9fb&quot;,&quot;order&quot;:&quot;5&quot;}},&quot;88af7a31-7eb3-4ab8-85a1-b220e0c83a85&quot;:{&quot;type&quot;:&quot;FIGURE_OBJECT&quot;,&quot;id&quot;:&quot;88af7a31-7eb3-4ab8-85a1-b220e0c83a85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2&quot;},&quot;layout&quot;:{&quot;sizeRatio&quot;:{&quot;x&quot;:0.7071067811865476,&quot;y&quot;:0.7071067811865476},&quot;keepAspectRatio&quot;:true}},&quot;2429c736-2957-4a81-aaac-094500bb4321&quot;:{&quot;id&quot;:&quot;2429c736-2957-4a81-aaac-094500bb4321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88af7a31-7eb3-4ab8-85a1-b220e0c83a85&quot;,&quot;order&quot;:&quot;5&quot;}},&quot;3bd9dc39-5ab3-4d2e-af1e-a58a2b1ee3bf&quot;:{&quot;type&quot;:&quot;FIGURE_OBJECT&quot;,&quot;id&quot;:&quot;3bd9dc39-5ab3-4d2e-af1e-a58a2b1ee3bf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87dd1e8a-a8f0-4414-8a5f-24dd28490525&quot;,&quot;order&quot;:&quot;1&quot;},&quot;layout&quot;:{&quot;sizeRatio&quot;:{&quot;x&quot;:0.7071067811865476,&quot;y&quot;:0.7071067811865476},&quot;keepAspectRatio&quot;:true}},&quot;2f5c1cc5-899c-40a3-9395-0c47e78fdd6f&quot;:{&quot;id&quot;:&quot;2f5c1cc5-899c-40a3-9395-0c47e78fdd6f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3bd9dc39-5ab3-4d2e-af1e-a58a2b1ee3bf&quot;,&quot;order&quot;:&quot;5&quot;}},&quot;e371dcbf-b344-4e26-8280-f7ed743f0986&quot;:{&quot;type&quot;:&quot;FIGURE_OBJECT&quot;,&quot;id&quot;:&quot;e371dcbf-b344-4e26-8280-f7ed743f0986&quot;,&quot;parent&quot;:{&quot;type&quot;:&quot;CHILD&quot;,&quot;parentId&quot;:&quot;c567345a-1798-475c-b0aa-224d45a53e2e&quot;,&quot;order&quot;:&quot;58&quot;},&quot;relativeTransform&quot;:{&quot;translate&quot;:{&quot;x&quot;:-131.94595436463368,&quot;y&quot;:-17.988942114567976},&quot;rotate&quot;:0},&quot;opacity&quot;:1},&quot;aed621e4-55a0-4511-9bef-7ce0625a9d06&quot;:{&quot;type&quot;:&quot;FIGURE_OBJECT&quot;,&quot;id&quot;:&quot;aed621e4-55a0-4511-9bef-7ce0625a9d06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371dcbf-b344-4e26-8280-f7ed743f0986&quot;,&quot;order&quot;:&quot;5&quot;},&quot;connectorInfo&quot;:{&quot;type&quot;:&quot;ELBOW&quot;,&quot;offset&quot;:{&quot;x&quot;:0,&quot;y&quot;:0},&quot;bending&quot;:0.1,&quot;customized&quot;:true}},&quot;b20e1bc9-8d20-49c8-93e6-b7bb16a88364&quot;:{&quot;type&quot;:&quot;FIGURE_OBJECT&quot;,&quot;id&quot;:&quot;b20e1bc9-8d20-49c8-93e6-b7bb16a88364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371dcbf-b344-4e26-8280-f7ed743f0986&quot;,&quot;order&quot;:&quot;2&quot;},&quot;connectorInfo&quot;:{&quot;type&quot;:&quot;ELBOW&quot;,&quot;offset&quot;:{&quot;x&quot;:0,&quot;y&quot;:0},&quot;bending&quot;:0.1,&quot;customized&quot;:true}},&quot;ce84082c-645a-4ae5-be08-8d1755b19133&quot;:{&quot;type&quot;:&quot;FIGURE_OBJECT&quot;,&quot;id&quot;:&quot;ce84082c-645a-4ae5-be08-8d1755b19133&quot;,&quot;relativeTransform&quot;:{&quot;translate&quot;:{&quot;x&quot;:242.42989617203114,&quot;y&quot;:-299.28184858174234},&quot;rotate&quot;:0,&quot;skewX&quot;:0,&quot;scale&quot;:{&quot;x&quot;:1,&quot;y&quot;:1}},&quot;opacity&quot;:0.29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c567345a-1798-475c-b0aa-224d45a53e2e&quot;,&quot;order&quot;:&quot;26&quot;},&quot;layout&quot;:{&quot;sizeRatio&quot;:{&quot;x&quot;:0.88,&quot;y&quot;:0.88},&quot;keepAspectRatio&quot;:false}},&quot;e886ae5f-b8f1-457f-bce3-a2543b3023b7&quot;:{&quot;id&quot;:&quot;e886ae5f-b8f1-457f-bce3-a2543b3023b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ce84082c-645a-4ae5-be08-8d1755b19133&quot;,&quot;order&quot;:&quot;5&quot;}},&quot;38442134-aff9-461f-bcf1-d98b39cda418&quot;:{&quot;type&quot;:&quot;FIGURE_OBJECT&quot;,&quot;id&quot;:&quot;38442134-aff9-461f-bcf1-d98b39cda418&quot;,&quot;relativeTransform&quot;:{&quot;translate&quot;:{&quot;x&quot;:-333.07561871344126,&quot;y&quot;:-299.28184858174234},&quot;rotate&quot;:0,&quot;skewX&quot;:0,&quot;scale&quot;:{&quot;x&quot;:1,&quot;y&quot;:1}},&quot;opacity&quot;:0.16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92&quot;},&quot;layout&quot;:{&quot;sizeRatio&quot;:{&quot;x&quot;:0.88,&quot;y&quot;:0.88},&quot;keepAspectRatio&quot;:false}},&quot;e55d6651-26e2-4b0b-adfb-d560b1215222&quot;:{&quot;id&quot;:&quot;e55d6651-26e2-4b0b-adfb-d560b121522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38442134-aff9-461f-bcf1-d98b39cda418&quot;,&quot;order&quot;:&quot;5&quot;}},&quot;2c2bb696-2441-49b5-acd5-2b2b82a01299&quot;:{&quot;id&quot;:&quot;2c2bb696-2441-49b5-acd5-2b2b82a01299&quot;,&quot;type&quot;:&quot;FIGURE_OBJECT&quot;,&quot;relativeTransform&quot;:{&quot;translate&quot;:{&quot;x&quot;:-380.0015090934778,&quot;y&quot;:-236.17663863592978},&quot;rotate&quot;:-2.4492935982947064e-16,&quot;skewX&quot;:1.1030646434160693e-30},&quot;text&quot;:{&quot;textData&quot;:{&quot;verticalAlign&quot;:&quot;TOP&quot;,&quot;lineSpacing&quot;:&quot;normal&quot;,&quot;alignment&quot;:&quot;left&quot;,&quot;lines&quot;:[{&quot;runs&quot;:[{&quot;style&quot;:{&quot;fontWeight&quot;:&quot;normal&quot;,&quot;fontStyle&quot;:&quot;normal&quot;,&quot;fontFamily&quot;:&quot;Roboto&quot;,&quot;fontSize&quot;:12,&quot;color&quot;:&quot;black&quot;},&quot;range&quot;:[0,82]}],&quot;text&quot;:&quot;For all 9 positions, libraries for all 20 amino acids are generated systematically:&quot;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0]}],&quot;text&quot;:&quot;1 amino acid is fix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Family&quot;:&quot;Roboto&quot;,&quot;fontSize&quot;:12,&quot;color&quot;:&quot;black&quot;},&quot;range&quot;:[0,22]}],&quot;text&quot;:&quot;the rest are randomized&quot;,&quot;baseStyle&quot;:{&quot;fontFamily&quot;:&quot;Roboto&quot;,&quot;fontSize&quot;:1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67}},&quot;format&quot;:&quot;BETTER_TEXT&quot;,&quot;size&quot;:{&quot;x&quot;:478.5658259274376,&quot;y&quot;:55},&quot;targetSize&quot;:{&quot;x&quot;:478.5658259274376,&quot;y&quot;:55}},&quot;parent&quot;:{&quot;type&quot;:&quot;CHILD&quot;,&quot;parentId&quot;:&quot;c567345a-1798-475c-b0aa-224d45a53e2e&quot;,&quot;order&quot;:&quot;655&quot;},&quot;opacity&quot;:0.16},&quot;800d3a55-e28e-4f47-9cee-5ac0a608d7c3&quot;:{&quot;type&quot;:&quot;FIGURE_OBJECT&quot;,&quot;id&quot;:&quot;800d3a55-e28e-4f47-9cee-5ac0a608d7c3&quot;,&quot;relativeTransform&quot;:{&quot;translate&quot;:{&quot;x&quot;:-139.47065214037434,&quot;y&quot;:-17.85217579426234},&quot;rotate&quot;:0,&quot;skewX&quot;:0,&quot;scale&quot;:{&quot;x&quot;:1,&quot;y&quot;:1}},&quot;opacity&quot;:0.28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c567345a-1798-475c-b0aa-224d45a53e2e&quot;,&quot;order&quot;:&quot;32&quot;},&quot;connectorInfo&quot;:{&quot;type&quot;:&quot;LINE&quot;,&quot;offset&quot;:{&quot;x&quot;:0,&quot;y&quot;:0},&quot;bending&quot;:0.1,&quot;customized&quot;:false}},&quot;2bcc95a2-a452-41be-a142-2af0c2a43518&quot;:{&quot;type&quot;:&quot;FIGURE_OBJECT&quot;,&quot;id&quot;:&quot;2bcc95a2-a452-41be-a142-2af0c2a43518&quot;,&quot;relativeTransform&quot;:{&quot;translate&quot;:{&quot;x&quot;:244.33257464592236,&quot;y&quot;:124.10860778027933},&quot;rotate&quot;:0,&quot;skewX&quot;:0,&quot;scale&quot;:{&quot;x&quot;:1,&quot;y&quot;:1}},&quot;opacity&quot;:1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35&quot;},&quot;layout&quot;:{&quot;sizeRatio&quot;:{&quot;x&quot;:0.88,&quot;y&quot;:0.88},&quot;keepAspectRatio&quot;:false}},&quot;17bd7ced-e662-44d8-8eb9-dd71e27bc26f&quot;:{&quot;id&quot;:&quot;17bd7ced-e662-44d8-8eb9-dd71e27bc26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2bcc95a2-a452-41be-a142-2af0c2a43518&quot;,&quot;order&quot;:&quot;5&quot;}},&quot;b83009e6-4153-4bc1-aa39-748d2c7c630b&quot;:{&quot;type&quot;:&quot;FIGURE_OBJECT&quot;,&quot;id&quot;:&quot;b83009e6-4153-4bc1-aa39-748d2c7c630b&quot;,&quot;relativeTransform&quot;:{&quot;translate&quot;:{&quot;x&quot;:185.63198204309947,&quot;y&quot;:180.34834730606593},&quot;rotate&quot;:0,&quot;skewX&quot;:0,&quot;scale&quot;:{&quot;x&quot;:1,&quot;y&quot;:1}},&quot;opacity&quot;:1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33&quot;},&quot;layout&quot;:{&quot;sizeRatio&quot;:{&quot;x&quot;:0.88,&quot;y&quot;:0.88},&quot;keepAspectRatio&quot;:false}},&quot;a5fcf839-2664-4af5-b05b-f512db7b805e&quot;:{&quot;id&quot;:&quot;a5fcf839-2664-4af5-b05b-f512db7b805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b83009e6-4153-4bc1-aa39-748d2c7c630b&quot;,&quot;order&quot;:&quot;5&quot;}},&quot;07116752-093e-4dd8-84b4-881cb839f10d&quot;:{&quot;type&quot;:&quot;FIGURE_OBJECT&quot;,&quot;id&quot;:&quot;07116752-093e-4dd8-84b4-881cb839f10d&quot;,&quot;relativeTransform&quot;:{&quot;translate&quot;:{&quot;x&quot;:-325.62235813286367,&quot;y&quot;:12.999435422600698},&quot;rotate&quot;:0,&quot;skewX&quot;:0,&quot;scale&quot;:{&quot;x&quot;:1,&quot;y&quot;:1}},&quot;opacity&quot;:0.16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625&quot;},&quot;layout&quot;:{&quot;sizeRatio&quot;:{&quot;x&quot;:0.88,&quot;y&quot;:0.88},&quot;keepAspectRatio&quot;:false}},&quot;5b1bcaff-2ef0-4673-8c9d-76415058ae7d&quot;:{&quot;id&quot;:&quot;5b1bcaff-2ef0-4673-8c9d-76415058ae7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07116752-093e-4dd8-84b4-881cb839f10d&quot;,&quot;order&quot;:&quot;5&quot;}},&quot;0fdcc2e9-4ced-43dd-a11f-fe77afd0931f&quot;:{&quot;id&quot;:&quot;0fdcc2e9-4ced-43dd-a11f-fe77afd0931f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c567345a-1798-475c-b0aa-224d45a53e2e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ee8a3074-ef04-4b80-ba86-535a87ceade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e8a3074-ef04-4b80-ba86-535a87ceade0&quot;:{&quot;type&quot;:&quot;FIGURE_OBJECT&quot;,&quot;id&quot;:&quot;ee8a3074-ef04-4b80-ba86-535a87ceade0&quot;,&quot;path&quot;:{&quot;type&quot;:&quot;RECT&quot;,&quot;size&quot;:{&quot;x&quot;:687.7709038498865,&quot;y&quot;:216.87043391550029},&quot;cornerRounding&quot;:{&quot;type&quot;:&quot;ARC_LENGTH&quot;,&quot;global&quot;:0}},&quot;pathStyles&quot;:[{&quot;type&quot;:&quot;FILL&quot;,&quot;fillStyle&quot;:&quot;rgba(255,255,255,1)&quot;},{&quot;type&quot;:&quot;STROKE&quot;,&quot;strokeStyle&quot;:&quot;#DA291C&quot;,&quot;lineWidth&quot;:2,&quot;lineJoin&quot;:&quot;round&quot;}],&quot;parent&quot;:{&quot;type&quot;:&quot;CHILD&quot;,&quot;parentId&quot;:&quot;c567345a-1798-475c-b0aa-224d45a53e2e&quot;,&quot;order&quot;:&quot;2&quot;},&quot;relativeTransform&quot;:{&quot;translate&quot;:{&quot;x&quot;:279.66137798512125,&quot;y&quot;:215.5835594299338},&quot;rotate&quot;:0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ce84082c-645a-4ae5-be08-8d1755b1913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e84082c-645a-4ae5-be08-8d1755b19133&quot;:{&quot;type&quot;:&quot;FIGURE_OBJECT&quot;,&quot;id&quot;:&quot;ce84082c-645a-4ae5-be08-8d1755b19133&quot;,&quot;relativeTransform&quot;:{&quot;translate&quot;:{&quot;x&quot;:242.42989617203114,&quot;y&quot;:-299.28184858174234},&quot;rotate&quot;:0,&quot;skewX&quot;:0,&quot;scale&quot;:{&quot;x&quot;:1,&quot;y&quot;:1}},&quot;opacity&quot;:0.29,&quot;path&quot;:{&quot;type&quot;:&quot;RECT&quot;,&quot;size&quot;:{&quot;x&quot;:587.6235905446489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rgba(79, 96, 156, 1)&quot;,&quot;lineWidth&quot;:0,&quot;lineJoin&quot;:&quot;round&quot;}],&quot;isLocked&quot;:false,&quot;parent&quot;:{&quot;type&quot;:&quot;CHILD&quot;,&quot;parentId&quot;:&quot;c567345a-1798-475c-b0aa-224d45a53e2e&quot;,&quot;order&quot;:&quot;26&quot;},&quot;layout&quot;:{&quot;sizeRatio&quot;:{&quot;x&quot;:0.88,&quot;y&quot;:0.88},&quot;keepAspectRatio&quot;:false}},&quot;e886ae5f-b8f1-457f-bce3-a2543b3023b7&quot;:{&quot;id&quot;:&quot;e886ae5f-b8f1-457f-bce3-a2543b3023b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rgb(0,0,0)&quot;,&quot;decoration&quot;:&quot;none&quot;},&quot;range&quot;:[0,42]}],&quot;text&quot;:&quot;Phase III: In Silico Variant Prioritization&quot;}],&quot;_lastCaretLocation&quot;:{&quot;lineIndex&quot;:0,&quot;runIndex&quot;:-1,&quot;charIndex&quot;:-1,&quot;endOfLine&quot;:true}},&quot;format&quot;:&quot;BETTER_TEXT&quot;,&quot;size&quot;:{&quot;x&quot;:517.108759679291,&quot;y&quot;:19},&quot;targetSize&quot;:{&quot;x&quot;:-517.108759679291,&quot;y&quot;:2}},&quot;parent&quot;:{&quot;type&quot;:&quot;CHILD&quot;,&quot;parentId&quot;:&quot;ce84082c-645a-4ae5-be08-8d1755b19133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00d3a55-e28e-4f47-9cee-5ac0a608d7c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00d3a55-e28e-4f47-9cee-5ac0a608d7c3&quot;:{&quot;type&quot;:&quot;FIGURE_OBJECT&quot;,&quot;id&quot;:&quot;800d3a55-e28e-4f47-9cee-5ac0a608d7c3&quot;,&quot;relativeTransform&quot;:{&quot;translate&quot;:{&quot;x&quot;:-139.47065214037434,&quot;y&quot;:-17.85217579426234},&quot;rotate&quot;:0,&quot;skewX&quot;:0,&quot;scale&quot;:{&quot;x&quot;:1,&quot;y&quot;:1}},&quot;opacity&quot;:0.28,&quot;path&quot;:{&quot;type&quot;:&quot;POLY_LINE&quot;,&quot;points&quot;:[{&quot;x&quot;:69.91760701976706,&quot;y&quot;:-296.6681737808907},{&quot;x&quot;:69.91760701976706,&quot;y&quot;:393.65933930621657}],&quot;closed&quot;:false},&quot;pathStyles&quot;:[{&quot;type&quot;:&quot;FILL&quot;,&quot;fillStyle&quot;:&quot;rgba(0,0,0,0)&quot;},{&quot;type&quot;:&quot;STROKE&quot;,&quot;strokeStyle&quot;:&quot;rgba(208,211,214,1)&quot;,&quot;lineWidth&quot;:2,&quot;lineJoin&quot;:&quot;round&quot;}],&quot;isLocked&quot;:false,&quot;parent&quot;:{&quot;type&quot;:&quot;CHILD&quot;,&quot;parentId&quot;:&quot;c567345a-1798-475c-b0aa-224d45a53e2e&quot;,&quot;order&quot;:&quot;32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b83009e6-4153-4bc1-aa39-748d2c7c630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83009e6-4153-4bc1-aa39-748d2c7c630b&quot;:{&quot;type&quot;:&quot;FIGURE_OBJECT&quot;,&quot;id&quot;:&quot;b83009e6-4153-4bc1-aa39-748d2c7c630b&quot;,&quot;relativeTransform&quot;:{&quot;translate&quot;:{&quot;x&quot;:185.63198204309947,&quot;y&quot;:180.34834730606593},&quot;rotate&quot;:0,&quot;skewX&quot;:0,&quot;scale&quot;:{&quot;x&quot;:1,&quot;y&quot;:1}},&quot;opacity&quot;:1,&quot;path&quot;:{&quot;type&quot;:&quot;RECT&quot;,&quot;size&quot;:{&quot;x&quot;:433.3124859740951,&quot;y&quot;:0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33&quot;},&quot;layout&quot;:{&quot;sizeRatio&quot;:{&quot;x&quot;:0.88,&quot;y&quot;:0.88},&quot;keepAspectRatio&quot;:false}},&quot;a5fcf839-2664-4af5-b05b-f512db7b805e&quot;:{&quot;id&quot;:&quot;a5fcf839-2664-4af5-b05b-f512db7b805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],&quot;text&quot;:&quot;&quot;,&quot;textIndent&quot;:{&quot;type&quot;:&quot;none&quot;,&quot;indent&quot;:0,&quot;symbol&quot;:&quot; &quot;,&quot;unit&quot;:&quot;levels&quot;},&quot;baseStyle&quot;:{&quot;fontWeight&quot;:&quot;normal&quot;,&quot;fontStyle&quot;:&quot;normal&quot;,&quot;fontSize&quot;:16,&quot;fontFamily&quot;:&quot;Roboto&quot;,&quot;color&quot;:&quot;black&quot;,&quot;decoration&quot;:&quot;none&quot;}},{&quot;runs&quot;:[{&quot;style&quot;:{&quot;fontFamily&quot;:&quot;Roboto&quot;,&quot;fontSize&quot;:16,&quot;color&quot;:&quot;black&quot;,&quot;fontWeight&quot;:&quot;normal&quot;,&quot;fontStyle&quot;:&quot;normal&quot;,&quot;decoration&quot;:&quot;none&quot;,&quot;script&quot;:&quot;none&quot;},&quot;range&quot;:[0,0]}],&quot;text&quot;:&quot;P&quot;}],&quot;_lastCaretLocation&quot;:{&quot;lineIndex&quot;:1,&quot;runIndex&quot;:-1,&quot;charIndex&quot;:-1,&quot;endOfLine&quot;:true}},&quot;format&quot;:&quot;BETTER_TEXT&quot;,&quot;size&quot;:{&quot;x&quot;:381.3149876572037,&quot;y&quot;:0},&quot;targetSize&quot;:{&quot;x&quot;:-381.3149876572037,&quot;y&quot;:2}},&quot;parent&quot;:{&quot;type&quot;:&quot;CHILD&quot;,&quot;parentId&quot;:&quot;b83009e6-4153-4bc1-aa39-748d2c7c630b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2bcc95a2-a452-41be-a142-2af0c2a4351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bcc95a2-a452-41be-a142-2af0c2a43518&quot;:{&quot;type&quot;:&quot;FIGURE_OBJECT&quot;,&quot;id&quot;:&quot;2bcc95a2-a452-41be-a142-2af0c2a43518&quot;,&quot;relativeTransform&quot;:{&quot;translate&quot;:{&quot;x&quot;:244.33257464592236,&quot;y&quot;:124.10860778027933},&quot;rotate&quot;:0,&quot;skewX&quot;:0,&quot;scale&quot;:{&quot;x&quot;:1,&quot;y&quot;:1}},&quot;opacity&quot;:1,&quot;path&quot;:{&quot;type&quot;:&quot;RECT&quot;,&quot;size&quot;:{&quot;x&quot;:591.9781578012407,&quot;y&quot;:29.821078883332397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35&quot;},&quot;layout&quot;:{&quot;sizeRatio&quot;:{&quot;x&quot;:0.88,&quot;y&quot;:0.88},&quot;keepAspectRatio&quot;:false}},&quot;17bd7ced-e662-44d8-8eb9-dd71e27bc26f&quot;:{&quot;id&quot;:&quot;17bd7ced-e662-44d8-8eb9-dd71e27bc26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2]}],&quot;text&quot;:&quot;Phase IV: 3D Structural Modelling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520.9407788650918,&quot;y&quot;:19},&quot;targetSize&quot;:{&quot;x&quot;:520.9407788650918,&quot;y&quot;:2}},&quot;parent&quot;:{&quot;type&quot;:&quot;CHILD&quot;,&quot;parentId&quot;:&quot;2bcc95a2-a452-41be-a142-2af0c2a43518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c2e4a79a-ee87-4719-8ef9-d8afd66dbeb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2e4a79a-ee87-4719-8ef9-d8afd66dbeb6&quot;:{&quot;type&quot;:&quot;FIGURE_OBJECT&quot;,&quot;id&quot;:&quot;c2e4a79a-ee87-4719-8ef9-d8afd66dbeb6&quot;,&quot;path&quot;:{&quot;type&quot;:&quot;RECT&quot;,&quot;size&quot;:{&quot;x&quot;:512.6021107684396,&quot;y&quot;:156.79137693914436},&quot;cornerRounding&quot;:{&quot;type&quot;:&quot;ARC_LENGTH&quot;,&quot;global&quot;:15.707963267948966}},&quot;pathStyles&quot;:[{&quot;type&quot;:&quot;FILL&quot;,&quot;fillStyle&quot;:&quot;rgba(221,241,245,1)&quot;},{&quot;type&quot;:&quot;STROKE&quot;,&quot;strokeStyle&quot;:&quot;rgba(49,126,194,1)&quot;,&quot;lineWidth&quot;:2,&quot;lineJoin&quot;:&quot;round&quot;}],&quot;parent&quot;:{&quot;type&quot;:&quot;CHILD&quot;,&quot;parentId&quot;:&quot;c567345a-1798-475c-b0aa-224d45a53e2e&quot;,&quot;order&quot;:&quot;4&quot;},&quot;relativeTransform&quot;:{&quot;translate&quot;:{&quot;x&quot;:192.07722117334276,&quot;y&quot;:22.396947906672196},&quot;rotate&quot;:0},&quot;opacity&quot;:0.29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91bdf436-a2b5-4c77-8b87-6ce23a690b3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1bdf436-a2b5-4c77-8b87-6ce23a690b34&quot;:{&quot;type&quot;:&quot;FIGURE_OBJECT&quot;,&quot;id&quot;:&quot;91bdf436-a2b5-4c77-8b87-6ce23a690b34&quot;,&quot;path&quot;:{&quot;type&quot;:&quot;RECT&quot;,&quot;size&quot;:{&quot;x&quot;:509.4476586559268,&quot;y&quot;:113.26502595407715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c567345a-1798-475c-b0aa-224d45a53e2e&quot;,&quot;order&quot;:&quot;4&quot;},&quot;relativeTransform&quot;:{&quot;translate&quot;:{&quot;x&quot;:193.6543547075996,&quot;y&quot;:-126.07754914956907},&quot;rotate&quot;:0,&quot;skewX&quot;:0,&quot;scale&quot;:{&quot;x&quot;:1,&quot;y&quot;:1}},&quot;opacity&quot;:0.29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e371dcbf-b344-4e26-8280-f7ed743f098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371dcbf-b344-4e26-8280-f7ed743f0986&quot;:{&quot;type&quot;:&quot;FIGURE_OBJECT&quot;,&quot;id&quot;:&quot;e371dcbf-b344-4e26-8280-f7ed743f0986&quot;,&quot;parent&quot;:{&quot;type&quot;:&quot;CHILD&quot;,&quot;parentId&quot;:&quot;c567345a-1798-475c-b0aa-224d45a53e2e&quot;,&quot;order&quot;:&quot;58&quot;},&quot;relativeTransform&quot;:{&quot;translate&quot;:{&quot;x&quot;:-131.94595436463368,&quot;y&quot;:-17.988942114567976},&quot;rotate&quot;:0},&quot;opacity&quot;:1},&quot;b20e1bc9-8d20-49c8-93e6-b7bb16a88364&quot;:{&quot;type&quot;:&quot;FIGURE_OBJECT&quot;,&quot;id&quot;:&quot;b20e1bc9-8d20-49c8-93e6-b7bb16a88364&quot;,&quot;relativeTransform&quot;:{&quot;translate&quot;:{&quot;x&quot;:198.21249932964,&quot;y&quot;:191.48640755750657},&quot;rotate&quot;:0},&quot;opacity&quot;:1,&quot;path&quot;:{&quot;type&quot;:&quot;POLY_LINE&quot;,&quot;points&quot;:[{&quot;x&quot;:-47.98227817142848,&quot;y&quot;:62.881782421757066},{&quot;x&quot;:-26.804762068679995,&quot;y&quot;:0},{&quot;x&quot;:40.79749658600908,&quot;y&quot;:0}],&quot;closed&quot;:false,&quot;cornerRounding&quot;:{&quot;type&quot;:&quot;ARC_LENGTH&quot;,&quot;global&quot;:6.922985582175423},&quot;selectedObjectIds&quot;:[&quot;179a1497-2a38-4f0b-9730-9d2e38811102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371dcbf-b344-4e26-8280-f7ed743f0986&quot;,&quot;order&quot;:&quot;2&quot;},&quot;connectorInfo&quot;:{&quot;type&quot;:&quot;ELBOW&quot;,&quot;offset&quot;:{&quot;x&quot;:0,&quot;y&quot;:0},&quot;bending&quot;:0.1,&quot;customized&quot;:true}},&quot;aed621e4-55a0-4511-9bef-7ce0625a9d06&quot;:{&quot;type&quot;:&quot;FIGURE_OBJECT&quot;,&quot;id&quot;:&quot;aed621e4-55a0-4511-9bef-7ce0625a9d06&quot;,&quot;relativeTransform&quot;:{&quot;translate&quot;:{&quot;x&quot;:198.11854449378055,&quot;y&quot;:316.8295625987389},&quot;rotate&quot;:3.141592653589793},&quot;opacity&quot;:1,&quot;path&quot;:{&quot;type&quot;:&quot;POLY_LINE&quot;,&quot;points&quot;:[{&quot;x&quot;:47.9822781714285,&quot;y&quot;:62.881782421757066},{&quot;x&quot;:26.804762068679995,&quot;y&quot;:0},{&quot;x&quot;:-40.79749658600908,&quot;y&quot;:0}],&quot;closed&quot;:false,&quot;cornerRounding&quot;:{&quot;type&quot;:&quot;ARC_LENGTH&quot;,&quot;global&quot;:9.343522760261939},&quot;selectedObjectIds&quot;:[&quot;f8067ac2-1046-4313-8fea-a843ce22bc29&quot;]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371dcbf-b344-4e26-8280-f7ed743f0986&quot;,&quot;order&quot;:&quot;5&quot;},&quot;connectorInfo&quot;:{&quot;type&quot;:&quot;ELBOW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07116752-093e-4dd8-84b4-881cb839f10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7116752-093e-4dd8-84b4-881cb839f10d&quot;:{&quot;type&quot;:&quot;FIGURE_OBJECT&quot;,&quot;id&quot;:&quot;07116752-093e-4dd8-84b4-881cb839f10d&quot;,&quot;relativeTransform&quot;:{&quot;translate&quot;:{&quot;x&quot;:-325.62235813286367,&quot;y&quot;:12.999435422600698},&quot;rotate&quot;:0,&quot;skewX&quot;:0,&quot;scale&quot;:{&quot;x&quot;:1,&quot;y&quot;:1}},&quot;opacity&quot;:0.16,&quot;path&quot;:{&quot;type&quot;:&quot;RECT&quot;,&quot;size&quot;:{&quot;x&quot;:445.7700168891945,&quot;y&quot;:30.4770019868214},&quot;cornerRounding&quot;:{&quot;type&quot;:&quot;ARC_LENGTH&quot;,&quot;global&quot;:15.707963267948966}},&quot;pathStyles&quot;:[{&quot;type&quot;:&quot;FILL&quot;,&quot;fillStyle&quot;:&quot;#EEF4FB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625&quot;},&quot;layout&quot;:{&quot;sizeRatio&quot;:{&quot;x&quot;:0.88,&quot;y&quot;:0.88},&quot;keepAspectRatio&quot;:false}},&quot;5b1bcaff-2ef0-4673-8c9d-76415058ae7d&quot;:{&quot;id&quot;:&quot;5b1bcaff-2ef0-4673-8c9d-76415058ae7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34]}],&quot;text&quot;:&quot;Phase II: Cellular Functional Assay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392.2776148624912,&quot;y&quot;:19},&quot;targetSize&quot;:{&quot;x&quot;:392.2776148624912,&quot;y&quot;:2}},&quot;parent&quot;:{&quot;type&quot;:&quot;CHILD&quot;,&quot;parentId&quot;:&quot;07116752-093e-4dd8-84b4-881cb839f10d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38442134-aff9-461f-bcf1-d98b39cda41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8442134-aff9-461f-bcf1-d98b39cda418&quot;:{&quot;type&quot;:&quot;FIGURE_OBJECT&quot;,&quot;id&quot;:&quot;38442134-aff9-461f-bcf1-d98b39cda418&quot;,&quot;relativeTransform&quot;:{&quot;translate&quot;:{&quot;x&quot;:-333.07561871344126,&quot;y&quot;:-299.28184858174234},&quot;rotate&quot;:0,&quot;skewX&quot;:0,&quot;scale&quot;:{&quot;x&quot;:1,&quot;y&quot;:1}},&quot;opacity&quot;:0.16,&quot;path&quot;:{&quot;type&quot;:&quot;RECT&quot;,&quot;size&quot;:{&quot;x&quot;:444.11356548872544,&quot;y&quot;:30.4770019868214},&quot;cornerRounding&quot;:{&quot;type&quot;:&quot;ARC_LENGTH&quot;,&quot;global&quot;:15.707963267948966}},&quot;pathStyles&quot;:[{&quot;type&quot;:&quot;FILL&quot;,&quot;fillStyle&quot;:&quot;rgb(238, 244, 251)&quot;},{&quot;type&quot;:&quot;STROKE&quot;,&quot;strokeStyle&quot;:&quot;#95AAD3&quot;,&quot;lineWidth&quot;:0,&quot;lineJoin&quot;:&quot;round&quot;}],&quot;isLocked&quot;:false,&quot;parent&quot;:{&quot;type&quot;:&quot;CHILD&quot;,&quot;parentId&quot;:&quot;c567345a-1798-475c-b0aa-224d45a53e2e&quot;,&quot;order&quot;:&quot;92&quot;},&quot;layout&quot;:{&quot;sizeRatio&quot;:{&quot;x&quot;:0.88,&quot;y&quot;:0.88},&quot;keepAspectRatio&quot;:false}},&quot;e55d6651-26e2-4b0b-adfb-d560b1215222&quot;:{&quot;id&quot;:&quot;e55d6651-26e2-4b0b-adfb-d560b121522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CENTER&quot;,&quot;lines&quot;:[{&quot;runs&quot;:[{&quot;style&quot;:{&quot;fontWeight&quot;:&quot;normal&quot;,&quot;fontStyle&quot;:&quot;normal&quot;,&quot;fontSize&quot;:16,&quot;fontFamily&quot;:&quot;Roboto&quot;,&quot;color&quot;:&quot;black&quot;,&quot;decoration&quot;:&quot;none&quot;},&quot;range&quot;:[0,45]}],&quot;text&quot;:&quot;Phase I: Combinatorial Library Design (PS-CPL)&quot;}],&quot;_lastCaretLocation&quot;:{&quot;lineIndex&quot;:0,&quot;runIndex&quot;:-1,&quot;charIndex&quot;:-1,&quot;endOfLine&quot;:true}},&quot;format&quot;:&quot;BETTER_TEXT&quot;,&quot;size&quot;:{&quot;x&quot;:390.81993763007847,&quot;y&quot;:19},&quot;targetSize&quot;:{&quot;x&quot;:-390.81993763007847,&quot;y&quot;:2}},&quot;parent&quot;:{&quot;type&quot;:&quot;CHILD&quot;,&quot;parentId&quot;:&quot;38442134-aff9-461f-bcf1-d98b39cda418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c476584b-577a-4d29-bfbf-2587c87e5f5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476584b-577a-4d29-bfbf-2587c87e5f5b&quot;:{&quot;type&quot;:&quot;FIGURE_OBJECT&quot;,&quot;id&quot;:&quot;c476584b-577a-4d29-bfbf-2587c87e5f5b&quot;,&quot;parent&quot;:{&quot;type&quot;:&quot;CHILD&quot;,&quot;parentId&quot;:&quot;c567345a-1798-475c-b0aa-224d45a53e2e&quot;,&quot;order&quot;:&quot;9967&quot;},&quot;relativeTransform&quot;:{&quot;translate&quot;:{&quot;x&quot;:98.80993547241178,&quot;y&quot;:-24.298610447199252},&quot;rotate&quot;:0,&quot;skewX&quot;:0,&quot;scale&quot;:{&quot;x&quot;:1,&quot;y&quot;:1}},&quot;opacity&quot;:0.16},&quot;d8eafe92-f8d7-4dfc-9c7e-0296831b0813&quot;:{&quot;id&quot;:&quot;d8eafe92-f8d7-4dfc-9c7e-0296831b0813&quot;,&quot;type&quot;:&quot;FIGURE_OBJECT&quot;,&quot;relativeTransform&quot;:{&quot;translate&quot;:{&quot;x&quot;:-531.2590690625342,&quot;y&quot;:-20.653893665093058},&quot;rotate&quot;:0.27473800748118826,&quot;skewX&quot;:0,&quot;scale&quot;:{&quot;x&quot;:0.9999999999999998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Met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M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.495036527335483,&quot;y&quot;:18},&quot;targetSize&quot;:{&quot;x&quot;:18.495036527335483,&quot;y&quot;:7.154094686509711}},&quot;parent&quot;:{&quot;type&quot;:&quot;CHILD&quot;,&quot;parentId&quot;:&quot;c476584b-577a-4d29-bfbf-2587c87e5f5b&quot;,&quot;order&quot;:&quot;5&quot;}},&quot;97911f7c-3d00-4308-9086-f4a351522e2b&quot;:{&quot;id&quot;:&quot;97911f7c-3d00-4308-9086-f4a351522e2b&quot;,&quot;type&quot;:&quot;FIGURE_OBJECT&quot;,&quot;relativeTransform&quot;:{&quot;translate&quot;:{&quot;x&quot;:-414.08713748176496,&quot;y&quot;:-115.87175080879486},&quot;rotate&quot;:8.881784197001252e-16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6]}],&quot;text&quot;:&quot;Trp (W)&quot;}],&quot;_lastCaretLocation&quot;:{&quot;lineIndex&quot;:0,&quot;runIndex&quot;:-1,&quot;charIndex&quot;:-1,&quot;endOfLine&quot;:true}},&quot;format&quot;:&quot;BETTER_TEXT&quot;,&quot;size&quot;:{&quot;x&quot;:18.495036527335486,&quot;y&quot;:18},&quot;targetSize&quot;:{&quot;x&quot;:18.495036527335486,&quot;y&quot;:8.067132187474046}},&quot;parent&quot;:{&quot;type&quot;:&quot;CHILD&quot;,&quot;parentId&quot;:&quot;c476584b-577a-4d29-bfbf-2587c87e5f5b&quot;,&quot;order&quot;:&quot;51&quot;}},&quot;130ef370-945f-4119-acdb-a86274abb831&quot;:{&quot;id&quot;:&quot;130ef370-945f-4119-acdb-a86274abb831&quot;,&quot;type&quot;:&quot;FIGURE_OBJECT&quot;,&quot;relativeTransform&quot;:{&quot;translate&quot;:{&quot;x&quot;:-476.19696910312183,&quot;y&quot;:-18.73668951844893},&quot;rotate&quot;:1.27675647831893e-15,&quot;skewX&quot;:5.551115123125784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3]}],&quot;text&quot;:&quot;Arg 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4.3203125,&quot;y&quot;:18},&quot;targetSize&quot;:{&quot;x&quot;:9.313533778673518,&quot;y&quot;:12.057901407990013}},&quot;parent&quot;:{&quot;type&quot;:&quot;CHILD&quot;,&quot;parentId&quot;:&quot;c476584b-577a-4d29-bfbf-2587c87e5f5b&quot;,&quot;order&quot;:&quot;52&quot;}},&quot;f5e8e3e3-cbe1-4d46-a70b-391fae64c706&quot;:{&quot;id&quot;:&quot;f5e8e3e3-cbe1-4d46-a70b-391fae64c706&quot;,&quot;type&quot;:&quot;FIGURE_OBJECT&quot;,&quot;relativeTransform&quot;:{&quot;translate&quot;:{&quot;x&quot;:-458.75205657962886,&quot;y&quot;:-26.6414773981683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n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Q)&quot;,&quot;baseStyle&quot;:{&quot;fontFamily&quot;:&quot;Roboto&quot;,&quot;fontSize&quot;:8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1.8046875,&quot;y&quot;:18},&quot;targetSize&quot;:{&quot;x&quot;:8.241999966845809,&quot;y&quot;:12.057901407990013}},&quot;parent&quot;:{&quot;type&quot;:&quot;CHILD&quot;,&quot;parentId&quot;:&quot;c476584b-577a-4d29-bfbf-2587c87e5f5b&quot;,&quot;order&quot;:&quot;55&quot;}},&quot;6d6a45f3-4b6b-42df-bcbf-ebead5b6f813&quot;:{&quot;id&quot;:&quot;6d6a45f3-4b6b-42df-bcbf-ebead5b6f813&quot;,&quot;type&quot;:&quot;FIGURE_OBJECT&quot;,&quot;relativeTransform&quot;:{&quot;translate&quot;:{&quot;x&quot;:-438.9613662079157,&quot;y&quot;:-41.438792005836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Hi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H)&quot;}],&quot;_lastCaretLocation&quot;:{&quot;lineIndex&quot;:1,&quot;runIndex&quot;:0,&quot;charIndex&quot;:2}},&quot;format&quot;:&quot;BETTER_TEXT&quot;,&quot;size&quot;:{&quot;x&quot;:11.76953125,&quot;y&quot;:18},&quot;targetSize&quot;:{&quot;x&quot;:8.241999966845809,&quot;y&quot;:12.057901407990013}},&quot;parent&quot;:{&quot;type&quot;:&quot;CHILD&quot;,&quot;parentId&quot;:&quot;c476584b-577a-4d29-bfbf-2587c87e5f5b&quot;,&quot;order&quot;:&quot;56&quot;}},&quot;d969158e-47f0-437e-8429-83f653c3d51d&quot;:{&quot;id&quot;:&quot;d969158e-47f0-437e-8429-83f653c3d51d&quot;,&quot;type&quot;:&quot;FIGURE_OBJECT&quot;,&quot;relativeTransform&quot;:{&quot;translate&quot;:{&quot;x&quot;:-423.41224870257486,&quot;y&quot;:-62.47047385981170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ro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P)&quot;}],&quot;_lastCaretLocation&quot;:{&quot;lineIndex&quot;:1,&quot;runIndex&quot;:-1,&quot;charIndex&quot;:-1,&quot;endOfLine&quot;:true}},&quot;format&quot;:&quot;BETTER_TEXT&quot;,&quot;size&quot;:{&quot;x&quot;:12.23828125,&quot;y&quot;:18},&quot;targetSize&quot;:{&quot;x&quot;:8.241999966845809,&quot;y&quot;:12.057901407990013}},&quot;parent&quot;:{&quot;type&quot;:&quot;CHILD&quot;,&quot;parentId&quot;:&quot;c476584b-577a-4d29-bfbf-2587c87e5f5b&quot;,&quot;order&quot;:&quot;57&quot;}},&quot;9bfdd627-15b5-49cb-803a-818249ed8bbd&quot;:{&quot;id&quot;:&quot;9bfdd627-15b5-49cb-803a-818249ed8bbd&quot;,&quot;type&quot;:&quot;FIGURE_OBJECT&quot;,&quot;relativeTransform&quot;:{&quot;translate&quot;:{&quot;x&quot;:-415.07835451517184,&quot;y&quot;:-89.5034731221579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476584b-577a-4d29-bfbf-2587c87e5f5b&quot;,&quot;order&quot;:&quot;6&quot;}},&quot;6da0a036-1496-4f9e-88fd-b74a5647fbce&quot;:{&quot;id&quot;:&quot;6da0a036-1496-4f9e-88fd-b74a5647fbce&quot;,&quot;type&quot;:&quot;FIGURE_OBJECT&quot;,&quot;relativeTransform&quot;:{&quot;translate&quot;:{&quot;x&quot;:-419.5256101436456,&quot;y&quot;:-138.4446232576849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C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C)&quot;}],&quot;_lastCaretLocation&quot;:{&quot;lineIndex&quot;:1,&quot;runIndex&quot;:0,&quot;charIndex&quot;:2}},&quot;format&quot;:&quot;BETTER_TEXT&quot;,&quot;size&quot;:{&quot;x&quot;:13.1171875,&quot;y&quot;:18},&quot;targetSize&quot;:{&quot;x&quot;:8.531054672336516,&quot;y&quot;:12.057901407990013}},&quot;parent&quot;:{&quot;type&quot;:&quot;CHILD&quot;,&quot;parentId&quot;:&quot;c476584b-577a-4d29-bfbf-2587c87e5f5b&quot;,&quot;order&quot;:&quot;61&quot;}},&quot;0676e715-44c4-480d-9e7a-ab1dd5858082&quot;:{&quot;id&quot;:&quot;0676e715-44c4-480d-9e7a-ab1dd5858082&quot;,&quot;type&quot;:&quot;FIGURE_OBJECT&quot;,&quot;relativeTransform&quot;:{&quot;translate&quot;:{&quot;x&quot;:-430.9695421353779,&quot;y&quot;:-158.2528681637769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y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Y)&quot;}],&quot;_lastCaretLocation&quot;:{&quot;lineIndex&quot;:1,&quot;runIndex&quot;:0,&quot;charIndex&quot;:2}},&quot;format&quot;:&quot;BETTER_TEXT&quot;,&quot;size&quot;:{&quot;x&quot;:10.984375,&quot;y&quot;:18},&quot;targetSize&quot;:{&quot;x&quot;:8.424352976017833,&quot;y&quot;:12.057901407990013}},&quot;parent&quot;:{&quot;type&quot;:&quot;CHILD&quot;,&quot;parentId&quot;:&quot;c476584b-577a-4d29-bfbf-2587c87e5f5b&quot;,&quot;order&quot;:&quot;62&quot;}},&quot;9b2eb93e-d76d-4944-9d9e-85e2c3909b03&quot;:{&quot;id&quot;:&quot;9b2eb93e-d76d-4944-9d9e-85e2c3909b03&quot;,&quot;type&quot;:&quot;FIGURE_OBJECT&quot;,&quot;relativeTransform&quot;:{&quot;translate&quot;:{&quot;x&quot;:-451.20450025883935,&quot;y&quot;:-176.663672322068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424352976017833,&quot;y&quot;:12.057901407990013}},&quot;parent&quot;:{&quot;type&quot;:&quot;CHILD&quot;,&quot;parentId&quot;:&quot;c476584b-577a-4d29-bfbf-2587c87e5f5b&quot;,&quot;order&quot;:&quot;65&quot;}},&quot;10e6222e-5520-4dbf-b174-4b2f109de560&quot;:{&quot;id&quot;:&quot;10e6222e-5520-4dbf-b174-4b2f109de560&quot;,&quot;type&quot;:&quot;FIGURE_OBJECT&quot;,&quot;relativeTransform&quot;:{&quot;translate&quot;:{&quot;x&quot;:-473.2118786553858,&quot;y&quot;:-188.42589494636655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e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L)&quot;}],&quot;_lastCaretLocation&quot;:{&quot;lineIndex&quot;:1,&quot;runIndex&quot;:0,&quot;charIndex&quot;:2}},&quot;format&quot;:&quot;BETTER_TEXT&quot;,&quot;size&quot;:{&quot;x&quot;:12.953125,&quot;y&quot;:18},&quot;targetSize&quot;:{&quot;x&quot;:8.424352976017833,&quot;y&quot;:12.057901407990013}},&quot;parent&quot;:{&quot;type&quot;:&quot;CHILD&quot;,&quot;parentId&quot;:&quot;c476584b-577a-4d29-bfbf-2587c87e5f5b&quot;,&quot;order&quot;:&quot;66&quot;}},&quot;7a28d76d-beed-4cd4-958d-91b86768b77a&quot;:{&quot;id&quot;:&quot;7a28d76d-beed-4cd4-958d-91b86768b77a&quot;,&quot;type&quot;:&quot;FIGURE_OBJECT&quot;,&quot;relativeTransform&quot;:{&quot;translate&quot;:{&quot;x&quot;:-493.3505575712056,&quot;y&quot;:-191.4568016054006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Ph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F)&quot;}],&quot;_lastCaretLocation&quot;:{&quot;lineIndex&quot;:1,&quot;runIndex&quot;:0,&quot;charIndex&quot;:2}},&quot;format&quot;:&quot;BETTER_TEXT&quot;,&quot;size&quot;:{&quot;x&quot;:13.69140625,&quot;y&quot;:18},&quot;targetSize&quot;:{&quot;x&quot;:8.904510609451902,&quot;y&quot;:12.057901407990013}},&quot;parent&quot;:{&quot;type&quot;:&quot;CHILD&quot;,&quot;parentId&quot;:&quot;c476584b-577a-4d29-bfbf-2587c87e5f5b&quot;,&quot;order&quot;:&quot;67&quot;}},&quot;092d969a-29c7-4690-bb2d-d80d33ddc073&quot;:{&quot;id&quot;:&quot;092d969a-29c7-4690-bb2d-d80d33ddc073&quot;,&quot;type&quot;:&quot;FIGURE_OBJECT&quot;,&quot;relativeTransform&quot;:{&quot;translate&quot;:{&quot;x&quot;:-514.2147517391312,&quot;y&quot;:-190.940328040228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y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G)&quot;}],&quot;_lastCaretLocation&quot;:{&quot;lineIndex&quot;:1,&quot;runIndex&quot;:0,&quot;charIndex&quot;:2}},&quot;format&quot;:&quot;BETTER_TEXT&quot;,&quot;size&quot;:{&quot;x&quot;:11.17578125,&quot;y&quot;:18},&quot;targetSize&quot;:{&quot;x&quot;:8.904510609451902,&quot;y&quot;:12.057901407990013}},&quot;parent&quot;:{&quot;type&quot;:&quot;CHILD&quot;,&quot;parentId&quot;:&quot;c476584b-577a-4d29-bfbf-2587c87e5f5b&quot;,&quot;order&quot;:&quot;7&quot;}},&quot;61b99d29-0b2a-427c-9d68-d176711814e2&quot;:{&quot;id&quot;:&quot;61b99d29-0b2a-427c-9d68-d176711814e2&quot;,&quot;type&quot;:&quot;FIGURE_OBJECT&quot;,&quot;relativeTransform&quot;:{&quot;translate&quot;:{&quot;x&quot;:-537.5901199545821,&quot;y&quot;:-186.3499077182751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Glu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E)&quot;}],&quot;_lastCaretLocation&quot;:{&quot;lineIndex&quot;:1,&quot;runIndex&quot;:0,&quot;charIndex&quot;:2}},&quot;format&quot;:&quot;BETTER_TEXT&quot;,&quot;size&quot;:{&quot;x&quot;:11.80078125,&quot;y&quot;:18},&quot;targetSize&quot;:{&quot;x&quot;:8.904510609451902,&quot;y&quot;:12.057901407990013}},&quot;parent&quot;:{&quot;type&quot;:&quot;CHILD&quot;,&quot;parentId&quot;:&quot;c476584b-577a-4d29-bfbf-2587c87e5f5b&quot;,&quot;order&quot;:&quot;71&quot;}},&quot;4edaa3c2-3dab-44ff-9a63-941560f93079&quot;:{&quot;id&quot;:&quot;4edaa3c2-3dab-44ff-9a63-941560f93079&quot;,&quot;type&quot;:&quot;FIGURE_OBJECT&quot;,&quot;relativeTransform&quot;:{&quot;translate&quot;:{&quot;x&quot;:-557.9334142172197,&quot;y&quot;:-174.64452721454117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p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D)&quot;}],&quot;_lastCaretLocation&quot;:{&quot;lineIndex&quot;:1,&quot;runIndex&quot;:0,&quot;charIndex&quot;:2}},&quot;format&quot;:&quot;BETTER_TEXT&quot;,&quot;size&quot;:{&quot;x&quot;:13.83203125,&quot;y&quot;:18},&quot;targetSize&quot;:{&quot;x&quot;:8.995969206296486,&quot;y&quot;:12.057901407990013}},&quot;parent&quot;:{&quot;type&quot;:&quot;CHILD&quot;,&quot;parentId&quot;:&quot;c476584b-577a-4d29-bfbf-2587c87e5f5b&quot;,&quot;order&quot;:&quot;72&quot;}},&quot;c4fc8946-c4c0-4f1b-a870-0f42125add2a&quot;:{&quot;id&quot;:&quot;c4fc8946-c4c0-4f1b-a870-0f42125add2a&quot;,&quot;type&quot;:&quot;FIGURE_OBJECT&quot;,&quot;relativeTransform&quot;:{&quot;translate&quot;:{&quot;x&quot;:-574.451892080079,&quot;y&quot;:-157.8934981839214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la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A)&quot;}],&quot;_lastCaretLocation&quot;:{&quot;lineIndex&quot;:1,&quot;runIndex&quot;:0,&quot;charIndex&quot;:2}},&quot;format&quot;:&quot;BETTER_TEXT&quot;,&quot;size&quot;:{&quot;x&quot;:11.51171875,&quot;y&quot;:18},&quot;targetSize&quot;:{&quot;x&quot;:8.904510609451902,&quot;y&quot;:12.057901407990013}},&quot;parent&quot;:{&quot;type&quot;:&quot;CHILD&quot;,&quot;parentId&quot;:&quot;c476584b-577a-4d29-bfbf-2587c87e5f5b&quot;,&quot;order&quot;:&quot;75&quot;}},&quot;a453f5b1-9552-401c-942b-660cc2506feb&quot;:{&quot;id&quot;:&quot;a453f5b1-9552-401c-942b-660cc2506feb&quot;,&quot;type&quot;:&quot;FIGURE_OBJECT&quot;,&quot;relativeTransform&quot;:{&quot;translate&quot;:{&quot;x&quot;:-585.0501677381319,&quot;y&quot;:-135.2742730271451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Val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V)&quot;}],&quot;_lastCaretLocation&quot;:{&quot;lineIndex&quot;:1,&quot;runIndex&quot;:0,&quot;charIndex&quot;:2}},&quot;format&quot;:&quot;BETTER_TEXT&quot;,&quot;size&quot;:{&quot;x&quot;:11.203125,&quot;y&quot;:18},&quot;targetSize&quot;:{&quot;x&quot;:8.904510609451902,&quot;y&quot;:12.057901407990013}},&quot;parent&quot;:{&quot;type&quot;:&quot;CHILD&quot;,&quot;parentId&quot;:&quot;c476584b-577a-4d29-bfbf-2587c87e5f5b&quot;,&quot;order&quot;:&quot;76&quot;}},&quot;bdbc4840-7cab-4d18-880b-ee391122dfbb&quot;:{&quot;id&quot;:&quot;bdbc4840-7cab-4d18-880b-ee391122dfbb&quot;,&quot;type&quot;:&quot;FIGURE_OBJECT&quot;,&quot;relativeTransform&quot;:{&quot;translate&quot;:{&quot;x&quot;:-589.9670863249487,&quot;y&quot;:-113.6021989035601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rg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R)&quot;}],&quot;_lastCaretLocation&quot;:{&quot;lineIndex&quot;:1,&quot;runIndex&quot;:0,&quot;charIndex&quot;:2}},&quot;format&quot;:&quot;BETTER_TEXT&quot;,&quot;size&quot;:{&quot;x&quot;:16.50251250433952,&quot;y&quot;:18},&quot;targetSize&quot;:{&quot;x&quot;:16.50251250433952,&quot;y&quot;:18}},&quot;parent&quot;:{&quot;type&quot;:&quot;CHILD&quot;,&quot;parentId&quot;:&quot;c476584b-577a-4d29-bfbf-2587c87e5f5b&quot;,&quot;order&quot;:&quot;77&quot;}},&quot;0507ad81-2552-40af-8d23-3bd25091245d&quot;:{&quot;id&quot;:&quot;0507ad81-2552-40af-8d23-3bd25091245d&quot;,&quot;type&quot;:&quot;FIGURE_OBJECT&quot;,&quot;relativeTransform&quot;:{&quot;translate&quot;:{&quot;x&quot;:-588.978372913594,&quot;y&quot;:-91.819216049763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Se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S)&quot;}],&quot;_lastCaretLocation&quot;:{&quot;lineIndex&quot;:1,&quot;runIndex&quot;:0,&quot;charIndex&quot;:2}},&quot;format&quot;:&quot;BETTER_TEXT&quot;,&quot;size&quot;:{&quot;x&quot;:11.69140625,&quot;y&quot;:18},&quot;targetSize&quot;:{&quot;x&quot;:8.904510609451902,&quot;y&quot;:12.057901407990013}},&quot;parent&quot;:{&quot;type&quot;:&quot;CHILD&quot;,&quot;parentId&quot;:&quot;c476584b-577a-4d29-bfbf-2587c87e5f5b&quot;,&quot;order&quot;:&quot;8&quot;}},&quot;5ddb525d-3ef3-4e30-aa29-adb47b4e714e&quot;:{&quot;id&quot;:&quot;5ddb525d-3ef3-4e30-aa29-adb47b4e714e&quot;,&quot;type&quot;:&quot;FIGURE_OBJECT&quot;,&quot;relativeTransform&quot;:{&quot;translate&quot;:{&quot;x&quot;:-583.8284248611758,&quot;y&quot;:-70.49724795595226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Lys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K)&quot;}],&quot;_lastCaretLocation&quot;:{&quot;lineIndex&quot;:1,&quot;runIndex&quot;:0,&quot;charIndex&quot;:2}},&quot;format&quot;:&quot;BETTER_TEXT&quot;,&quot;size&quot;:{&quot;x&quot;:11.6953125,&quot;y&quot;:18},&quot;targetSize&quot;:{&quot;x&quot;:8.904510609451902,&quot;y&quot;:12.057901407990013}},&quot;parent&quot;:{&quot;type&quot;:&quot;CHILD&quot;,&quot;parentId&quot;:&quot;c476584b-577a-4d29-bfbf-2587c87e5f5b&quot;,&quot;order&quot;:&quot;82&quot;}},&quot;51d4dc69-ad36-4656-b9b5-b54110465348&quot;:{&quot;id&quot;:&quot;51d4dc69-ad36-4656-b9b5-b54110465348&quot;,&quot;type&quot;:&quot;FIGURE_OBJECT&quot;,&quot;relativeTransform&quot;:{&quot;translate&quot;:{&quot;x&quot;:-573.3693589408819,&quot;y&quot;:-50.82758216258704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Asn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N)&quot;}],&quot;_lastCaretLocation&quot;:{&quot;lineIndex&quot;:1,&quot;runIndex&quot;:0,&quot;charIndex&quot;:2}},&quot;format&quot;:&quot;BETTER_TEXT&quot;,&quot;size&quot;:{&quot;x&quot;:13.7578125,&quot;y&quot;:18},&quot;targetSize&quot;:{&quot;x&quot;:8.947699391295178,&quot;y&quot;:12.057901407990013}},&quot;parent&quot;:{&quot;type&quot;:&quot;CHILD&quot;,&quot;parentId&quot;:&quot;c476584b-577a-4d29-bfbf-2587c87e5f5b&quot;,&quot;order&quot;:&quot;85&quot;}},&quot;f69082cd-1ef9-4ae2-b93c-a98c7afcafa4&quot;:{&quot;id&quot;:&quot;f69082cd-1ef9-4ae2-b93c-a98c7afcafa4&quot;,&quot;type&quot;:&quot;FIGURE_OBJECT&quot;,&quot;relativeTransform&quot;:{&quot;translate&quot;:{&quot;x&quot;:-555.8499950580755,&quot;y&quot;:-30.70736349264708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Thr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T)&quot;}],&quot;_lastCaretLocation&quot;:{&quot;lineIndex&quot;:1,&quot;runIndex&quot;:0,&quot;charIndex&quot;:2}},&quot;format&quot;:&quot;BETTER_TEXT&quot;,&quot;size&quot;:{&quot;x&quot;:11.88671875,&quot;y&quot;:18},&quot;targetSize&quot;:{&quot;x&quot;:8.904510609451902,&quot;y&quot;:12.057901407990013}},&quot;parent&quot;:{&quot;type&quot;:&quot;CHILD&quot;,&quot;parentId&quot;:&quot;c476584b-577a-4d29-bfbf-2587c87e5f5b&quot;,&quot;order&quot;:&quot;9&quot;}},&quot;5b3aeb4a-fdf5-4321-b362-0bc2a9b4efdc&quot;:{&quot;id&quot;:&quot;5b3aeb4a-fdf5-4321-b362-0bc2a9b4efdc&quot;,&quot;type&quot;:&quot;FIGURE_OBJECT&quot;,&quot;relativeTransform&quot;:{&quot;translate&quot;:{&quot;x&quot;:-502.3919233336815,&quot;y&quot;:-16.160703042291292},&quot;rotate&quot;:1.27675647831893e-15,&quot;skewX&quot;:5.551115123125725e-17,&quot;scale&quot;:{&quot;x&quot;:0.9999999999999999,&quot;y&quot;:0.9999999999999999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Ile&quot;},{&quot;runs&quot;:[{&quot;style&quot;:{&quot;fontFamily&quot;:&quot;Roboto&quot;,&quot;fontSize&quot;:8,&quot;color&quot;:&quot;black&quot;,&quot;fontWeight&quot;:&quot;normal&quot;,&quot;fontStyle&quot;:&quot;normal&quot;,&quot;decoration&quot;:&quot;none&quot;},&quot;range&quot;:[0,2]}],&quot;text&quot;:&quot;(I)&quot;}],&quot;_lastCaretLocation&quot;:{&quot;lineIndex&quot;:1,&quot;runIndex&quot;:0,&quot;charIndex&quot;:2}},&quot;format&quot;:&quot;BETTER_TEXT&quot;,&quot;size&quot;:{&quot;x&quot;:8.904510609451902,&quot;y&quot;:18},&quot;targetSize&quot;:{&quot;x&quot;:8.904510609451902,&quot;y&quot;:12.057901407990013}},&quot;parent&quot;:{&quot;type&quot;:&quot;CHILD&quot;,&quot;parentId&quot;:&quot;c476584b-577a-4d29-bfbf-2587c87e5f5b&quot;,&quot;order&quot;:&quot;95&quot;}},&quot;2305ffc3-a0d8-4afc-a121-6957e0a46e6a&quot;:{&quot;type&quot;:&quot;FIGURE_OBJECT&quot;,&quot;id&quot;:&quot;2305ffc3-a0d8-4afc-a121-6957e0a46e6a&quot;,&quot;path&quot;:{&quot;type&quot;:&quot;PIE_DONUT&quot;,&quot;size&quot;:{&quot;x&quot;:-205.87775682549142,&quot;y&quot;:-205.87775682549145},&quot;startAngle&quot;:1.563623111780083,&quot;sweepAngle&quot;:0.20352275586417612,&quot;donutHoleRatio&quot;:0.7148018017464927,&quot;selectedObjectIds&quot;:[&quot;fabfaef3-ee54-4d11-aa41-aab7ae9423f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5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7356e6a-eb4a-4a37-bf3e-1f6c8bb7215b&quot;:{&quot;type&quot;:&quot;FIGURE_OBJECT&quot;,&quot;id&quot;:&quot;27356e6a-eb4a-4a37-bf3e-1f6c8bb7215b&quot;,&quot;path&quot;:{&quot;type&quot;:&quot;PIE_DONUT&quot;,&quot;size&quot;:{&quot;x&quot;:-205.87775682549142,&quot;y&quot;:-205.87775682549145},&quot;startAngle&quot;:2.354407479718753,&quot;sweepAngle&quot;:0.2707623543954485,&quot;donutHoleRatio&quot;:0.7148018017464927,&quot;selectedObjectIds&quot;:[&quot;24c07cbe-36af-4c07-b429-16fb76f6a63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2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9fce3b95-5e31-4c1b-a1cc-93b2280b39a3&quot;:{&quot;type&quot;:&quot;FIGURE_OBJECT&quot;,&quot;id&quot;:&quot;9fce3b95-5e31-4c1b-a1cc-93b2280b39a3&quot;,&quot;path&quot;:{&quot;type&quot;:&quot;PIE_DONUT&quot;,&quot;size&quot;:{&quot;x&quot;:-205.87775682549142,&quot;y&quot;:-205.87775682549145},&quot;startAngle&quot;:2.0151899109969413,&quot;sweepAngle&quot;:0.33561953604218964,&quot;donutHoleRatio&quot;:0.7148018017464927,&quot;selectedObjectIds&quot;:[&quot;d71cd00e-31e0-48aa-8eb0-4ee8645c697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3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97858da5-e3cf-4c14-96ae-346b1da6a7bd&quot;:{&quot;type&quot;:&quot;FIGURE_OBJECT&quot;,&quot;id&quot;:&quot;97858da5-e3cf-4c14-96ae-346b1da6a7bd&quot;,&quot;path&quot;:{&quot;type&quot;:&quot;PIE_DONUT&quot;,&quot;size&quot;:{&quot;x&quot;:-205.87775682549142,&quot;y&quot;:-205.87775682549145},&quot;startAngle&quot;:1.7688821057191364,&quot;sweepAngle&quot;:0.2425384757875424,&quot;donutHoleRatio&quot;:0.7148018017464927,&quot;selectedObjectIds&quot;:[&quot;12bd09d7-eca4-4c60-8cc8-35a0301ca91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7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134d69f0-6df0-43fc-9060-fb1e5b6cc181&quot;:{&quot;type&quot;:&quot;FIGURE_OBJECT&quot;,&quot;id&quot;:&quot;134d69f0-6df0-43fc-9060-fb1e5b6cc181&quot;,&quot;path&quot;:{&quot;type&quot;:&quot;PIE_DONUT&quot;,&quot;size&quot;:{&quot;x&quot;:-205.87775682549142,&quot;y&quot;:-205.87775682549145},&quot;startAngle&quot;:2.631098319333969,&quot;sweepAngle&quot;:0.2645130257318691,&quot;donutHoleRatio&quot;:0.7148018017464927,&quot;selectedObjectIds&quot;:[&quot;a9802bb4-bd74-4705-a6ad-a1c46e16042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1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274fece6-e54f-4cdd-826e-bb65aa6478f7&quot;:{&quot;type&quot;:&quot;FIGURE_OBJECT&quot;,&quot;id&quot;:&quot;274fece6-e54f-4cdd-826e-bb65aa6478f7&quot;,&quot;path&quot;:{&quot;type&quot;:&quot;PIE_DONUT&quot;,&quot;size&quot;:{&quot;x&quot;:-205.87775682549142,&quot;y&quot;:-205.87775682549145},&quot;startAngle&quot;:2.8754108869166233,&quot;sweepAngle&quot;:0.2628166357215216,&quot;donutHoleRatio&quot;:0.7148018017464927,&quot;selectedObjectIds&quot;:[&quot;1a312c91-e71a-4300-9d99-4c3f50752c16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6&quot;},&quot;relativeTransform&quot;:{&quot;translate&quot;:{&quot;x&quot;:-501.5227585950064,&quot;y&quot;:-103.6059005998435},&quot;rotate&quot;:0,&quot;skewX&quot;:0,&quot;scale&quot;:{&quot;x&quot;:0.9999999999999999,&quot;y&quot;:0.9999999999999999}},&quot;opacity&quot;:1},&quot;c773ddee-2972-4157-bbd1-3519220874c4&quot;:{&quot;type&quot;:&quot;FIGURE_OBJECT&quot;,&quot;id&quot;:&quot;c773ddee-2972-4157-bbd1-3519220874c4&quot;,&quot;path&quot;:{&quot;type&quot;:&quot;PIE_DONUT&quot;,&quot;size&quot;:{&quot;x&quot;:205.2830410643041,&quot;y&quot;:-205.28304106430411},&quot;startAngle&quot;:1.563623111780083,&quot;sweepAngle&quot;:0.26779686367651667,&quot;donutHoleRatio&quot;:0.7148018017464927,&quot;selectedObjectIds&quot;:[&quot;75ea9970-d3d1-4be0-a37b-10fcf5984b28&quot;]},&quot;pathStyles&quot;:[{&quot;type&quot;:&quot;STROKE&quot;,&quot;strokeStyle&quot;:&quot;rgb(112, 112, 113)&quot;,&quot;lineWidth&quot;:0.975558366342234,&quot;lineJoin&quot;:&quot;round&quot;},{&quot;type&quot;:&quot;FILL&quot;,&quot;fillStyle&quot;:&quot;rgb(248, 231, 227)&quot;}],&quot;parent&quot;:{&quot;type&quot;:&quot;CHILD&quot;,&quot;parentId&quot;:&quot;c476584b-577a-4d29-bfbf-2587c87e5f5b&quot;,&quot;order&quot;:&quot;4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b5c90fb8-1258-4e7a-bc43-409aa3f29fc9&quot;:{&quot;type&quot;:&quot;FIGURE_OBJECT&quot;,&quot;id&quot;:&quot;b5c90fb8-1258-4e7a-bc43-409aa3f29fc9&quot;,&quot;path&quot;:{&quot;type&quot;:&quot;PIE_DONUT&quot;,&quot;size&quot;:{&quot;x&quot;:205.2830410643041,&quot;y&quot;:-205.28304106430411},&quot;startAngle&quot;:2.354407479718753,&quot;sweepAngle&quot;:0.26963541207003416,&quot;donutHoleRatio&quot;:0.7148018017464927,&quot;selectedObjectIds&quot;:[&quot;26ee61a3-665e-46e7-a6e6-6fa663f6790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4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f829143c-6eb2-4f27-9832-aeb8bba22cfb&quot;:{&quot;type&quot;:&quot;FIGURE_OBJECT&quot;,&quot;id&quot;:&quot;f829143c-6eb2-4f27-9832-aeb8bba22cfb&quot;,&quot;path&quot;:{&quot;type&quot;:&quot;PIE_DONUT&quot;,&quot;size&quot;:{&quot;x&quot;:205.2830410643041,&quot;y&quot;:-205.28304106430411},&quot;startAngle&quot;:1.8294808044565796,&quot;sweepAngle&quot;:0.28008448237925965,&quot;donutHoleRatio&quot;:0.7148018017464927,&quot;selectedObjectIds&quot;:[&quot;b09be473-501a-4701-bbba-53820ff22b2c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32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31a3ca0b-3d0c-4720-b940-e14ea2c8f2aa&quot;:{&quot;type&quot;:&quot;FIGURE_OBJECT&quot;,&quot;id&quot;:&quot;31a3ca0b-3d0c-4720-b940-e14ea2c8f2aa&quot;,&quot;path&quot;:{&quot;type&quot;:&quot;PIE_DONUT&quot;,&quot;size&quot;:{&quot;x&quot;:205.2830410643041,&quot;y&quot;:-205.28304106430411},&quot;startAngle&quot;:2.624992138351832,&quot;sweepAngle&quot;:0.30342652958466765,&quot;donutHoleRatio&quot;:0.7148018017464927,&quot;selectedObjectIds&quot;:[&quot;d0fa1577-945e-44b3-98e4-552753f50c1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3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5c86a383-c3b6-4df2-912c-a76f1b036c3b&quot;:{&quot;type&quot;:&quot;FIGURE_OBJECT&quot;,&quot;id&quot;:&quot;5c86a383-c3b6-4df2-912c-a76f1b036c3b&quot;,&quot;path&quot;:{&quot;type&quot;:&quot;PIE_DONUT&quot;,&quot;size&quot;:{&quot;x&quot;:205.2830410643041,&quot;y&quot;:-205.28304106430411},&quot;startAngle&quot;:2.113886759027788,&quot;sweepAngle&quot;:0.23692268801134286,&quot;donutHoleRatio&quot;:0.7148018017464927,&quot;selectedObjectIds&quot;:[&quot;23e28625-34ec-4edc-b708-9e19e69b057e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45&quot;},&quot;relativeTransform&quot;:{&quot;translate&quot;:{&quot;x&quot;:-503.1098094225514,&quot;y&quot;:-103.86727446495837},&quot;rotate&quot;:-7.347880794884121e-16,&quot;skewX&quot;:-3.94430452610506e-31,&quot;scale&quot;:{&quot;x&quot;:0.9999999999999999,&quot;y&quot;:0.9999999999999999}},&quot;opacity&quot;:1},&quot;845eace9-cda5-4ef9-9091-549f8625979d&quot;:{&quot;type&quot;:&quot;FIGURE_OBJECT&quot;,&quot;id&quot;:&quot;845eace9-cda5-4ef9-9091-549f8625979d&quot;,&quot;path&quot;:{&quot;type&quot;:&quot;PIE_DONUT&quot;,&quot;size&quot;:{&quot;x&quot;:-205.87775682549142,&quot;y&quot;:-205.87775682549145},&quot;startAngle&quot;:1.366110471376245,&quot;sweepAngle&quot;:0.38770538322702475,&quot;donutHoleRatio&quot;:0.7175255041104627,&quot;selectedObjectIds&quot;:[&quot;1c042d81-8067-4b48-af37-37780e9e16f9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7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7c0387ca-3d29-4f7d-82f0-52aa2676416d&quot;:{&quot;type&quot;:&quot;FIGURE_OBJECT&quot;,&quot;id&quot;:&quot;7c0387ca-3d29-4f7d-82f0-52aa2676416d&quot;,&quot;path&quot;:{&quot;type&quot;:&quot;PIE_DONUT&quot;,&quot;size&quot;:{&quot;x&quot;:-205.87775682549142,&quot;y&quot;:-205.87775682549145},&quot;startAngle&quot;:2.354407479718753,&quot;sweepAngle&quot;:0.2780843270233859,&quot;donutHoleRatio&quot;:0.7148018017464927,&quot;selectedObjectIds&quot;:[&quot;22221815-c101-42c2-9eb2-f91451f73ef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6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619476ed-e3ee-4255-8112-893b99f1862f&quot;:{&quot;type&quot;:&quot;FIGURE_OBJECT&quot;,&quot;id&quot;:&quot;619476ed-e3ee-4255-8112-893b99f1862f&quot;,&quot;path&quot;:{&quot;type&quot;:&quot;PIE_DONUT&quot;,&quot;size&quot;:{&quot;x&quot;:-205.87775682549142,&quot;y&quot;:-205.87775682549145},&quot;startAngle&quot;:2.0541319705907535,&quot;sweepAngle&quot;:0.2966774764483775,&quot;donutHoleRatio&quot;:0.7148018017464927,&quot;selectedObjectIds&quot;:[&quot;405e47e1-0919-4642-9eac-937023e3445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b7548606-3984-4ed9-a7ba-daf3f4894b88&quot;:{&quot;type&quot;:&quot;FIGURE_OBJECT&quot;,&quot;id&quot;:&quot;b7548606-3984-4ed9-a7ba-daf3f4894b88&quot;,&quot;path&quot;:{&quot;type&quot;:&quot;PIE_DONUT&quot;,&quot;size&quot;:{&quot;x&quot;:-205.87775682549142,&quot;y&quot;:-205.87775682549145},&quot;startAngle&quot;:1.7537256250925732,&quot;sweepAngle&quot;:0.2942102472081043,&quot;donutHoleRatio&quot;:0.7148018017464927,&quot;selectedObjectIds&quot;:[&quot;3c44e47a-2cc8-4a46-a415-2bf5af5b0e1b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701ddaf5-99f1-404e-979a-59df405f0a7d&quot;:{&quot;type&quot;:&quot;FIGURE_OBJECT&quot;,&quot;id&quot;:&quot;701ddaf5-99f1-404e-979a-59df405f0a7d&quot;,&quot;path&quot;:{&quot;type&quot;:&quot;PIE_DONUT&quot;,&quot;size&quot;:{&quot;x&quot;:-205.87775682549142,&quot;y&quot;:-205.87775682549145},&quot;startAngle&quot;:2.877335683964062,&quot;sweepAngle&quot;:0.2642569696257322,&quot;donutHoleRatio&quot;:0.7148018017464927,&quot;selectedObjectIds&quot;:[&quot;1442b6a2-b475-421d-b411-f6be19b90707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5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6e578aa1-f6b4-4232-a7d7-6654570960ea&quot;:{&quot;type&quot;:&quot;FIGURE_OBJECT&quot;,&quot;id&quot;:&quot;6e578aa1-f6b4-4232-a7d7-6654570960ea&quot;,&quot;path&quot;:{&quot;type&quot;:&quot;PIE_DONUT&quot;,&quot;size&quot;:{&quot;x&quot;:-205.87775682549142,&quot;y&quot;:-205.87775682549145},&quot;startAngle&quot;:2.637032214527495,&quot;sweepAngle&quot;:0.23111849811250718,&quot;donutHoleRatio&quot;:0.7148018017464927,&quot;selectedObjectIds&quot;:[&quot;35cedcdc-5b0b-475d-9806-451a38d2d34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2&quot;},&quot;relativeTransform&quot;:{&quot;translate&quot;:{&quot;x&quot;:-502.8483294216736,&quot;y&quot;:-103.92772602300093},&quot;rotate&quot;:3.141592653589793,&quot;skewX&quot;:-2.4651903288156624e-32,&quot;scale&quot;:{&quot;x&quot;:0.9999999999999999,&quot;y&quot;:0.9999999999999999}},&quot;opacity&quot;:1},&quot;30b75346-094d-4351-8a4e-056c980a78d1&quot;:{&quot;type&quot;:&quot;FIGURE_OBJECT&quot;,&quot;id&quot;:&quot;30b75346-094d-4351-8a4e-056c980a78d1&quot;,&quot;path&quot;:{&quot;type&quot;:&quot;PIE_DONUT&quot;,&quot;size&quot;:{&quot;x&quot;:-205.87775682549142,&quot;y&quot;:-205.87775682549145},&quot;startAngle&quot;:3.141592653589793,&quot;sweepAngle&quot;:0.21518045347474057,&quot;donutHoleRatio&quot;:0.7148018017464927,&quot;selectedObjectIds&quot;:[&quot;7d7ddcb1-7220-4f69-9a23-cca293a79453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01&quot;},&quot;relativeTransform&quot;:{&quot;translate&quot;:{&quot;x&quot;:-502.8483294216736,&quot;y&quot;:-103.07733929783187},&quot;rotate&quot;:3.141592653589793,&quot;skewX&quot;:-2.4651903288156624e-32,&quot;scale&quot;:{&quot;x&quot;:0.9999999999999999,&quot;y&quot;:0.9999999999999999}},&quot;opacity&quot;:1},&quot;60cf6a1c-70c2-49b0-aeeb-785bcc2a4634&quot;:{&quot;type&quot;:&quot;FIGURE_OBJECT&quot;,&quot;id&quot;:&quot;60cf6a1c-70c2-49b0-aeeb-785bcc2a4634&quot;,&quot;path&quot;:{&quot;type&quot;:&quot;PIE_DONUT&quot;,&quot;size&quot;:{&quot;x&quot;:205.48555817156503,&quot;y&quot;:-205.48555817156506},&quot;startAngle&quot;:1.7577286416606548,&quot;sweepAngle&quot;:0.2040670954134276,&quot;donutHoleRatio&quot;:0.7148018017464927,&quot;selectedObjectIds&quot;:[&quot;052a30ec-f68d-41c1-a71d-5adc039e8c5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7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23f5664a-1776-429a-b34c-e7178bb4c8cc&quot;:{&quot;type&quot;:&quot;FIGURE_OBJECT&quot;,&quot;id&quot;:&quot;23f5664a-1776-429a-b34c-e7178bb4c8cc&quot;,&quot;path&quot;:{&quot;type&quot;:&quot;PIE_DONUT&quot;,&quot;size&quot;:{&quot;x&quot;:205.48555817156503,&quot;y&quot;:-205.48555817156506},&quot;startAngle&quot;:2.463093792770469,&quot;sweepAngle&quot;:0.35603840964530864,&quot;donutHoleRatio&quot;:0.7148018017464927,&quot;selectedObjectIds&quot;:[&quot;751e1af1-2da9-4244-ab7d-bc1b966c49d4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6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aa8f0207-af9f-4c8a-8e31-d0a6e404445f&quot;:{&quot;type&quot;:&quot;FIGURE_OBJECT&quot;,&quot;id&quot;:&quot;aa8f0207-af9f-4c8a-8e31-d0a6e404445f&quot;,&quot;path&quot;:{&quot;type&quot;:&quot;PIE_DONUT&quot;,&quot;size&quot;:{&quot;x&quot;:205.48555817156503,&quot;y&quot;:-205.48555817156506},&quot;startAngle&quot;:1.9632127326000337,&quot;sweepAngle&quot;:0.25433534425419335,&quot;donutHoleRatio&quot;:0.7148018017464927,&quot;selectedObjectIds&quot;:[&quot;b0ae2a6c-0797-446b-97e0-7006766df7a2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5&quot;},&quot;relativeTransform&quot;:{&quot;translate&quot;:{&quot;x&quot;:-501.3499197385585,&quot;y&quot;:-103.73175990086332},&quot;rotate&quot;:3.141592653589792,&quot;skewX&quot;:-1.97215226305253e-31,&quot;scale&quot;:{&quot;x&quot;:0.9999999999999999,&quot;y&quot;:0.9999999999999999}},&quot;opacity&quot;:1},&quot;3887a0cf-e3c0-46cd-af2e-58a1d12016e5&quot;:{&quot;type&quot;:&quot;FIGURE_OBJECT&quot;,&quot;id&quot;:&quot;3887a0cf-e3c0-46cd-af2e-58a1d12016e5&quot;,&quot;path&quot;:{&quot;type&quot;:&quot;PIE_DONUT&quot;,&quot;size&quot;:{&quot;x&quot;:205.48555817156503,&quot;y&quot;:-205.48555817156506},&quot;startAngle&quot;:2.8205533862663508,&quot;sweepAngle&quot;:0.32103926732344235,&quot;donutHoleRatio&quot;:0.7148018017464927,&quot;selectedObjectIds&quot;:[&quot;1efa590c-1e7b-434b-aa31-ca35391584e5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1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8652d4bf-5063-4f90-bfe9-1407a8b89067&quot;:{&quot;type&quot;:&quot;FIGURE_OBJECT&quot;,&quot;id&quot;:&quot;8652d4bf-5063-4f90-bfe9-1407a8b89067&quot;,&quot;path&quot;:{&quot;type&quot;:&quot;PIE_DONUT&quot;,&quot;size&quot;:{&quot;x&quot;:205.48555817156503,&quot;y&quot;:-205.48555817156506},&quot;startAngle&quot;:2.215225222976016,&quot;sweepAngle&quot;:0.29949859087727937,&quot;donutHoleRatio&quot;:0.7148018017464927,&quot;selectedObjectIds&quot;:[&quot;38ebf9f7-a49f-45ab-ac2a-67c97419136d&quot;]},&quot;pathStyles&quot;:[{&quot;type&quot;:&quot;STROKE&quot;,&quot;strokeStyle&quot;:&quot;rgb(112, 112, 113)&quot;,&quot;lineWidth&quot;:0.975558366342234,&quot;lineJoin&quot;:&quot;round&quot;},{&quot;type&quot;:&quot;FILL&quot;,&quot;fillStyle&quot;:&quot;rgba(255,255,255,1)&quot;}],&quot;parent&quot;:{&quot;type&quot;:&quot;CHILD&quot;,&quot;parentId&quot;:&quot;c476584b-577a-4d29-bfbf-2587c87e5f5b&quot;,&quot;order&quot;:&quot;2&quot;},&quot;relativeTransform&quot;:{&quot;translate&quot;:{&quot;x&quot;:-501.3499197385585,&quot;y&quot;:-103.79679712528615},&quot;rotate&quot;:3.141592653589792,&quot;skewX&quot;:-1.97215226305253e-31,&quot;scale&quot;:{&quot;x&quot;:0.9999999999999999,&quot;y&quot;:0.9999999999999999}},&quot;opacity&quot;:1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7dd1e8a-a8f0-4414-8a5f-24dd2849052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7dd1e8a-a8f0-4414-8a5f-24dd28490525&quot;:{&quot;type&quot;:&quot;FIGURE_OBJECT&quot;,&quot;id&quot;:&quot;87dd1e8a-a8f0-4414-8a5f-24dd28490525&quot;,&quot;parent&quot;:{&quot;type&quot;:&quot;CHILD&quot;,&quot;parentId&quot;:&quot;c567345a-1798-475c-b0aa-224d45a53e2e&quot;,&quot;order&quot;:&quot;9998&quot;},&quot;relativeTransform&quot;:{&quot;translate&quot;:{&quot;x&quot;:-447.26445110259164,&quot;y&quot;:-363.1311734908486},&quot;rotate&quot;:-1.5707963267948966,&quot;skewX&quot;:0,&quot;scale&quot;:{&quot;x&quot;:1,&quot;y&quot;:1}},&quot;opacity&quot;:0.16},&quot;3bd9dc39-5ab3-4d2e-af1e-a58a2b1ee3bf&quot;:{&quot;type&quot;:&quot;FIGURE_OBJECT&quot;,&quot;id&quot;:&quot;3bd9dc39-5ab3-4d2e-af1e-a58a2b1ee3bf&quot;,&quot;relativeTransform&quot;:{&quot;translate&quot;:{&quot;x&quot;:-256.1965227645305,&quot;y&quot;:-155.33920392802682},&quot;rotate&quot;:-0.7353281604903578},&quot;opacity&quot;:1,&quot;path&quot;:{&quot;type&quot;:&quot;ELLIPSE&quot;,&quot;size&quot;:{&quot;x&quot;:14.40131917031151,&quot;y&quot;:14.401319170311522}},&quot;isLocked&quot;:false,&quot;pathStyles&quot;:[{&quot;type&quot;:&quot;FILL&quot;,&quot;fillStyle&quot;:&quot;rgba(107, 106, 207, 1)&quot;},{&quot;type&quot;:&quot;STROKE&quot;,&quot;strokeStyle&quot;:&quot;rgba(44, 38, 93, 1)&quot;,&quot;lineWidth&quot;:0.46283769448628376,&quot;lineJoin&quot;:&quot;round&quot;}],&quot;parent&quot;:{&quot;type&quot;:&quot;CHILD&quot;,&quot;parentId&quot;:&quot;87dd1e8a-a8f0-4414-8a5f-24dd28490525&quot;,&quot;order&quot;:&quot;1&quot;},&quot;layout&quot;:{&quot;sizeRatio&quot;:{&quot;x&quot;:0.7071067811865476,&quot;y&quot;:0.7071067811865476},&quot;keepAspectRatio&quot;:true}},&quot;2f5c1cc5-899c-40a3-9395-0c47e78fdd6f&quot;:{&quot;id&quot;:&quot;2f5c1cc5-899c-40a3-9395-0c47e78fdd6f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936935407853694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40131917031151,&quot;y&quot;:5.646394773925949},&quot;targetSize&quot;:{&quot;x&quot;:14.40131917031151,&quot;y&quot;:2}},&quot;parent&quot;:{&quot;type&quot;:&quot;CHILD&quot;,&quot;parentId&quot;:&quot;3bd9dc39-5ab3-4d2e-af1e-a58a2b1ee3bf&quot;,&quot;order&quot;:&quot;5&quot;}},&quot;88af7a31-7eb3-4ab8-85a1-b220e0c83a85&quot;:{&quot;type&quot;:&quot;FIGURE_OBJECT&quot;,&quot;id&quot;:&quot;88af7a31-7eb3-4ab8-85a1-b220e0c83a85&quot;,&quot;relativeTransform&quot;:{&quot;translate&quot;:{&quot;x&quot;:-197.75886518211848,&quot;y&quot;:-148.67546368700448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2&quot;},&quot;layout&quot;:{&quot;sizeRatio&quot;:{&quot;x&quot;:0.7071067811865476,&quot;y&quot;:0.7071067811865476},&quot;keepAspectRatio&quot;:true}},&quot;2429c736-2957-4a81-aaac-094500bb4321&quot;:{&quot;id&quot;:&quot;2429c736-2957-4a81-aaac-094500bb4321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88af7a31-7eb3-4ab8-85a1-b220e0c83a85&quot;,&quot;order&quot;:&quot;5&quot;}},&quot;3c0b3cd0-5ede-41fb-aeb6-1d66422cc9fb&quot;:{&quot;type&quot;:&quot;FIGURE_OBJECT&quot;,&quot;id&quot;:&quot;3c0b3cd0-5ede-41fb-aeb6-1d66422cc9fb&quot;,&quot;relativeTransform&quot;:{&quot;translate&quot;:{&quot;x&quot;:-276.0790896887937,&quot;y&quot;:-153.44210811180253},&quot;rotate&quot;:-0.735328160490357},&quot;opacity&quot;:1,&quot;path&quot;:{&quot;type&quot;:&quot;ELLIPSE&quot;,&quot;size&quot;:{&quot;x&quot;:14.188366622514257,&quot;y&quot;:14.188366622514263}},&quot;isLocked&quot;:false,&quot;pathStyles&quot;:[{&quot;type&quot;:&quot;FILL&quot;,&quot;fillStyle&quot;:&quot;rgba(107, 106, 207, 1)&quot;},{&quot;type&quot;:&quot;STROKE&quot;,&quot;strokeStyle&quot;:&quot;#2c265d&quot;,&quot;lineWidth&quot;:0.4559937057452628,&quot;lineJoin&quot;:&quot;round&quot;}],&quot;parent&quot;:{&quot;type&quot;:&quot;CHILD&quot;,&quot;parentId&quot;:&quot;87dd1e8a-a8f0-4414-8a5f-24dd28490525&quot;,&quot;order&quot;:&quot;25&quot;},&quot;layout&quot;:{&quot;sizeRatio&quot;:{&quot;x&quot;:0.7071067811865476,&quot;y&quot;:0.7071067811865476},&quot;keepAspectRatio&quot;:true}},&quot;c718f34c-bc8b-404a-8168-204af5821be6&quot;:{&quot;id&quot;:&quot;c718f34c-bc8b-404a-8168-204af5821be6&quot;,&quot;type&quot;:&quot;FIGURE_OBJECT&quot;,&quot;relativeTransform&quot;:{&quot;translate&quot;:{&quot;x&quot;:0,&quot;y&quot;:0},&quot;rotate&quot;:0,&quot;skewX&quot;:-5.55111512312578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7,&quot;y&quot;:5.562901439825318},&quot;targetSize&quot;:{&quot;x&quot;:14.188366622514257,&quot;y&quot;:2}},&quot;parent&quot;:{&quot;type&quot;:&quot;CHILD&quot;,&quot;parentId&quot;:&quot;3c0b3cd0-5ede-41fb-aeb6-1d66422cc9fb&quot;,&quot;order&quot;:&quot;5&quot;}},&quot;5dcce482-1f26-465a-99f7-0c9cd3c3a716&quot;:{&quot;type&quot;:&quot;FIGURE_OBJECT&quot;,&quot;id&quot;:&quot;5dcce482-1f26-465a-99f7-0c9cd3c3a716&quot;,&quot;relativeTransform&quot;:{&quot;translate&quot;:{&quot;x&quot;:-222.96275701398952,&quot;y&quot;:-145.14873500421447},&quot;rotate&quot;:-0.17117557009868575},&quot;opacity&quot;:1,&quot;path&quot;:{&quot;type&quot;:&quot;POLY_LINE&quot;,&quot;points&quot;:[{&quot;x&quot;:-93.75521552773289,&quot;y&quot;:-8.740737238572637},{&quot;x&quot;:-60.682875502830306,&quot;y&quot;:-16.563054509467705},{&quot;x&quot;:-22.891510704877117,&quot;y&quot;:-13.66388976519602},{&quot;x&quot;:30.703709134791968,&quot;y&quot;:2.543657431452361},{&quot;x&quot;:61.407418269583935,&quot;y&quot;:0}],&quot;closed&quot;:false},&quot;pathStyles&quot;:[{&quot;type&quot;:&quot;FILL&quot;,&quot;fillStyle&quot;:&quot;rgba(0,0,0,0)&quot;},{&quot;type&quot;:&quot;STROKE&quot;,&quot;strokeStyle&quot;:&quot;#232323&quot;,&quot;lineWidth&quot;:0.6599240289541513,&quot;lineJoin&quot;:&quot;round&quot;}],&quot;pathSmoothing&quot;:{&quot;type&quot;:&quot;CATMULL_SMOOTHING&quot;,&quot;smoothing&quot;:0.2},&quot;isLocked&quot;:false,&quot;parent&quot;:{&quot;type&quot;:&quot;CHILD&quot;,&quot;parentId&quot;:&quot;87dd1e8a-a8f0-4414-8a5f-24dd28490525&quot;,&quot;order&quot;:&quot;05&quot;},&quot;connectorInfo&quot;:{&quot;connectedObjects&quot;:[],&quot;type&quot;:&quot;CUBIC&quot;,&quot;offset&quot;:{&quot;x&quot;:0,&quot;y&quot;:0},&quot;bending&quot;:0.1,&quot;firstElementIsHead&quot;:true,&quot;customized&quot;:true}},&quot;0ae32ebb-210d-4073-ba3b-3be7c553bb69&quot;:{&quot;type&quot;:&quot;FIGURE_OBJECT&quot;,&quot;id&quot;:&quot;0ae32ebb-210d-4073-ba3b-3be7c553bb69&quot;,&quot;relativeTransform&quot;:{&quot;translate&quot;:{&quot;x&quot;:-296.76317739293785,&quot;y&quot;:-147.8626528364605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3&quot;},&quot;layout&quot;:{&quot;sizeRatio&quot;:{&quot;x&quot;:0.7071067811865476,&quot;y&quot;:0.7071067811865476},&quot;keepAspectRatio&quot;:true}},&quot;9cff838f-a963-49c4-83dc-3cff3cebd025&quot;:{&quot;id&quot;:&quot;9cff838f-a963-49c4-83dc-3cff3cebd025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0ae32ebb-210d-4073-ba3b-3be7c553bb69&quot;,&quot;order&quot;:&quot;5&quot;}},&quot;c50c09a7-af8a-4f98-ab72-f2c2bf62e58a&quot;:{&quot;type&quot;:&quot;FIGURE_OBJECT&quot;,&quot;id&quot;:&quot;c50c09a7-af8a-4f98-ab72-f2c2bf62e58a&quot;,&quot;relativeTransform&quot;:{&quot;translate&quot;:{&quot;x&quot;:-313.6019267899318,&quot;y&quot;:-139.8167098214686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a(107, 106, 207, 1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5&quot;},&quot;layout&quot;:{&quot;sizeRatio&quot;:{&quot;x&quot;:0.7071067811865476,&quot;y&quot;:0.7071067811865476},&quot;keepAspectRatio&quot;:true}},&quot;25794e83-a76f-4b6a-84b3-a1d11f10f9ee&quot;:{&quot;id&quot;:&quot;25794e83-a76f-4b6a-84b3-a1d11f10f9ee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c50c09a7-af8a-4f98-ab72-f2c2bf62e58a&quot;,&quot;order&quot;:&quot;5&quot;}},&quot;5fcfea59-8964-4bb3-9fe3-5346fb8606d6&quot;:{&quot;type&quot;:&quot;FIGURE_OBJECT&quot;,&quot;id&quot;:&quot;5fcfea59-8964-4bb3-9fe3-5346fb8606d6&quot;,&quot;relativeTransform&quot;:{&quot;translate&quot;:{&quot;x&quot;:-236.6153039869338,&quot;y&quot;:-153.80505642192892},&quot;rotate&quot;:-0.7353281604903578},&quot;opacity&quot;:1,&quot;path&quot;:{&quot;type&quot;:&quot;ELLIPSE&quot;,&quot;size&quot;:{&quot;x&quot;:14.188366622514252,&quot;y&quot;:14.188366622514266}},&quot;isLocked&quot;:false,&quot;pathStyles&quot;:[{&quot;type&quot;:&quot;FILL&quot;,&quot;fillStyle&quot;:&quot;rgb(248, 231, 227)&quot;},{&quot;type&quot;:&quot;STROKE&quot;,&quot;strokeStyle&quot;:&quot;#2c265d&quot;,&quot;lineWidth&quot;:0.45599370574526266,&quot;lineJoin&quot;:&quot;round&quot;}],&quot;parent&quot;:{&quot;type&quot;:&quot;CHILD&quot;,&quot;parentId&quot;:&quot;87dd1e8a-a8f0-4414-8a5f-24dd28490525&quot;,&quot;order&quot;:&quot;55&quot;},&quot;layout&quot;:{&quot;sizeRatio&quot;:{&quot;x&quot;:0.7071067811865476,&quot;y&quot;:0.7071067811865476},&quot;keepAspectRatio&quot;:true}},&quot;dca789e9-f64c-4f58-85a0-bf555c2112ab&quot;:{&quot;id&quot;:&quot;dca789e9-f64c-4f58-85a0-bf555c2112ab&quot;,&quot;type&quot;:&quot;FIGURE_OBJECT&quot;,&quot;relativeTransform&quot;:{&quot;translate&quot;:{&quot;x&quot;:0,&quot;y&quot;:0},&quot;rotate&quot;:0,&quot;skewX&quot;:-5.551115123125784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6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2,&quot;y&quot;:5.562901439825318},&quot;targetSize&quot;:{&quot;x&quot;:14.188366622514252,&quot;y&quot;:2}},&quot;parent&quot;:{&quot;type&quot;:&quot;CHILD&quot;,&quot;parentId&quot;:&quot;5fcfea59-8964-4bb3-9fe3-5346fb8606d6&quot;,&quot;order&quot;:&quot;5&quot;}},&quot;de241ec2-5ca9-4cf6-9b90-2b47b73645b1&quot;:{&quot;type&quot;:&quot;FIGURE_OBJECT&quot;,&quot;id&quot;:&quot;de241ec2-5ca9-4cf6-9b90-2b47b73645b1&quot;,&quot;relativeTransform&quot;:{&quot;translate&quot;:{&quot;x&quot;:-217.0282903722783,&quot;y&quot;:-151.12087822551507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rgba(44, 38, 93, 1)&quot;,&quot;lineWidth&quot;:0.4559937057452626,&quot;lineJoin&quot;:&quot;round&quot;}],&quot;parent&quot;:{&quot;type&quot;:&quot;CHILD&quot;,&quot;parentId&quot;:&quot;87dd1e8a-a8f0-4414-8a5f-24dd28490525&quot;,&quot;order&quot;:&quot;6&quot;},&quot;layout&quot;:{&quot;sizeRatio&quot;:{&quot;x&quot;:0.7071067811865476,&quot;y&quot;:0.7071067811865476},&quot;keepAspectRatio&quot;:true}},&quot;fcb85e6e-3f33-4f2a-a1eb-ba79cc75cf15&quot;:{&quot;id&quot;:&quot;fcb85e6e-3f33-4f2a-a1eb-ba79cc75cf15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de241ec2-5ca9-4cf6-9b90-2b47b73645b1&quot;,&quot;order&quot;:&quot;5&quot;}},&quot;725713eb-c48d-43b6-a5aa-d65202e2cd08&quot;:{&quot;type&quot;:&quot;FIGURE_OBJECT&quot;,&quot;id&quot;:&quot;725713eb-c48d-43b6-a5aa-d65202e2cd08&quot;,&quot;relativeTransform&quot;:{&quot;translate&quot;:{&quot;x&quot;:-178.17432978386628,&quot;y&quot;:-150.4072160358717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87dd1e8a-a8f0-4414-8a5f-24dd28490525&quot;,&quot;order&quot;:&quot;7&quot;},&quot;layout&quot;:{&quot;sizeRatio&quot;:{&quot;x&quot;:0.7071067811865476,&quot;y&quot;:0.7071067811865476},&quot;keepAspectRatio&quot;:true}},&quot;2471bbd0-f669-4bb8-9dbd-b805b78ed1d8&quot;:{&quot;id&quot;:&quot;2471bbd0-f669-4bb8-9dbd-b805b78ed1d8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725713eb-c48d-43b6-a5aa-d65202e2cd08&quot;,&quot;order&quot;:&quot;5&quot;}},&quot;718f1479-b003-42d3-8526-f52a5fc879e4&quot;:{&quot;type&quot;:&quot;FIGURE_OBJECT&quot;,&quot;id&quot;:&quot;718f1479-b003-42d3-8526-f52a5fc879e4&quot;,&quot;relativeTransform&quot;:{&quot;translate&quot;:{&quot;x&quot;:-159.1421197042803,&quot;y&quot;:-156.46291754192643},&quot;rotate&quot;:-1.0895045767257794,&quot;skewX&quot;:6.911996132082557e-17},&quot;opacity&quot;:1,&quot;path&quot;:{&quot;type&quot;:&quot;ELLIPSE&quot;,&quot;size&quot;:{&quot;x&quot;:14.18836662251425,&quot;y&quot;:14.18836662251427}},&quot;isLocked&quot;:false,&quot;pathStyles&quot;:[{&quot;type&quot;:&quot;FILL&quot;,&quot;fillStyle&quot;:&quot;rgba(107, 106, 207, 1)&quot;},{&quot;type&quot;:&quot;STROKE&quot;,&quot;strokeStyle&quot;:&quot;#2c265d&quot;,&quot;lineWidth&quot;:0.4559937057452626,&quot;lineJoin&quot;:&quot;round&quot;}],&quot;parent&quot;:{&quot;type&quot;:&quot;CHILD&quot;,&quot;parentId&quot;:&quot;87dd1e8a-a8f0-4414-8a5f-24dd28490525&quot;,&quot;order&quot;:&quot;8&quot;},&quot;layout&quot;:{&quot;sizeRatio&quot;:{&quot;x&quot;:0.7071067811865476,&quot;y&quot;:0.7071067811865476},&quot;keepAspectRatio&quot;:true}},&quot;473a4b1f-a463-4b7d-9ff4-0b930ca22787&quot;:{&quot;id&quot;:&quot;473a4b1f-a463-4b7d-9ff4-0b930ca22787&quot;,&quot;type&quot;:&quot;FIGURE_OBJECT&quot;,&quot;relativeTransform&quot;:{&quot;translate&quot;:{&quot;x&quot;:0,&quot;y&quot;:0},&quot;rotate&quot;:0,&quot;skewX&quot;:5.970916079740033e-1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4.863932861282802,&quot;color&quot;:&quot;rgba(255,255,255,1)&quot;,&quot;fontWeight&quot;:&quot;normal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14.18836662251425,&quot;y&quot;:5.5629014398253185},&quot;targetSize&quot;:{&quot;x&quot;:14.18836662251425,&quot;y&quot;:2}},&quot;parent&quot;:{&quot;type&quot;:&quot;CHILD&quot;,&quot;parentId&quot;:&quot;718f1479-b003-42d3-8526-f52a5fc879e4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a3b0da0d-87f5-4d12-b30a-f3479e2e9ef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3b0da0d-87f5-4d12-b30a-f3479e2e9efe&quot;:{&quot;type&quot;:&quot;FIGURE_OBJECT&quot;,&quot;id&quot;:&quot;a3b0da0d-87f5-4d12-b30a-f3479e2e9efe&quot;,&quot;relativeTransform&quot;:{&quot;translate&quot;:{&quot;x&quot;:-528.838992741979,&quot;y&quot;:-94.2274757892396},&quot;rotate&quot;:-1.570796326794897,&quot;skewX&quot;:0,&quot;scale&quot;:{&quot;x&quot;:1,&quot;y&quot;:1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c567345a-1798-475c-b0aa-224d45a53e2e&quot;,&quot;order&quot;:&quot;9999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0dd4a238-c98e-4d22-9bbc-d32263e94dc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dd4a238-c98e-4d22-9bbc-d32263e94dc0&quot;:{&quot;type&quot;:&quot;FIGURE_OBJECT&quot;,&quot;id&quot;:&quot;0dd4a238-c98e-4d22-9bbc-d32263e94dc0&quot;,&quot;relativeTransform&quot;:{&quot;translate&quot;:{&quot;x&quot;:-536.909740587745,&quot;y&quot;:-174.28335110568264},&quot;rotate&quot;:-2.6902284268460575,&quot;skewX&quot;:-5.551115123125785e-17,&quot;scale&quot;:{&quot;x&quot;:0.9999999999999998,&quot;y&quot;:0.9999999999999999}},&quot;opacity&quot;:0.16,&quot;path&quot;:{&quot;type&quot;:&quot;POLY_LINE&quot;,&quot;points&quot;:[{&quot;x&quot;:30.322076913331554,&quot;y&quot;:-64.95497994056271},{&quot;x&quot;:-36.568906006555665,&quot;y&quot;:45.17335447868644}],&quot;closed&quot;:false},&quot;pathStyles&quot;:[{&quot;type&quot;:&quot;FILL&quot;,&quot;fillStyle&quot;:&quot;rgba(0,0,0,0)&quot;},{&quot;type&quot;:&quot;STROKE&quot;,&quot;strokeStyle&quot;:&quot;#232323&quot;,&quot;lineWidth&quot;:3.769592378183643,&quot;lineJoin&quot;:&quot;round&quot;,&quot;dashArray&quot;:[4]}],&quot;isLocked&quot;:false,&quot;parent&quot;:{&quot;type&quot;:&quot;CHILD&quot;,&quot;parentId&quot;:&quot;c567345a-1798-475c-b0aa-224d45a53e2e&quot;,&quot;order&quot;:&quot;99995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b7c1621f-a166-4831-acd4-7d74c8ee87d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7c1621f-a166-4831-acd4-7d74c8ee87d3&quot;:{&quot;relativeTransform&quot;:{&quot;translate&quot;:{&quot;x&quot;:-221.52009100687602,&quot;y&quot;:-222.4187419270675},&quot;rotate&quot;:1.5707963267948966,&quot;skewX&quot;:0,&quot;scale&quot;:{&quot;x&quot;:1,&quot;y&quot;:1}},&quot;type&quot;:&quot;FIGURE_OBJECT&quot;,&quot;id&quot;:&quot;b7c1621f-a166-4831-acd4-7d74c8ee87d3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c567345a-1798-475c-b0aa-224d45a53e2e&quot;,&quot;order&quot;:&quot;999999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a182d90e-8c9e-478f-a291-9641fa4eee5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182d90e-8c9e-478f-a291-9641fa4eee5a&quot;:{&quot;relativeTransform&quot;:{&quot;translate&quot;:{&quot;x&quot;:-284.43526973667383,&quot;y&quot;:-159.83019472676915},&quot;rotate&quot;:3.141592653589793,&quot;skewX&quot;:0,&quot;scale&quot;:{&quot;x&quot;:0.9999999999999999,&quot;y&quot;:0.9999999999999999}},&quot;type&quot;:&quot;FIGURE_OBJECT&quot;,&quot;id&quot;:&quot;a182d90e-8c9e-478f-a291-9641fa4eee5a&quot;,&quot;opacity&quot;:0.16,&quot;path&quot;:{&quot;type&quot;:&quot;POLY_LINE&quot;,&quot;points&quot;:[{&quot;x&quot;:-3.865647325706657e-31,&quot;y&quot;:49.27979672338809},{&quot;x&quot;:3.865647325706657e-31,&quot;y&quot;:-49.2797967233880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BBBBBC00&quot;,&quot;1&quot;:&quot;#BBBBBC&quot;,&quot;0.45&quot;:&quot;#BBBBBC&quot;}},&quot;lineWidth&quot;:6.573813486671157,&quot;lineJoin&quot;:&quot;round&quot;}],&quot;isLocked&quot;:false,&quot;parent&quot;:{&quot;type&quot;:&quot;CHILD&quot;,&quot;parentId&quot;:&quot;c567345a-1798-475c-b0aa-224d45a53e2e&quot;,&quot;order&quot;:&quot;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thick, faded, editable)&quot;,&quot;displayName&quot;:&quot;Straight arrow (thick, faded, editable)&quot;,&quot;source&quot;:{&quot;id&quot;:&quot;6487429d5a6f5ad45a84576d&quot;,&quot;type&quot;:&quot;ASSETS&quot;},&quot;isPremium&quot;:false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3e170fba-e6fd-49ac-9d54-45b80d6368f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e170fba-e6fd-49ac-9d54-45b80d6368ff&quot;:{&quot;type&quot;:&quot;FIGURE_OBJECT&quot;,&quot;id&quot;:&quot;3e170fba-e6fd-49ac-9d54-45b80d6368ff&quot;,&quot;parent&quot;:{&quot;type&quot;:&quot;CHILD&quot;,&quot;parentId&quot;:&quot;c567345a-1798-475c-b0aa-224d45a53e2e&quot;,&quot;order&quot;:&quot;99999999998&quot;},&quot;relativeTransform&quot;:{&quot;translate&quot;:{&quot;x&quot;:27.327192973110066,&quot;y&quot;:-26.0373139648472},&quot;rotate&quot;:0,&quot;skewX&quot;:0,&quot;scale&quot;:{&quot;x&quot;:1,&quot;y&quot;:1}},&quot;opacity&quot;:0.16},&quot;5b9feac6-641a-4bab-ace6-48675589f14a&quot;:{&quot;type&quot;:&quot;FIGURE_OBJECT&quot;,&quot;id&quot;:&quot;5b9feac6-641a-4bab-ace6-48675589f14a&quot;,&quot;relativeTransform&quot;:{&quot;translate&quot;:{&quot;x&quot;:-281.11321610334113,&quot;y&quot;:177.1580087038110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Naive T cell&quot;}],&quot;verticalAlign&quot;:&quot;TOP&quot;,&quot;_lastCaretLocation&quot;:{&quot;lineIndex&quot;:0,&quot;runIndex&quot;:0,&quot;charIndex&quot;:7}},&quot;size&quot;:{&quot;x&quot;:37.652976330736244,&quot;y&quot;:24.129940142225312},&quot;targetSize&quot;:{&quot;x&quot;:37.652976330736244,&quot;y&quot;:24.129940142225312},&quot;format&quot;:&quot;BETTER_TEXT&quot;,&quot;verticalAlign&quot;:&quot;TOP&quot;},&quot;isLocked&quot;:false,&quot;parent&quot;:{&quot;type&quot;:&quot;CHILD&quot;,&quot;parentId&quot;:&quot;3e170fba-e6fd-49ac-9d54-45b80d6368ff&quot;,&quot;order&quot;:&quot;01&quot;}},&quot;4e6a0c35-f5d5-43a8-a499-2a6bd89d6f28&quot;:{&quot;type&quot;:&quot;FIGURE_OBJECT&quot;,&quot;id&quot;:&quot;4e6a0c35-f5d5-43a8-a499-2a6bd89d6f28&quot;,&quot;relativeTransform&quot;:{&quot;translate&quot;:{&quot;x&quot;:-448.0288341088686,&quot;y&quot;:176.913429628490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APC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9.7919995134492,&quot;y&quot;:12.064970071112656},&quot;targetSize&quot;:{&quot;x&quot;:19.7919995134492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03&quot;}},&quot;2b1020dc-d9f4-4e18-8464-c3af0bbe9f9c&quot;:{&quot;type&quot;:&quot;FIGURE_OBJECT&quot;,&quot;id&quot;:&quot;2b1020dc-d9f4-4e18-8464-c3af0bbe9f9c&quot;,&quot;relativeTransform&quot;:{&quot;translate&quot;:{&quot;x&quot;:-325.3642448619875,&quot;y&quot;:125.4919151735645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2]}],&quot;text&quot;:&quot;TCR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},&quot;size&quot;:{&quot;x&quot;:18.927564464367162,&quot;y&quot;:12.064970071112656},&quot;targetSize&quot;:{&quot;x&quot;:18.927564464367162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06&quot;}},&quot;4d68dd7b-c63b-4f89-a4fe-c460db085906&quot;:{&quot;type&quot;:&quot;FIGURE_OBJECT&quot;,&quot;id&quot;:&quot;4d68dd7b-c63b-4f89-a4fe-c460db085906&quot;,&quot;relativeTransform&quot;:{&quot;translate&quot;:{&quot;x&quot;:-408.37267081846863,&quot;y&quot;:122.50945862630496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7]}],&quot;text&quot;:&quot;MHC I/II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4}},&quot;size&quot;:{&quot;x&quot;:31.80041187868395,&quot;y&quot;:24.129940142225312},&quot;targetSize&quot;:{&quot;x&quot;:31.80041187868395,&quot;y&quot;:24.129940142225312},&quot;format&quot;:&quot;BETTER_TEXT&quot;,&quot;verticalAlign&quot;:&quot;TOP&quot;},&quot;isLocked&quot;:false,&quot;parent&quot;:{&quot;type&quot;:&quot;CHILD&quot;,&quot;parentId&quot;:&quot;3e170fba-e6fd-49ac-9d54-45b80d6368ff&quot;,&quot;order&quot;:&quot;07&quot;}},&quot;b7b97ee1-d1db-4ade-8ff9-2d86b6a0711b&quot;:{&quot;type&quot;:&quot;FIGURE_OBJECT&quot;,&quot;id&quot;:&quot;b7b97ee1-d1db-4ade-8ff9-2d86b6a0711b&quot;,&quot;relativeTransform&quot;:{&quot;translate&quot;:{&quot;x&quot;:-365.1728262220564,&quot;y&quot;:164.39030165146815},&quot;rotate&quot;:0},&quot;opacity&quot;:1,&quot;path&quot;:{&quot;type&quot;:&quot;POLY_LINE&quot;,&quot;points&quot;:[{&quot;x&quot;:-15.838028589528228,&quot;y&quot;:0},{&quot;x&quot;:15.83802858952817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0.879890477196011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e170fba-e6fd-49ac-9d54-45b80d6368ff&quot;,&quot;order&quot;:&quot;08&quot;}},&quot;c94176e1-0be3-4b2a-9e43-bfc285551787&quot;:{&quot;type&quot;:&quot;FIGURE_OBJECT&quot;,&quot;id&quot;:&quot;c94176e1-0be3-4b2a-9e43-bfc285551787&quot;,&quot;relativeTransform&quot;:{&quot;translate&quot;:{&quot;x&quot;:-365.7204850798654,&quot;y&quot;:171.518300389882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&quot;}},&quot;1217084b-e76c-4f0f-aa26-d31a711e5ba4&quot;:{&quot;type&quot;:&quot;FIGURE_OBJECT&quot;,&quot;id&quot;:&quot;1217084b-e76c-4f0f-aa26-d31a711e5ba4&quot;,&quot;name&quot;:&quot;Sphere&quot;,&quot;relativeTransform&quot;:{&quot;translate&quot;:{&quot;x&quot;:4.4573098037734615,&quot;y&quot;:-2.58203863197779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1&quot;}},&quot;41205552-4d85-4004-b150-087665681265&quot;:{&quot;type&quot;:&quot;FIGURE_OBJECT&quot;,&quot;id&quot;:&quot;41205552-4d85-4004-b150-087665681265&quot;,&quot;name&quot;:&quot;Sphere&quot;,&quot;relativeTransform&quot;:{&quot;translate&quot;:{&quot;x&quot;:13.905747014189009,&quot;y&quot;:1.1973362521884252},&quot;rotate&quot;:5.271851188078035,&quot;skewX&quot;:1.562433119865721e-16,&quot;scale&quot;:{&quot;x&quot;:-0.03226265083052042,&quot;y&quot;:0.03226265083052039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2&quot;}},&quot;8ede737e-44a6-4836-a990-e336c215bb89&quot;:{&quot;type&quot;:&quot;FIGURE_OBJECT&quot;,&quot;id&quot;:&quot;8ede737e-44a6-4836-a990-e336c215bb89&quot;,&quot;name&quot;:&quot;Sphere&quot;,&quot;relativeTransform&quot;:{&quot;translate&quot;:{&quot;x&quot;:-13.905747014189043,&quot;y&quot;:-1.5741881637025514},&quot;rotate&quot;:5.271851188078035,&quot;skewX&quot;:1.562433119865721e-16,&quot;scale&quot;:{&quot;x&quot;:-0.03226265083052042,&quot;y&quot;:0.0322626508305203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5&quot;}},&quot;d069def2-79d3-41d9-aec1-e7c20a70651c&quot;:{&quot;type&quot;:&quot;FIGURE_OBJECT&quot;,&quot;id&quot;:&quot;d069def2-79d3-41d9-aec1-e7c20a70651c&quot;,&quot;name&quot;:&quot;Sphere&quot;,&quot;relativeTransform&quot;:{&quot;translate&quot;:{&quot;x&quot;:-4.52806536106558,&quot;y&quot;:2.572678817033448},&quot;rotate&quot;:5.28440402386406,&quot;skewX&quot;:-2.604055199776203e-16,&quot;scale&quot;:{&quot;x&quot;:-0.03226265083052041,&quot;y&quot;:0.03226265083052036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94176e1-0be3-4b2a-9e43-bfc285551787&quot;,&quot;order&quot;:&quot;7&quot;}},&quot;865017a4-4af7-4e97-9375-762148876bef&quot;:{&quot;type&quot;:&quot;FIGURE_OBJECT&quot;,&quot;id&quot;:&quot;865017a4-4af7-4e97-9375-762148876bef&quot;,&quot;relativeTransform&quot;:{&quot;translate&quot;:{&quot;x&quot;:-364.9154619542457,&quot;y&quot;:153.9150841047361},&quot;rotate&quot;:0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,&quot;range&quot;:[0,8]}],&quot;text&quot;:&quot;cytokines&quot;,&quot;baseStyle&quot;:{&quot;fontFamily&quot;:&quot;Roboto&quot;,&quot;fontSize&quot;:10.236944302762252,&quot;color&quot;:&quot;rgba(23,23,23,1)&quot;,&quot;fontWeight&quot;:&quot;normal&quot;,&quot;fontStyle&quot;:&quot;normal&quot;,&quot;decoration&quot;:&quot;none&quot;,&quot;script&quot;:&quot;none&quot;}}],&quot;verticalAlign&quot;:&quot;TOP&quot;},&quot;size&quot;:{&quot;x&quot;:43.29154189002093,&quot;y&quot;:12.064970071112656},&quot;targetSize&quot;:{&quot;x&quot;:43.29154189002093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11&quot;}},&quot;101fe640-d6b0-497e-a397-14885d1df8c3&quot;:{&quot;type&quot;:&quot;FIGURE_OBJECT&quot;,&quot;id&quot;:&quot;101fe640-d6b0-497e-a397-14885d1df8c3&quot;,&quot;relativeTransform&quot;:{&quot;translate&quot;:{&quot;x&quot;:-322.49463495252303,&quot;y&quot;:113.04152633095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4]}],&quot;text&quot;:&quot;CD4/8&quot;}],&quot;verticalAlign&quot;:&quot;TOP&quot;,&quot;_lastCaretLocation&quot;:{&quot;lineIndex&quot;:0,&quot;runIndex&quot;:-1,&quot;charIndex&quot;:-1,&quot;endOfLine&quot;:true}},&quot;size&quot;:{&quot;x&quot;:29.080906490016076,&quot;y&quot;:12.064970071112656},&quot;targetSize&quot;:{&quot;x&quot;:29.080906490016076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12&quot;}},&quot;001057a7-6f6e-4264-a7bf-fd0e1687a4a2&quot;:{&quot;type&quot;:&quot;FIGURE_OBJECT&quot;,&quot;id&quot;:&quot;001057a7-6f6e-4264-a7bf-fd0e1687a4a2&quot;,&quot;relativeTransform&quot;:{&quot;translate&quot;:{&quot;x&quot;:-424.2761065684555,&quot;y&quot;:239.2369807768871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3&quot;}},&quot;8dd61893-f3eb-4747-b442-2ed465bdbcd4&quot;:{&quot;type&quot;:&quot;FIGURE_OBJECT&quot;,&quot;id&quot;:&quot;8dd61893-f3eb-4747-b442-2ed465bdbcd4&quot;,&quot;name&quot;:&quot;Sphere&quot;,&quot;relativeTransform&quot;:{&quot;translate&quot;:{&quot;x&quot;:6.341729999248689,&quot;y&quot;:-3.743425192535736},&quot;rotate&quot;:5.103615052861697,&quot;skewX&quot;:5.113803085750173e-17,&quot;scale&quot;:{&quot;x&quot;:-0.046045069851459154,&quot;y&quot;:0.04604506985145911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1&quot;}},&quot;344b7c92-373b-4d5a-984d-e394aeda2079&quot;:{&quot;type&quot;:&quot;FIGURE_OBJECT&quot;,&quot;id&quot;:&quot;344b7c92-373b-4d5a-984d-e394aeda2079&quot;,&quot;name&quot;:&quot;Sphere&quot;,&quot;relativeTransform&quot;:{&quot;translate&quot;:{&quot;x&quot;:19.503949584806463,&quot;y&quot;:1.1296068275951416},&quot;rotate&quot;:4.0279576267453585,&quot;skewX&quot;:-1.022760617150034e-16,&quot;scale&quot;:{&quot;x&quot;:-0.04604506985145917,&quot;y&quot;:0.046045069851459015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2&quot;}},&quot;f7f0a26a-59c8-44cf-b894-94e82a410127&quot;:{&quot;type&quot;:&quot;FIGURE_OBJECT&quot;,&quot;id&quot;:&quot;f7f0a26a-59c8-44cf-b894-94e82a410127&quot;,&quot;name&quot;:&quot;Sphere&quot;,&quot;relativeTransform&quot;:{&quot;translate&quot;:{&quot;x&quot;:-19.902229867054665,&quot;y&quot;:-3.6947721854475755},&quot;rotate&quot;:5.0784429559006075,&quot;skewX&quot;:5.113803085750173e-17,&quot;scale&quot;:{&quot;x&quot;:-0.046045069851459154,&quot;y&quot;:0.046045069851459085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5&quot;}},&quot;61473617-4c30-4d22-af93-a8d40f32a207&quot;:{&quot;type&quot;:&quot;FIGURE_OBJECT&quot;,&quot;id&quot;:&quot;61473617-4c30-4d22-af93-a8d40f32a207&quot;,&quot;name&quot;:&quot;Sphere&quot;,&quot;relativeTransform&quot;:{&quot;translate&quot;:{&quot;x&quot;:-6.804568110343964,&quot;y&quot;:3.409702739133825},&quot;rotate&quot;:5.368446341825065,&quot;skewX&quot;:0,&quot;scale&quot;:{&quot;x&quot;:-0.04604506985145916,&quot;y&quot;:0.04604506985145903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01057a7-6f6e-4264-a7bf-fd0e1687a4a2&quot;,&quot;order&quot;:&quot;7&quot;}},&quot;f8aae0dd-25be-4747-8346-65e6287b2b1d&quot;:{&quot;type&quot;:&quot;FIGURE_OBJECT&quot;,&quot;id&quot;:&quot;f8aae0dd-25be-4747-8346-65e6287b2b1d&quot;,&quot;relativeTransform&quot;:{&quot;translate&quot;:{&quot;x&quot;:-452.4812618482961,&quot;y&quot;:239.7183713057132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IFNγ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1,&quot;runIndex&quot;:-1,&quot;charIndex&quot;:-1,&quot;endOfLine&quot;:true}},&quot;size&quot;:{&quot;x&quot;:20.861267393758407,&quot;y&quot;:24.129940142225312},&quot;targetSize&quot;:{&quot;x&quot;:20.861267393758407,&quot;y&quot;:24.129940142225312},&quot;format&quot;:&quot;BETTER_TEXT&quot;,&quot;verticalAlign&quot;:&quot;TOP&quot;},&quot;isLocked&quot;:false,&quot;parent&quot;:{&quot;type&quot;:&quot;CHILD&quot;,&quot;parentId&quot;:&quot;3e170fba-e6fd-49ac-9d54-45b80d6368ff&quot;,&quot;order&quot;:&quot;15&quot;}},&quot;28137db6-5c3a-45d9-82cd-9b3672fe6d76&quot;:{&quot;type&quot;:&quot;FIGURE_OBJECT&quot;,&quot;id&quot;:&quot;28137db6-5c3a-45d9-82cd-9b3672fe6d76&quot;,&quot;relativeTransform&quot;:{&quot;translate&quot;:{&quot;x&quot;:-279.5240008152372,&quot;y&quot;:234.153865468758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3]}],&quot;text&quot;:&quot;41BB&quot;}],&quot;verticalAlign&quot;:&quot;TOP&quot;,&quot;_lastCaretLocation&quot;:{&quot;lineIndex&quot;:0,&quot;runIndex&quot;:-1,&quot;charIndex&quot;:-1,&quot;endOfLine&quot;:true}},&quot;size&quot;:{&quot;x&quot;:24.234105477755826,&quot;y&quot;:12.732207430074952},&quot;targetSize&quot;:{&quot;x&quot;:24.234105477755826,&quot;y&quot;:12.732207430074952},&quot;format&quot;:&quot;BETTER_TEXT&quot;,&quot;verticalAlign&quot;:&quot;TOP&quot;},&quot;isLocked&quot;:false,&quot;parent&quot;:{&quot;type&quot;:&quot;CHILD&quot;,&quot;parentId&quot;:&quot;3e170fba-e6fd-49ac-9d54-45b80d6368ff&quot;,&quot;order&quot;:&quot;16&quot;}},&quot;9bea651b-ee46-4ce2-8038-027995dc93c3&quot;:{&quot;type&quot;:&quot;FIGURE_OBJECT&quot;,&quot;id&quot;:&quot;9bea651b-ee46-4ce2-8038-027995dc93c3&quot;,&quot;name&quot;:&quot;CD4&quot;,&quot;relativeTransform&quot;:{&quot;translate&quot;:{&quot;x&quot;:-355.1846835913388,&quot;y&quot;:115.72064449421043},&quot;rotate&quot;:-1.5707963267948966,&quot;skewX&quot;:0,&quot;scale&quot;:{&quot;x&quot;:0.09051577751734283,&quot;y&quot;:0.09051577751734283}},&quot;opacity&quot;:1,&quot;image&quot;:{&quot;url&quot;:&quot;https://icons.biorender.com/biorender/5d9b46cbdd52690004bb54aa/20191007141003/image/cd4.png&quot;,&quot;size&quot;:{&quot;x&quot;:97,&quot;y&quot;:402},&quot;isPremium&quot;:false,&quot;isPacked&quot;:true},&quot;source&quot;:{&quot;id&quot;:&quot;5d9b46cbdd52690004bb54aa&quot;,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7&quot;}},&quot;a23a7f4d-5933-4139-9053-c3600edd3eb9&quot;:{&quot;type&quot;:&quot;FIGURE_OBJECT&quot;,&quot;id&quot;:&quot;a23a7f4d-5933-4139-9053-c3600edd3eb9&quot;,&quot;relativeTransform&quot;:{&quot;translate&quot;:{&quot;x&quot;:-364.30090070958016,&quot;y&quot;:122.8485762568635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18&quot;}},&quot;7004ae37-efe6-40cd-b19d-f41c741f092d&quot;:{&quot;type&quot;:&quot;FIGURE_OBJECT&quot;,&quot;id&quot;:&quot;7004ae37-efe6-40cd-b19d-f41c741f092d&quot;,&quot;name&quot;:&quot;T cell receptor (TCR)&quot;,&quot;relativeTransform&quot;:{&quot;translate&quot;:{&quot;x&quot;:11.997165356157756,&quot;y&quot;:-0.01194194132975203},&quot;rotate&quot;:-1.5707963267948966,&quot;skewX&quot;:2.3005312644179233e-32,&quot;scale&quot;:{&quot;x&quot;:0.1293960952000442,&quot;y&quot;:0.1293960952000442}},&quot;opacity&quot;:1,&quot;image&quot;:{&quot;url&quot;:&quot;https://icons.biorender.com/biorender/5d9b3f39dd52690004bb5493/20191007134110/image/t-cell-receptor.png&quot;,&quot;size&quot;:{&quot;x&quot;:88,&quot;y&quot;:250},&quot;isPremium&quot;:false,&quot;isPacked&quot;:tru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a23a7f4d-5933-4139-9053-c3600edd3eb9&quot;,&quot;order&quot;:&quot;2&quot;}},&quot;42efeaed-ad3c-417c-a8cb-f2622fc61731&quot;:{&quot;type&quot;:&quot;FIGURE_OBJECT&quot;,&quot;id&quot;:&quot;42efeaed-ad3c-417c-a8cb-f2622fc61731&quot;,&quot;name&quot;:&quot;Sphere&quot;,&quot;relativeTransform&quot;:{&quot;translate&quot;:{&quot;x&quot;:-4.6529798505175854,&quot;y&quot;:0.11596367778466725},&quot;rotate&quot;:-2.1302585344882417,&quot;skewX&quot;:-2.8447349573760834e-16,&quot;scale&quot;:{&quot;x&quot;:0.027608908003047224,&quot;y&quot;:0.027608908003047276}},&quot;opacity&quot;:1,&quot;image&quot;:{&quot;url&quot;:&quot;https://icons.biorender.com/biorender/5f4529c2929bce0028c9f876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23a7f4d-5933-4139-9053-c3600edd3eb9&quot;,&quot;order&quot;:&quot;5&quot;}},&quot;6da59148-8e68-457f-8530-4c57033c5bf5&quot;:{&quot;type&quot;:&quot;FIGURE_OBJECT&quot;,&quot;id&quot;:&quot;6da59148-8e68-457f-8530-4c57033c5bf5&quot;,&quot;name&quot;:&quot;MHC class II&quot;,&quot;relativeTransform&quot;:{&quot;translate&quot;:{&quot;x&quot;:-14.820827342330048,&quot;y&quot;:0.021344919291845697},&quot;rotate&quot;:1.5707963267948966,&quot;skewX&quot;:0,&quot;scale&quot;:{&quot;x&quot;:0.13218663281022963,&quot;y&quot;:0.1321866328102296}},&quot;opacity&quot;:1,&quot;image&quot;:{&quot;url&quot;:&quot;https://icons.biorender.com/biorender/5d9b3e95dd52690004bb5490/mhc-class-ii.png&quot;,&quot;size&quot;:{&quot;x&quot;:86,&quot;y&quot;:202},&quot;isPremium&quot;:false,&quot;isPacked&quot;:true},&quot;source&quot;:{&quot;id&quot;:&quot;5d9b3e67dd52690004bb547d&quot;,&quot;type&quot;:&quot;ASSETS&quot;},&quot;pathStyles&quot;:[{&quot;type&quot;:&quot;FILL&quot;,&quot;fillStyle&quot;:&quot;rgb(0,0,0)&quot;}],&quot;isLocked&quot;:false,&quot;parent&quot;:{&quot;type&quot;:&quot;CHILD&quot;,&quot;parentId&quot;:&quot;a23a7f4d-5933-4139-9053-c3600edd3eb9&quot;,&quot;order&quot;:&quot;7&quot;}},&quot;62638c25-cc93-4c68-ba49-b6443c3d9948&quot;:{&quot;type&quot;:&quot;FIGURE_OBJECT&quot;,&quot;id&quot;:&quot;62638c25-cc93-4c68-ba49-b6443c3d9948&quot;,&quot;relativeTransform&quot;:{&quot;translate&quot;:{&quot;x&quot;:-309.7754334329788,&quot;y&quot;:238.65202285065135},&quot;rotate&quot;:1.570796326794896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e170fba-e6fd-49ac-9d54-45b80d6368ff&quot;,&quot;order&quot;:&quot;2&quot;}},&quot;4bb28903-b62c-4fa2-94dc-74bb44c7fd29&quot;:{&quot;type&quot;:&quot;FIGURE_OBJECT&quot;,&quot;id&quot;:&quot;4bb28903-b62c-4fa2-94dc-74bb44c7fd29&quot;,&quot;name&quot;:&quot;Sphere&quot;,&quot;relativeTransform&quot;:{&quot;translate&quot;:{&quot;x&quot;:4.292473537953416,&quot;y&quot;:-4.751536099372193},&quot;rotate&quot;:3.331679575667341,&quot;skewX&quot;:-2.3012113885875786e-16,&quot;scale&quot;:{&quot;x&quot;:-0.04604506985145915,&quot;y&quot;:0.04604506985145912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1&quot;}},&quot;2f1d23ec-96ae-45c0-bdf8-9b64f4418bdb&quot;:{&quot;type&quot;:&quot;FIGURE_OBJECT&quot;,&quot;id&quot;:&quot;2f1d23ec-96ae-45c0-bdf8-9b64f4418bdb&quot;,&quot;name&quot;:&quot;Sphere&quot;,&quot;relativeTransform&quot;:{&quot;translate&quot;:{&quot;x&quot;:17.46076322484559,&quot;y&quot;:0.5180060081408364},&quot;rotate&quot;:5.536995962311773,&quot;skewX&quot;:2.0455212343000674e-16,&quot;scale&quot;:{&quot;x&quot;:-0.046045069851459175,&quot;y&quot;:0.04604506985145901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2&quot;}},&quot;423658a1-6521-438e-bf5c-93a26f197b52&quot;:{&quot;type&quot;:&quot;FIGURE_OBJECT&quot;,&quot;id&quot;:&quot;423658a1-6521-438e-bf5c-93a26f197b52&quot;,&quot;name&quot;:&quot;Sphere&quot;,&quot;relativeTransform&quot;:{&quot;translate&quot;:{&quot;x&quot;:-17.609633376473646,&quot;y&quot;:-2.118110642639136},&quot;rotate&quot;:4.1776501173286595,&quot;skewX&quot;:0,&quot;scale&quot;:{&quot;x&quot;:-0.04604506985145915,&quot;y&quot;:0.04604506985145909}},&quot;opacity&quot;:1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5&quot;}},&quot;6707aa98-c1aa-4ffe-a5d0-92faacf5d115&quot;:{&quot;type&quot;:&quot;FIGURE_OBJECT&quot;,&quot;id&quot;:&quot;6707aa98-c1aa-4ffe-a5d0-92faacf5d115&quot;,&quot;name&quot;:&quot;Sphere&quot;,&quot;relativeTransform&quot;:{&quot;translate&quot;:{&quot;x&quot;:-5.733815156860569,&quot;y&quot;:4.043694915127559},&quot;rotate&quot;:3.6936963939836085,&quot;skewX&quot;:-1.53414092572505e-16,&quot;scale&quot;:{&quot;x&quot;:-0.04604506985145918,&quot;y&quot;:0.04604506985145898}},&quot;opacity&quot;:0.7,&quot;image&quot;:{&quot;url&quot;:&quot;https://icons.biorender.com/biorender/5f4529c2929bce0028c9f870/sphere.pn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2638c25-cc93-4c68-ba49-b6443c3d9948&quot;,&quot;order&quot;:&quot;7&quot;}},&quot;78a5f4b3-f801-4913-a4b3-7207df7a6636&quot;:{&quot;type&quot;:&quot;FIGURE_OBJECT&quot;,&quot;id&quot;:&quot;78a5f4b3-f801-4913-a4b3-7207df7a6636&quot;,&quot;relativeTransform&quot;:{&quot;translate&quot;:{&quot;x&quot;:-365.1907348263697,&quot;y&quot;:176.9297340847536},&quot;rotate&quot;:-1.5707963267948966},&quot;opacity&quot;:1,&quot;path&quot;:{&quot;type&quot;:&quot;BRACKET&quot;,&quot;size&quot;:{&quot;x&quot;:4.82830789034892,&quot;y&quot;:35.37862774038562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e170fba-e6fd-49ac-9d54-45b80d6368ff&quot;,&quot;order&quot;:&quot;205&quot;}},&quot;10e5dcca-89e7-467f-a5e3-127f49624b98&quot;:{&quot;type&quot;:&quot;FIGURE_OBJECT&quot;,&quot;id&quot;:&quot;10e5dcca-89e7-467f-a5e3-127f49624b98&quot;,&quot;relativeTransform&quot;:{&quot;translate&quot;:{&quot;x&quot;:0,&quot;y&quot;:0},&quot;rotate&quot;:0},&quot;opacity&quot;:1,&quot;path&quot;:{&quot;type&quot;:&quot;POLY_LINE&quot;,&quot;points&quot;:[{&quot;x&quot;:-364.80063558168274,&quot;y&quot;:179.17286955977994},{&quot;x&quot;:-364.80063558168274,&quot;y&quot;:212.38836268037886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isLocked&quot;:false,&quot;parent&quot;:{&quot;type&quot;:&quot;CHILD&quot;,&quot;parentId&quot;:&quot;3e170fba-e6fd-49ac-9d54-45b80d6368ff&quot;,&quot;order&quot;:&quot;21&quot;},&quot;connectorInfo&quot;:{&quot;type&quot;:&quot;LINE&quot;,&quot;offset&quot;:{&quot;x&quot;:0,&quot;y&quot;:0},&quot;bending&quot;:0.1,&quot;customized&quot;:true,&quot;connectedObjectAtLineStart&quot;:{&quot;objectId&quot;:&quot;78a5f4b3-f801-4913-a4b3-7207df7a6636&quot;,&quot;coordinates&quot;:{&quot;x&quot;:0.03541995954524391,&quot;y&quot;:0.5110264097168954}}}},&quot;1d71161f-65ad-4522-b02b-4cbf1c82eaee&quot;:{&quot;type&quot;:&quot;FIGURE_OBJECT&quot;,&quot;id&quot;:&quot;1d71161f-65ad-4522-b02b-4cbf1c82eaee&quot;,&quot;relativeTransform&quot;:{&quot;translate&quot;:{&quot;x&quot;:-375.5253101222743,&quot;y&quot;:207.92586578589967},&quot;rotate&quot;:0},&quot;opacity&quot;:1,&quot;path&quot;:{&quot;type&quot;:&quot;POLY_LINE&quot;,&quot;points&quot;:[{&quot;x&quot;:-63.348368622856995,&quot;y&quot;:61.90644416111837},{&quot;x&quot;:-63.55399772805691,&quot;y&quot;:4.153408200795576},{&quot;x&quot;:8.38972944864387,&quot;y&quot;:4.153408200795576},{&quot;x&quot;:80.33345662534464,&quot;y&quot;:4.153408200795576},{&quot;x&quot;:80.5153445135142,&quot;y&quot;:62.12828680885328}],&quot;closed&quot;:false},&quot;pathStyles&quot;:[{&quot;type&quot;:&quot;FILL&quot;,&quot;fillStyle&quot;:&quot;rgba(0,0,0,0)&quot;},{&quot;type&quot;:&quot;STROKE&quot;,&quot;strokeStyle&quot;:&quot;#232323&quot;,&quot;lineWidth&quot;:0.9448437210415548,&quot;lineJoin&quot;:&quot;round&quot;}],&quot;pathMarkers&quot;:{&quot;markerStart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.2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e170fba-e6fd-49ac-9d54-45b80d6368ff&quot;,&quot;order&quot;:&quot;22&quot;},&quot;connectorInfo&quot;:{&quot;connectedObjects&quot;:[],&quot;type&quot;:&quot;ELBOW&quot;,&quot;offset&quot;:{&quot;x&quot;:6,&quot;y&quot;:5.5},&quot;bending&quot;:-0.1,&quot;firstElementIsHead&quot;:false,&quot;customized&quot;:true}},&quot;d28d4a1a-cc8f-4ac8-ac81-2428dcaa4ca1&quot;:{&quot;type&quot;:&quot;FIGURE_OBJECT&quot;,&quot;id&quot;:&quot;d28d4a1a-cc8f-4ac8-ac81-2428dcaa4ca1&quot;,&quot;parent&quot;:{&quot;type&quot;:&quot;CHILD&quot;,&quot;parentId&quot;:&quot;3e170fba-e6fd-49ac-9d54-45b80d6368ff&quot;,&quot;order&quot;:&quot;05&quot;},&quot;relativeTransform&quot;:{&quot;translate&quot;:{&quot;x&quot;:-641.0312402327172,&quot;y&quot;:161.31733081456585},&quot;rotate&quot;:0},&quot;cropPathStyles&quot;:[{&quot;type&quot;:&quot;STROKE&quot;,&quot;strokeStyle&quot;:&quot;black&quot;,&quot;lineWidth&quot;:1.5},{&quot;type&quot;:&quot;FILL&quot;,&quot;fillStyle&quot;:&quot;transparent&quot;}]},&quot;3fd44f0d-b0bc-4b6a-a77b-b110a8e78fd9&quot;:{&quot;relativeTransform&quot;:{&quot;translate&quot;:{&quot;x&quot;:463.7042165864883,&quot;y&quot;:-30.19675800023839},&quot;rotate&quot;:0},&quot;type&quot;:&quot;FIGURE_OBJECT&quot;,&quot;id&quot;:&quot;3fd44f0d-b0bc-4b6a-a77b-b110a8e78fd9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335.7397330195306,&quot;y&quot;:406.47301619921996},&quot;startAngle&quot;:3.141592653589793,&quot;sweepAngle&quot;:6.283185307179586},&quot;pathStyles&quot;:[{&quot;type&quot;:&quot;FILL&quot;,&quot;fillStyle&quot;:&quot;rgba(231, 235, 244, 1)&quot;},{&quot;type&quot;:&quot;STROKE&quot;,&quot;strokeStyle&quot;:&quot;rgba(0,0,0,0)&quot;,&quot;lineWidth&quot;:5.669062326249328,&quot;lineJoin&quot;:&quot;round&quot;}],&quot;pathPattern&quot;:{&quot;type&quot;:&quot;ROW&quot;,&quot;patternId&quot;:&quot;f449e412-9ea0-465b-9397-80d67d7fda1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d28d4a1a-cc8f-4ac8-ac81-2428dcaa4ca1&quot;,&quot;order&quot;:&quot;2&quot;}},&quot;f449e412-9ea0-465b-9397-80d67d7fda15&quot;:{&quot;type&quot;:&quot;FIGURE_OBJECT&quot;,&quot;id&quot;:&quot;f449e412-9ea0-465b-9397-80d67d7fda15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637a7746-a90f-4a4c-ab78-ca3e054ead46&quot;:{&quot;type&quot;:&quot;FIGURE_OBJECT&quot;,&quot;id&quot;:&quot;637a7746-a90f-4a4c-ab78-ca3e054ead46&quot;,&quot;parent&quot;:{&quot;type&quot;:&quot;CHILD&quot;,&quot;parentId&quot;:&quot;f449e412-9ea0-465b-9397-80d67d7fda15&quot;,&quot;order&quot;:&quot;5&quot;},&quot;relativeTransform&quot;:{&quot;translate&quot;:{&quot;x&quot;:0,&quot;y&quot;:0},&quot;rotate&quot;:0,&quot;skewX&quot;:0,&quot;scale&quot;:{&quot;x&quot;:1,&quot;y&quot;:1}}},&quot;a12aee20-f2e6-4e4e-8e12-89b05521dcbd&quot;:{&quot;type&quot;:&quot;FIGURE_OBJECT&quot;,&quot;id&quot;:&quot;a12aee20-f2e6-4e4e-8e12-89b05521dcbd&quot;,&quot;parent&quot;:{&quot;type&quot;:&quot;CHILD&quot;,&quot;parentId&quot;:&quot;637a7746-a90f-4a4c-ab78-ca3e054ead46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a9c7ee&quot;}],&quot;opacity&quot;:1},&quot;daf6a54f-a961-4aa6-a5fa-7c173a500a77&quot;:{&quot;type&quot;:&quot;FIGURE_OBJECT&quot;,&quot;id&quot;:&quot;daf6a54f-a961-4aa6-a5fa-7c173a500a77&quot;,&quot;parent&quot;:{&quot;type&quot;:&quot;CHILD&quot;,&quot;parentId&quot;:&quot;637a7746-a90f-4a4c-ab78-ca3e054ead46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ae105ccc-72d0-48df-965e-18b9d0fda1f7&quot;:{&quot;type&quot;:&quot;FIGURE_OBJECT&quot;,&quot;id&quot;:&quot;ae105ccc-72d0-48df-965e-18b9d0fda1f7&quot;,&quot;parent&quot;:{&quot;type&quot;:&quot;CHILD&quot;,&quot;parentId&quot;:&quot;637a7746-a90f-4a4c-ab78-ca3e054ead46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7995bb&quot;}],&quot;opacity&quot;:1},&quot;4dcb7b6d-7866-4c8f-bada-ae578e10fd85&quot;:{&quot;relativeTransform&quot;:{&quot;translate&quot;:{&quot;x&quot;:88.93304468831501,&quot;y&quot;:-30.053453610426228},&quot;rotate&quot;:-2.4492935982947064e-16},&quot;type&quot;:&quot;FIGURE_OBJECT&quot;,&quot;id&quot;:&quot;4dcb7b6d-7866-4c8f-bada-ae578e10fd85&quot;,&quot;name&quot;:&quot;08. Membrane brush (large circle)&quot;,&quot;opacity&quot;:1,&quot;source&quot;:{&quot;id&quot;:&quot;5f46645e73866f00ae8d762b&quot;,&quot;type&quot;:&quot;ASSETS&quot;},&quot;path&quot;:{&quot;type&quot;:&quot;ARC&quot;,&quot;size&quot;:{&quot;x&quot;:-335.7397330195306,&quot;y&quot;:406.47301619921996},&quot;startAngle&quot;:3.141592653589793,&quot;sweepAngle&quot;:6.283185307179586},&quot;pathStyles&quot;:[{&quot;type&quot;:&quot;FILL&quot;,&quot;fillStyle&quot;:&quot;rgba(236, 221, 228, 1)&quot;},{&quot;type&quot;:&quot;STROKE&quot;,&quot;strokeStyle&quot;:&quot;rgba(0,0,0,0)&quot;,&quot;lineWidth&quot;:5.669062326249328,&quot;lineJoin&quot;:&quot;round&quot;}],&quot;pathPattern&quot;:{&quot;type&quot;:&quot;ROW&quot;,&quot;patternId&quot;:&quot;2070f88f-591e-4d75-a7e5-78a45500afb7&quot;,&quot;patternTransform&quot;:{&quot;translate&quot;:{&quot;x&quot;:-0.04496124031007748,&quot;y&quot;:0.5},&quot;rotate&quot;:3.141592653589793,&quot;skewX&quot;:0,&quot;scale&quot;:{&quot;x&quot;:-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d28d4a1a-cc8f-4ac8-ac81-2428dcaa4ca1&quot;,&quot;order&quot;:&quot;5&quot;}},&quot;2070f88f-591e-4d75-a7e5-78a45500afb7&quot;:{&quot;type&quot;:&quot;FIGURE_OBJECT&quot;,&quot;id&quot;:&quot;2070f88f-591e-4d75-a7e5-78a45500afb7&quot;,&quot;relativeTransform&quot;:{&quot;translate&quot;:{&quot;x&quot;:0,&quot;y&quot;:0},&quot;rotate&quot;:0,&quot;skewX&quot;:0,&quot;scale&quot;:{&quot;x&quot;:1,&quot;y&quot;:1}},&quot;source&quot;:{&quot;type&quot;:&quot;ASSETS&quot;,&quot;id&quot;:&quot;5e7125158bb5940028a8bbf1&quot;},&quot;name&quot;:&quot;Membrane (for brush)&quot;},&quot;a8ad5452-4dfc-49c5-8385-00b4369cfe64&quot;:{&quot;type&quot;:&quot;FIGURE_OBJECT&quot;,&quot;id&quot;:&quot;a8ad5452-4dfc-49c5-8385-00b4369cfe64&quot;,&quot;parent&quot;:{&quot;type&quot;:&quot;CHILD&quot;,&quot;parentId&quot;:&quot;2070f88f-591e-4d75-a7e5-78a45500afb7&quot;,&quot;order&quot;:&quot;5&quot;},&quot;relativeTransform&quot;:{&quot;translate&quot;:{&quot;x&quot;:0,&quot;y&quot;:0},&quot;rotate&quot;:0,&quot;skewX&quot;:0,&quot;scale&quot;:{&quot;x&quot;:1,&quot;y&quot;:1}}},&quot;b41049e5-fec8-4df5-abad-1880d9723f64&quot;:{&quot;type&quot;:&quot;FIGURE_OBJECT&quot;,&quot;id&quot;:&quot;b41049e5-fec8-4df5-abad-1880d9723f64&quot;,&quot;parent&quot;:{&quot;type&quot;:&quot;CHILD&quot;,&quot;parentId&quot;:&quot;a8ad5452-4dfc-49c5-8385-00b4369cfe64&quot;,&quot;order&quot;:&quot;2&quot;},&quot;relativeTransform&quot;:{&quot;translate&quot;:{&quot;x&quot;:50.0085,&quot;y&quot;:64.66},&quot;rotate&quot;:0,&quot;skewX&quot;:0,&quot;scale&quot;:{&quot;x&quot;:1,&quot;y&quot;:1}},&quot;path&quot;:{&quot;type&quot;:&quot;RECT&quot;,&quot;size&quot;:{&quot;x&quot;:101.393,&quot;y&quot;:115.822}},&quot;pathStyles&quot;:[{&quot;type&quot;:&quot;FILL&quot;,&quot;fillStyle&quot;:&quot;#cca1c7&quot;}],&quot;opacity&quot;:1},&quot;10c1cfae-0060-4d01-974b-c3933d4bd71a&quot;:{&quot;type&quot;:&quot;FIGURE_OBJECT&quot;,&quot;id&quot;:&quot;10c1cfae-0060-4d01-974b-c3933d4bd71a&quot;,&quot;parent&quot;:{&quot;type&quot;:&quot;CHILD&quot;,&quot;parentId&quot;:&quot;a8ad5452-4dfc-49c5-8385-00b4369cfe64&quot;,&quot;order&quot;:&quot;5&quot;},&quot;relativeTransform&quot;:{&quot;translate&quot;:{&quot;x&quot;:49.999500000000005,&quot;y&quot;:106.982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5fdbb2f4-9e9b-4d56-8cdf-477b765d34d6&quot;:{&quot;type&quot;:&quot;FIGURE_OBJECT&quot;,&quot;id&quot;:&quot;5fdbb2f4-9e9b-4d56-8cdf-477b765d34d6&quot;,&quot;parent&quot;:{&quot;type&quot;:&quot;CHILD&quot;,&quot;parentId&quot;:&quot;a8ad5452-4dfc-49c5-8385-00b4369cfe64&quot;,&quot;order&quot;:&quot;7&quot;},&quot;relativeTransform&quot;:{&quot;translate&quot;:{&quot;x&quot;:49.999500000000005,&quot;y&quot;:22.338},&quot;rotate&quot;:0,&quot;skewX&quot;:0,&quot;scale&quot;:{&quot;x&quot;:1,&quot;y&quot;:1}},&quot;path&quot;:{&quot;type&quot;:&quot;RECT&quot;,&quot;size&quot;:{&quot;x&quot;:101.837,&quot;y&quot;:31.482}},&quot;pathStyles&quot;:[{&quot;type&quot;:&quot;FILL&quot;,&quot;fillStyle&quot;:&quot;#9a7295&quot;}],&quot;opacity&quot;:1},&quot;1dc6a6b2-321d-45ac-937b-463492aa83b3&quot;:{&quot;type&quot;:&quot;FIGURE_OBJECT&quot;,&quot;id&quot;:&quot;1dc6a6b2-321d-45ac-937b-463492aa83b3&quot;,&quot;parent&quot;:{&quot;type&quot;:&quot;CROP&quot;,&quot;parentId&quot;:&quot;d28d4a1a-cc8f-4ac8-ac81-2428dcaa4ca1&quot;,&quot;order&quot;:&quot;5&quot;},&quot;relativeTransform&quot;:{&quot;translate&quot;:{&quot;x&quot;:274.4810408041431,&quot;y&quot;:-31.025834787135796},&quot;rotate&quot;:0,&quot;skewX&quot;:0,&quot;scale&quot;:{&quot;x&quot;:65.5699348155849,&quot;y&quot;:65.46960656845755}},&quot;path&quot;:{&quot;type&quot;:&quot;ELLIPSE&quot;,&quot;size&quot;:{&quot;x&quot;:2,&quot;y&quot;:2}},&quot;pathStyles&quot;:[{&quot;type&quot;:&quot;FILL&quot;,&quot;fillStyle&quot;:&quot;#fff&quot;}],&quot;isFrozen&quot;:true},&quot;6ce76b94-b399-46ce-86c5-cbba8a139a4b&quot;:{&quot;id&quot;:&quot;6ce76b94-b399-46ce-86c5-cbba8a139a4b&quot;,&quot;name&quot;:&quot;Dendritic cell 2&quot;,&quot;type&quot;:&quot;FIGURE_OBJECT&quot;,&quot;relativeTransform&quot;:{&quot;translate&quot;:{&quot;x&quot;:-448.5132237450723,&quot;y&quot;:127.6143750790482},&quot;rotate&quot;:0,&quot;skewX&quot;:0,&quot;scale&quot;:{&quot;x&quot;:0.841500766546114,&quot;y&quot;:0.8415007665461142}},&quot;image&quot;:{&quot;url&quot;:&quot;https://icons.biorender.com/biorender/6154b0325275170029fdb5d7/dendritic-cell-2-01.png&quot;,&quot;isPremium&quot;:false,&quot;isPacked&quot;:true,&quot;size&quot;:{&quot;x&quot;:100,&quot;y&quot;:104.54545454545455}},&quot;source&quot;:{&quot;id&quot;:&quot;6154afba5275170029fdb5c7&quot;,&quot;type&quot;:&quot;ASSETS&quot;},&quot;isPremium&quot;:false,&quot;parent&quot;:{&quot;type&quot;:&quot;CHILD&quot;,&quot;parentId&quot;:&quot;3e170fba-e6fd-49ac-9d54-45b80d6368ff&quot;,&quot;order&quot;:&quot;005&quot;}},&quot;7f01a420-fe1c-4853-90fb-b82582f01d8c&quot;:{&quot;id&quot;:&quot;7f01a420-fe1c-4853-90fb-b82582f01d8c&quot;,&quot;name&quot;:&quot;Lymphocyte (T-cell)&quot;,&quot;type&quot;:&quot;FIGURE_OBJECT&quot;,&quot;relativeTransform&quot;:{&quot;translate&quot;:{&quot;x&quot;:-282.3330768748885,&quot;y&quot;:127.6143750790482},&quot;rotate&quot;:0,&quot;skewX&quot;:0,&quot;scale&quot;:{&quot;x&quot;:0.6005426686204969,&quot;y&quot;:0.6005426686204968}},&quot;image&quot;:{&quot;url&quot;:&quot;https://icons.biorender.com/biorender/61533259e75ac20029699c26/t-cell-01.png&quot;,&quot;isPremium&quot;:false,&quot;isPacked&quot;:true,&quot;size&quot;:{&quot;x&quot;:100,&quot;y&quot;:102.83687943262412}},&quot;source&quot;:{&quot;id&quot;:&quot;61532fe8e75ac20029699b8c&quot;,&quot;type&quot;:&quot;ASSETS&quot;},&quot;isPremium&quot;:false,&quot;parent&quot;:{&quot;type&quot;:&quot;CHILD&quot;,&quot;parentId&quot;:&quot;3e170fba-e6fd-49ac-9d54-45b80d6368ff&quot;,&quot;order&quot;:&quot;02&quot;}},&quot;6adc723f-6d18-4973-a7f4-2e762902079a&quot;:{&quot;type&quot;:&quot;FIGURE_OBJECT&quot;,&quot;id&quot;:&quot;6adc723f-6d18-4973-a7f4-2e762902079a&quot;,&quot;relativeTransform&quot;:{&quot;translate&quot;:{&quot;x&quot;:-307.1120806805162,&quot;y&quot;:286.510206740654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3&quot;}},&quot;7abb9c44-ac77-477b-921a-19dec0a5e068&quot;:{&quot;type&quot;:&quot;FIGURE_OBJECT&quot;,&quot;id&quot;:&quot;7abb9c44-ac77-477b-921a-19dec0a5e068&quot;,&quot;relativeTransform&quot;:{&quot;translate&quot;:{&quot;x&quot;:-321.77888562551476,&quot;y&quot;:286.510206740654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5&quot;}},&quot;05bea160-0b93-4481-8890-824fa0b071d0&quot;:{&quot;type&quot;:&quot;FIGURE_OBJECT&quot;,&quot;id&quot;:&quot;05bea160-0b93-4481-8890-824fa0b071d0&quot;,&quot;relativeTransform&quot;:{&quot;translate&quot;:{&quot;x&quot;:-336.445690570513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6&quot;}},&quot;995be1d0-b7fb-4cdf-9e37-88d94838794f&quot;:{&quot;type&quot;:&quot;FIGURE_OBJECT&quot;,&quot;id&quot;:&quot;995be1d0-b7fb-4cdf-9e37-88d94838794f&quot;,&quot;relativeTransform&quot;:{&quot;translate&quot;:{&quot;x&quot;:-351.1124955155114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7&quot;}},&quot;647f9c7e-a652-46e5-9c0c-0f1e2e88a478&quot;:{&quot;type&quot;:&quot;FIGURE_OBJECT&quot;,&quot;id&quot;:&quot;647f9c7e-a652-46e5-9c0c-0f1e2e88a478&quot;,&quot;relativeTransform&quot;:{&quot;translate&quot;:{&quot;x&quot;:-409.7797152955041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28&quot;}},&quot;d03a95ab-245d-4fca-a8cf-014053920552&quot;:{&quot;type&quot;:&quot;FIGURE_OBJECT&quot;,&quot;id&quot;:&quot;d03a95ab-245d-4fca-a8cf-014053920552&quot;,&quot;relativeTransform&quot;:{&quot;translate&quot;:{&quot;x&quot;:-424.4465202405024,&quot;y&quot;:286.510206740654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&quot;}},&quot;f6994702-93cd-431a-8c8f-7faac6ef2d8f&quot;:{&quot;type&quot;:&quot;FIGURE_OBJECT&quot;,&quot;id&quot;:&quot;f6994702-93cd-431a-8c8f-7faac6ef2d8f&quot;,&quot;relativeTransform&quot;:{&quot;translate&quot;:{&quot;x&quot;:-395.112910350506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2&quot;}},&quot;bf29bff4-e469-4d73-9dad-9b8e34f32054&quot;:{&quot;type&quot;:&quot;FIGURE_OBJECT&quot;,&quot;id&quot;:&quot;bf29bff4-e469-4d73-9dad-9b8e34f32054&quot;,&quot;relativeTransform&quot;:{&quot;translate&quot;:{&quot;x&quot;:-380.44610540550775,&quot;y&quot;:286.510206740654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5&quot;}},&quot;704efd9f-9a95-417c-b095-a3db85ba627e&quot;:{&quot;type&quot;:&quot;FIGURE_OBJECT&quot;,&quot;id&quot;:&quot;704efd9f-9a95-417c-b095-a3db85ba627e&quot;,&quot;relativeTransform&quot;:{&quot;translate&quot;:{&quot;x&quot;:-365.7793004605095,&quot;y&quot;:286.510206740654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37&quot;}},&quot;79db570d-6ce2-4c06-9431-7f2cb5a2c68e&quot;:{&quot;type&quot;:&quot;FIGURE_OBJECT&quot;,&quot;id&quot;:&quot;79db570d-6ce2-4c06-9431-7f2cb5a2c68e&quot;,&quot;relativeTransform&quot;:{&quot;translate&quot;:{&quot;x&quot;:-321.77888562551476,&quot;y&quot;:305.9269195537412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&quot;}},&quot;c9d2dd5a-4ae8-4fa6-a811-18303fa889c4&quot;:{&quot;type&quot;:&quot;FIGURE_OBJECT&quot;,&quot;id&quot;:&quot;c9d2dd5a-4ae8-4fa6-a811-18303fa889c4&quot;,&quot;relativeTransform&quot;:{&quot;translate&quot;:{&quot;x&quot;:-307.1120806805162,&quot;y&quot;:305.9269195537412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2&quot;}},&quot;56b4afb3-29e0-4358-b53c-32600d2eee9f&quot;:{&quot;type&quot;:&quot;FIGURE_OBJECT&quot;,&quot;id&quot;:&quot;56b4afb3-29e0-4358-b53c-32600d2eee9f&quot;,&quot;relativeTransform&quot;:{&quot;translate&quot;:{&quot;x&quot;:-336.445690570513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5&quot;}},&quot;cf140cdd-6826-4de3-bf87-30ffa97cf02d&quot;:{&quot;type&quot;:&quot;FIGURE_OBJECT&quot;,&quot;id&quot;:&quot;cf140cdd-6826-4de3-bf87-30ffa97cf02d&quot;,&quot;relativeTransform&quot;:{&quot;translate&quot;:{&quot;x&quot;:-351.1124955155114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47&quot;}},&quot;6d685428-8002-4c8b-9ae9-f05c7e3813d4&quot;:{&quot;type&quot;:&quot;FIGURE_OBJECT&quot;,&quot;id&quot;:&quot;6d685428-8002-4c8b-9ae9-f05c7e3813d4&quot;,&quot;relativeTransform&quot;:{&quot;translate&quot;:{&quot;x&quot;:-365.7793004605095,&quot;y&quot;:305.92691955374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&quot;}},&quot;18c413a1-d3de-48ca-83a2-8acc9f082fc6&quot;:{&quot;type&quot;:&quot;FIGURE_OBJECT&quot;,&quot;id&quot;:&quot;18c413a1-d3de-48ca-83a2-8acc9f082fc6&quot;,&quot;relativeTransform&quot;:{&quot;translate&quot;:{&quot;x&quot;:-380.4461054055079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05&quot;}},&quot;575a2109-36e8-404e-a8fa-548af43b038f&quot;:{&quot;type&quot;:&quot;FIGURE_OBJECT&quot;,&quot;id&quot;:&quot;575a2109-36e8-404e-a8fa-548af43b038f&quot;,&quot;relativeTransform&quot;:{&quot;translate&quot;:{&quot;x&quot;:-395.112910350506,&quot;y&quot;:305.926919553741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1&quot;}},&quot;949aaabf-eeda-4b6e-be42-b43f9980e1af&quot;:{&quot;type&quot;:&quot;FIGURE_OBJECT&quot;,&quot;id&quot;:&quot;949aaabf-eeda-4b6e-be42-b43f9980e1af&quot;,&quot;relativeTransform&quot;:{&quot;translate&quot;:{&quot;x&quot;:-409.7797152955041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2&quot;}},&quot;5a41f4b3-dece-424c-9ea2-8aca81ab6068&quot;:{&quot;type&quot;:&quot;FIGURE_OBJECT&quot;,&quot;id&quot;:&quot;5a41f4b3-dece-424c-9ea2-8aca81ab6068&quot;,&quot;relativeTransform&quot;:{&quot;translate&quot;:{&quot;x&quot;:-424.4465202405026,&quot;y&quot;:305.9269195537409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3&quot;}},&quot;d897c16e-3e59-4e6b-8409-6b2d10250e7d&quot;:{&quot;type&quot;:&quot;FIGURE_OBJECT&quot;,&quot;id&quot;:&quot;d897c16e-3e59-4e6b-8409-6b2d10250e7d&quot;,&quot;relativeTransform&quot;:{&quot;translate&quot;:{&quot;x&quot;:-424.4465202405022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5&quot;}},&quot;18437f9a-1f4d-4a18-a4e1-1d53f6eecb07&quot;:{&quot;type&quot;:&quot;FIGURE_OBJECT&quot;,&quot;id&quot;:&quot;18437f9a-1f4d-4a18-a4e1-1d53f6eecb07&quot;,&quot;relativeTransform&quot;:{&quot;translate&quot;:{&quot;x&quot;:-424.446680063473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6&quot;}},&quot;6459f58d-2479-49f5-9618-e6fd3025c8de&quot;:{&quot;type&quot;:&quot;FIGURE_OBJECT&quot;,&quot;id&quot;:&quot;6459f58d-2479-49f5-9618-e6fd3025c8de&quot;,&quot;relativeTransform&quot;:{&quot;translate&quot;:{&quot;x&quot;:-409.77971529550405,&quot;y&quot;:325.504101067761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7&quot;}},&quot;43a1092d-b61a-4569-b7c0-3adc4384e0f4&quot;:{&quot;type&quot;:&quot;FIGURE_OBJECT&quot;,&quot;id&quot;:&quot;43a1092d-b61a-4569-b7c0-3adc4384e0f4&quot;,&quot;relativeTransform&quot;:{&quot;translate&quot;:{&quot;x&quot;:-321.7788856255145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58&quot;}},&quot;f7587448-f781-4fb3-b623-479d879e0072&quot;:{&quot;type&quot;:&quot;FIGURE_OBJECT&quot;,&quot;id&quot;:&quot;f7587448-f781-4fb3-b623-479d879e0072&quot;,&quot;relativeTransform&quot;:{&quot;translate&quot;:{&quot;x&quot;:-336.4456905705129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&quot;}},&quot;d8b450d7-f403-4110-8aa9-43c8975ecd4e&quot;:{&quot;type&quot;:&quot;FIGURE_OBJECT&quot;,&quot;id&quot;:&quot;d8b450d7-f403-4110-8aa9-43c8975ecd4e&quot;,&quot;relativeTransform&quot;:{&quot;translate&quot;:{&quot;x&quot;:-351.1124955155114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1&quot;}},&quot;4ccffbb2-46ce-4e52-9a92-cd919d34a714&quot;:{&quot;type&quot;:&quot;FIGURE_OBJECT&quot;,&quot;id&quot;:&quot;4ccffbb2-46ce-4e52-9a92-cd919d34a714&quot;,&quot;relativeTransform&quot;:{&quot;translate&quot;:{&quot;x&quot;:-307.1120806805161,&quot;y&quot;:325.5041010677623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2&quot;}},&quot;103ab696-d0a9-43e6-8f13-6db22b059bf8&quot;:{&quot;type&quot;:&quot;FIGURE_OBJECT&quot;,&quot;id&quot;:&quot;103ab696-d0a9-43e6-8f13-6db22b059bf8&quot;,&quot;relativeTransform&quot;:{&quot;translate&quot;:{&quot;x&quot;:-365.7793004605095,&quot;y&quot;:325.50410106776184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3&quot;}},&quot;eb4d0ed3-f8ac-4892-b860-c1cafb129a13&quot;:{&quot;type&quot;:&quot;FIGURE_OBJECT&quot;,&quot;id&quot;:&quot;eb4d0ed3-f8ac-4892-b860-c1cafb129a13&quot;,&quot;relativeTransform&quot;:{&quot;translate&quot;:{&quot;x&quot;:-380.44610540550775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5&quot;}},&quot;83388354-7baa-45d3-b94a-8eca2b09317d&quot;:{&quot;type&quot;:&quot;FIGURE_OBJECT&quot;,&quot;id&quot;:&quot;83388354-7baa-45d3-b94a-8eca2b09317d&quot;,&quot;relativeTransform&quot;:{&quot;translate&quot;:{&quot;x&quot;:-395.112910350506,&quot;y&quot;:325.5041010677619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6&quot;}},&quot;e7f42702-d6e9-4cf8-b149-8047fd1288ed&quot;:{&quot;type&quot;:&quot;FIGURE_OBJECT&quot;,&quot;id&quot;:&quot;e7f42702-d6e9-4cf8-b149-8047fd1288ed&quot;,&quot;relativeTransform&quot;:{&quot;translate&quot;:{&quot;x&quot;:-409.779875118475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7&quot;}},&quot;94f96b8f-d9c5-43e3-a6fa-127596781b79&quot;:{&quot;type&quot;:&quot;FIGURE_OBJECT&quot;,&quot;id&quot;:&quot;94f96b8f-d9c5-43e3-a6fa-127596781b79&quot;,&quot;relativeTransform&quot;:{&quot;translate&quot;:{&quot;x&quot;:-395.11307017347684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68&quot;}},&quot;83d62d90-ad52-4d82-8eff-1ca5a773f701&quot;:{&quot;type&quot;:&quot;FIGURE_OBJECT&quot;,&quot;id&quot;:&quot;83d62d90-ad52-4d82-8eff-1ca5a773f701&quot;,&quot;relativeTransform&quot;:{&quot;translate&quot;:{&quot;x&quot;:-380.44626522847864,&quot;y&quot;:345.0573996718008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&quot;}},&quot;7a73b33a-0973-4fac-a36f-1f37972e7381&quot;:{&quot;type&quot;:&quot;FIGURE_OBJECT&quot;,&quot;id&quot;:&quot;7a73b33a-0973-4fac-a36f-1f37972e7381&quot;,&quot;relativeTransform&quot;:{&quot;translate&quot;:{&quot;x&quot;:-365.77946028348015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1&quot;}},&quot;ee62dc5b-2022-4290-9d9b-a46dad069f9a&quot;:{&quot;type&quot;:&quot;FIGURE_OBJECT&quot;,&quot;id&quot;:&quot;ee62dc5b-2022-4290-9d9b-a46dad069f9a&quot;,&quot;relativeTransform&quot;:{&quot;translate&quot;:{&quot;x&quot;:-307.1122405034869,&quot;y&quot;:345.057399671801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2&quot;}},&quot;045ca24f-1303-4adc-bd7b-3a83c05ef5b3&quot;:{&quot;type&quot;:&quot;FIGURE_OBJECT&quot;,&quot;id&quot;:&quot;045ca24f-1303-4adc-bd7b-3a83c05ef5b3&quot;,&quot;relativeTransform&quot;:{&quot;translate&quot;:{&quot;x&quot;:-321.77904544848536,&quot;y&quot;:345.05739967180097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3&quot;}},&quot;cdc80d60-fbb2-42c5-adf5-a959407fa885&quot;:{&quot;type&quot;:&quot;FIGURE_OBJECT&quot;,&quot;id&quot;:&quot;cdc80d60-fbb2-42c5-adf5-a959407fa885&quot;,&quot;relativeTransform&quot;:{&quot;translate&quot;:{&quot;x&quot;:-336.4458503934838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11, 238, 234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5&quot;}},&quot;d74a867a-09e4-4211-b6d8-363a418392b0&quot;:{&quot;type&quot;:&quot;FIGURE_OBJECT&quot;,&quot;id&quot;:&quot;d74a867a-09e4-4211-b6d8-363a418392b0&quot;,&quot;relativeTransform&quot;:{&quot;translate&quot;:{&quot;x&quot;:-351.11265533848206,&quot;y&quot;:345.0573996718006},&quot;rotate&quot;:1.5707963267948986,&quot;skewX&quot;:6.394531630710657e-16},&quot;opacity&quot;:1,&quot;path&quot;:{&quot;type&quot;:&quot;RECT&quot;,&quot;size&quot;:{&quot;x&quot;:18.614369308413504,&quot;y&quot;:13.714415013504862},&quot;cornerRounding&quot;:{&quot;type&quot;:&quot;ARC_LENGTH&quot;,&quot;global&quot;:0}},&quot;pathStyles&quot;:[{&quot;type&quot;:&quot;FILL&quot;,&quot;fillStyle&quot;:&quot;rgba(242, 179, 66, 1)&quot;},{&quot;type&quot;:&quot;STROKE&quot;,&quot;strokeStyle&quot;:&quot;transparent&quot;,&quot;lineWidth&quot;:0,&quot;lineJoin&quot;:&quot;round&quot;}],&quot;isLocked&quot;:false,&quot;parent&quot;:{&quot;type&quot;:&quot;CHILD&quot;,&quot;parentId&quot;:&quot;3e170fba-e6fd-49ac-9d54-45b80d6368ff&quot;,&quot;order&quot;:&quot;76&quot;}},&quot;4bc0441d-acdc-4198-a506-3d96226cbeb5&quot;:{&quot;type&quot;:&quot;FIGURE_OBJECT&quot;,&quot;id&quot;:&quot;4bc0441d-acdc-4198-a506-3d96226cbeb5&quot;,&quot;relativeTransform&quot;:{&quot;translate&quot;:{&quot;x&quot;:-357.2282284750295,&quot;y&quot;:269.299292971390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1]}],&quot;text&quot;:&quot;Activity (%)&quot;}],&quot;verticalAlign&quot;:&quot;TOP&quot;,&quot;_lastCaretLocation&quot;:{&quot;lineIndex&quot;:0,&quot;runIndex&quot;:-1,&quot;charIndex&quot;:-1,&quot;endOfLine&quot;:true}},&quot;size&quot;:{&quot;x&quot;:57.183334826919086,&quot;y&quot;:14.581656912897754},&quot;targetSize&quot;:{&quot;x&quot;:57.183334826919086,&quot;y&quot;:14.581656912897754},&quot;format&quot;:&quot;BETTER_TEXT&quot;,&quot;verticalAlign&quot;:&quot;TOP&quot;},&quot;isLocked&quot;:false,&quot;parent&quot;:{&quot;type&quot;:&quot;CHILD&quot;,&quot;parentId&quot;:&quot;3e170fba-e6fd-49ac-9d54-45b80d6368ff&quot;,&quot;order&quot;:&quot;77&quot;}},&quot;9168244b-45b3-445a-b5fa-3be875f0ee03&quot;:{&quot;type&quot;:&quot;FIGURE_OBJECT&quot;,&quot;id&quot;:&quot;9168244b-45b3-445a-b5fa-3be875f0ee03&quot;,&quot;relativeTransform&quot;:{&quot;translate&quot;:{&quot;x&quot;:-423.27487714306733,&quot;y&quot;:362.83342016658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1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78&quot;}},&quot;e47373e0-e3a9-4c0a-851e-8700ca88c274&quot;:{&quot;type&quot;:&quot;FIGURE_OBJECT&quot;,&quot;id&quot;:&quot;e47373e0-e3a9-4c0a-851e-8700ca88c274&quot;,&quot;relativeTransform&quot;:{&quot;translate&quot;:{&quot;x&quot;:-408.4948032624104,&quot;y&quot;:362.796692021140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2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&quot;}},&quot;daf07e85-5670-46f1-8d43-c51d66ecd838&quot;:{&quot;type&quot;:&quot;FIGURE_OBJECT&quot;,&quot;id&quot;:&quot;daf07e85-5670-46f1-8d43-c51d66ecd838&quot;,&quot;relativeTransform&quot;:{&quot;translate&quot;:{&quot;x&quot;:-393.4916897236547,&quot;y&quot;:362.7966704586054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3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2&quot;}},&quot;19ec21e5-b430-4a85-bfce-96308324b0a4&quot;:{&quot;type&quot;:&quot;FIGURE_OBJECT&quot;,&quot;id&quot;:&quot;19ec21e5-b430-4a85-bfce-96308324b0a4&quot;,&quot;relativeTransform&quot;:{&quot;translate&quot;:{&quot;x&quot;:-379.0163288764193,&quot;y&quot;:362.83757930480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4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5&quot;}},&quot;5214c727-5d4f-4613-a133-4611aba5a88f&quot;:{&quot;type&quot;:&quot;FIGURE_OBJECT&quot;,&quot;id&quot;:&quot;5214c727-5d4f-4613-a133-4611aba5a88f&quot;,&quot;relativeTransform&quot;:{&quot;translate&quot;:{&quot;x&quot;:-363.99557356547854,&quot;y&quot;:362.83794560967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5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87&quot;}},&quot;29288881-12a9-4cbd-9699-9817ee7c685e&quot;:{&quot;type&quot;:&quot;FIGURE_OBJECT&quot;,&quot;id&quot;:&quot;29288881-12a9-4cbd-9699-9817ee7c685e&quot;,&quot;relativeTransform&quot;:{&quot;translate&quot;:{&quot;x&quot;:-349.77377875447576,&quot;y&quot;:362.878854455875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6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&quot;}},&quot;ae778c2a-0271-4375-a674-54fec2ce207f&quot;:{&quot;type&quot;:&quot;FIGURE_OBJECT&quot;,&quot;id&quot;:&quot;ae778c2a-0271-4375-a674-54fec2ce207f&quot;,&quot;relativeTransform&quot;:{&quot;translate&quot;:{&quot;x&quot;:-334.26353314325485,&quot;y&quot;:362.878832893340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7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2&quot;}},&quot;8cdbc4a4-62c4-4e89-ba7e-7863d85ee288&quot;:{&quot;type&quot;:&quot;FIGURE_OBJECT&quot;,&quot;id&quot;:&quot;8cdbc4a4-62c4-4e89-ba7e-7863d85ee288&quot;,&quot;relativeTransform&quot;:{&quot;translate&quot;:{&quot;x&quot;:-319.5346062597868,&quot;y&quot;:362.919741739543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8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5&quot;}},&quot;046e7dda-b53a-4bf2-81fd-fc1d1908a3b1&quot;:{&quot;type&quot;:&quot;FIGURE_OBJECT&quot;,&quot;id&quot;:&quot;046e7dda-b53a-4bf2-81fd-fc1d1908a3b1&quot;,&quot;relativeTransform&quot;:{&quot;translate&quot;:{&quot;x&quot;:-305.5236592148925,&quot;y&quot;:362.920134835945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10.236944302762252,&quot;color&quot;:&quot;#232323&quot;,&quot;fontWeight&quot;:&quot;normal&quot;,&quot;fontStyle&quot;:&quot;normal&quot;,&quot;decoration&quot;:&quot;none&quot;,&quot;script&quot;:&quot;none&quot;},&quot;range&quot;:[0,1]}],&quot;text&quot;:&quot;P9&quot;}],&quot;verticalAlign&quot;:&quot;TOP&quot;,&quot;_lastCaretLocation&quot;:{&quot;lineIndex&quot;:0,&quot;runIndex&quot;:-1,&quot;charIndex&quot;:-1,&quot;endOfLine&quot;:true}},&quot;size&quot;:{&quot;x&quot;:12.201988323360137,&quot;y&quot;:12.064970071112656},&quot;targetSize&quot;:{&quot;x&quot;:12.201988323360137,&quot;y&quot;:12.064970071112656},&quot;format&quot;:&quot;BETTER_TEXT&quot;,&quot;verticalAlign&quot;:&quot;TOP&quot;},&quot;isLocked&quot;:false,&quot;parent&quot;:{&quot;type&quot;:&quot;CHILD&quot;,&quot;parentId&quot;:&quot;3e170fba-e6fd-49ac-9d54-45b80d6368ff&quot;,&quot;order&quot;:&quot;97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551155eb-6eec-49c9-a05e-1bc85b319e2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51155eb-6eec-49c9-a05e-1bc85b319e21&quot;:{&quot;type&quot;:&quot;FIGURE_OBJECT&quot;,&quot;id&quot;:&quot;551155eb-6eec-49c9-a05e-1bc85b319e21&quot;,&quot;name&quot;:&quot;MHC class I&quot;,&quot;relativeTransform&quot;:{&quot;translate&quot;:{&quot;x&quot;:-15.54967678442068,&quot;y&quot;:248.4363712429311},&quot;rotate&quot;:6.633932893502078e-16,&quot;skewX&quot;:0,&quot;scale&quot;:{&quot;x&quot;:0.3931370737559181,&quot;y&quot;:0.39313707375591816}},&quot;opacity&quot;:1,&quot;image&quot;:{&quot;url&quot;:&quot;https://icons.biorender.com/biorender/5d9b3d99dd52690004bb546e/mhc-class-i.png&quot;,&quot;size&quot;:{&quot;x&quot;:86,&quot;y&quot;:202},&quot;isPremium&quot;:false,&quot;isPacked&quot;:true},&quot;source&quot;:{&quot;id&quot;:&quot;5d9b3c97dd52690004bb5465&quot;,&quot;type&quot;:&quot;ASSETS&quot;},&quot;pathStyles&quot;:[{&quot;type&quot;:&quot;FILL&quot;,&quot;fillStyle&quot;:&quot;rgb(0,0,0)&quot;}],&quot;isLocked&quot;:false,&quot;parent&quot;:{&quot;type&quot;:&quot;CHILD&quot;,&quot;parentId&quot;:&quot;c567345a-1798-475c-b0aa-224d45a53e2e&quot;,&quot;order&quot;:&quot;9999999999986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955e37b6-1762-4d8b-bc32-fc80ddb4bf5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55e37b6-1762-4d8b-bc32-fc80ddb4bf5b&quot;:{&quot;type&quot;:&quot;FIGURE_OBJECT&quot;,&quot;id&quot;:&quot;955e37b6-1762-4d8b-bc32-fc80ddb4bf5b&quot;,&quot;relativeTransform&quot;:{&quot;translate&quot;:{&quot;x&quot;:-15.175993706673184,&quot;y&quot;:192.0219208225249},&quot;rotate&quot;:-0.4413105726068125,&quot;skewX&quot;:0,&quot;scale&quot;:{&quot;x&quot;:1,&quot;y&quot;:1}},&quot;opacity&quot;:1,&quot;path&quot;:{&quot;type&quot;:&quot;POLY_LINE&quot;,&quot;points&quot;:[{&quot;x&quot;:10.258905163828206,&quot;y&quot;:3.102795738977075},{&quot;x&quot;:5.284890538941804,&quot;y&quot;:-3.1008837282934567},{&quot;x&quot;:-0.3108759140554002,&quot;y&quot;:2.494882724703746},{&quot;x&quot;:-6.528394195163404,&quot;y&quot;:-3.1008837282934567},{&quot;x&quot;:-10.258905163828206,&quot;y&quot;:3.102795738977075}],&quot;closed&quot;:false},&quot;pathStyles&quot;:[{&quot;type&quot;:&quot;FILL&quot;,&quot;fillStyle&quot;:&quot;rgba(0,0,0,0)&quot;},{&quot;type&quot;:&quot;STROKE&quot;,&quot;strokeStyle&quot;:&quot;rgb(168, 96, 24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c567345a-1798-475c-b0aa-224d45a53e2e&quot;,&quot;order&quot;:&quot;9999999999987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9517268e-949b-4093-aa65-2bb5cb90084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517268e-949b-4093-aa65-2bb5cb90084f&quot;:{&quot;type&quot;:&quot;FIGURE_OBJECT&quot;,&quot;id&quot;:&quot;9517268e-949b-4093-aa65-2bb5cb90084f&quot;,&quot;relativeTransform&quot;:{&quot;translate&quot;:{&quot;x&quot;:-40.16846732518931,&quot;y&quot;:202.20048008950235},&quot;rotate&quot;:0,&quot;skewX&quot;:0,&quot;scale&quot;:{&quot;x&quot;:1,&quot;y&quot;:1}},&quot;opacity&quot;:1,&quot;path&quot;:{&quot;type&quot;:&quot;POLY_LINE&quot;,&quot;points&quot;:[{&quot;x&quot;:-8.044291260037676,&quot;y&quot;:7.352285283090367},{&quot;x&quot;:-0.09295559394983771,&quot;y&quot;:7.404453725816996},{&quot;x&quot;:-0.9066886901945719,&quot;y&quot;:-0.46720701643135143},{&quot;x&quot;:7.35707914349833,&quot;y&quot;:-1.7634619925924582},{&quot;x&quot;:4.89524275763539,&quot;y&quot;:-8.570936754147102}],&quot;closed&quot;:false},&quot;pathStyles&quot;:[{&quot;type&quot;:&quot;FILL&quot;,&quot;fillStyle&quot;:&quot;rgba(0,0,0,0)&quot;},{&quot;type&quot;:&quot;STROKE&quot;,&quot;strokeStyle&quot;:&quot;rgb(41, 116, 18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c567345a-1798-475c-b0aa-224d45a53e2e&quot;,&quot;order&quot;:&quot;9999999999988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d9404598-aea9-49d2-be5b-b625ebc605b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9404598-aea9-49d2-be5b-b625ebc605b0&quot;:{&quot;type&quot;:&quot;FIGURE_OBJECT&quot;,&quot;id&quot;:&quot;d9404598-aea9-49d2-be5b-b625ebc605b0&quot;,&quot;relativeTransform&quot;:{&quot;translate&quot;:{&quot;x&quot;:4.866038401088101,&quot;y&quot;:200.8093392738215},&quot;rotate&quot;:2.4657944107428795,&quot;skewX&quot;:0,&quot;scale&quot;:{&quot;x&quot;:1,&quot;y&quot;:1}},&quot;opacity&quot;:1,&quot;path&quot;:{&quot;type&quot;:&quot;POLY_LINE&quot;,&quot;points&quot;:[{&quot;x&quot;:10.258905163828206,&quot;y&quot;:3.1027957389770755},{&quot;x&quot;:5.284890538941804,&quot;y&quot;:-3.100883728293457},{&quot;x&quot;:-0.3108759140554002,&quot;y&quot;:2.4948827247037464},{&quot;x&quot;:-6.528394195163404,&quot;y&quot;:-3.100883728293457},{&quot;x&quot;:-10.258905163828206,&quot;y&quot;:3.1027957389770755}],&quot;closed&quot;:false},&quot;pathStyles&quot;:[{&quot;type&quot;:&quot;FILL&quot;,&quot;fillStyle&quot;:&quot;rgba(0,0,0,0)&quot;},{&quot;type&quot;:&quot;STROKE&quot;,&quot;strokeStyle&quot;:&quot;rgba(192, 56, 48, 1)&quot;,&quot;lineWidth&quot;:1.6643270632066656,&quot;lineJoin&quot;:&quot;round&quot;}],&quot;pathSmoothing&quot;:{&quot;type&quot;:&quot;CATMULL_SMOOTHING&quot;,&quot;smoothing&quot;:0.2},&quot;isLocked&quot;:false,&quot;parent&quot;:{&quot;type&quot;:&quot;CHILD&quot;,&quot;parentId&quot;:&quot;c567345a-1798-475c-b0aa-224d45a53e2e&quot;,&quot;order&quot;:&quot;999999999999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e56a55eb-dfa9-4553-adbe-d4ac889e0b6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56a55eb-dfa9-4553-adbe-d4ac889e0b69&quot;:{&quot;type&quot;:&quot;FIGURE_OBJECT&quot;,&quot;id&quot;:&quot;e56a55eb-dfa9-4553-adbe-d4ac889e0b69&quot;,&quot;parent&quot;:{&quot;type&quot;:&quot;CHILD&quot;,&quot;parentId&quot;:&quot;c567345a-1798-475c-b0aa-224d45a53e2e&quot;,&quot;order&quot;:&quot;9999999999999&quot;},&quot;relativeTransform&quot;:{&quot;translate&quot;:{&quot;x&quot;:26.559062742643732,&quot;y&quot;:35.37817285956762},&quot;rotate&quot;:0,&quot;skewX&quot;:0,&quot;scale&quot;:{&quot;x&quot;:1,&quot;y&quot;:1}},&quot;opacity&quot;:1},&quot;d125678e-896d-4547-9e46-24d5b8bd0cbb&quot;:{&quot;id&quot;:&quot;d125678e-896d-4547-9e46-24d5b8bd0cbb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e56a55eb-dfa9-4553-adbe-d4ac889e0b69&quot;,&quot;order&quot;:&quot;2&quot;},&quot;isLocked&quot;:false},&quot;cb43f0ed-7684-4d82-b48e-ce92fdbb0830&quot;:{&quot;id&quot;:&quot;cb43f0ed-7684-4d82-b48e-ce92fdbb0830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e56a55eb-dfa9-4553-adbe-d4ac889e0b69&quot;,&quot;order&quot;:&quot;5&quot;},&quot;isLocked&quot;:false},&quot;8a6f741b-1d13-43bb-8d45-6e7c46164aea&quot;:{&quot;type&quot;:&quot;FIGURE_OBJECT&quot;,&quot;id&quot;:&quot;8a6f741b-1d13-43bb-8d45-6e7c46164aea&quot;,&quot;parent&quot;:{&quot;type&quot;:&quot;CHILD&quot;,&quot;parentId&quot;:&quot;e56a55eb-dfa9-4553-adbe-d4ac889e0b69&quot;,&quot;order&quot;:&quot;1&quot;},&quot;relativeTransform&quot;:{&quot;translate&quot;:{&quot;x&quot;:82.82888947334816,&quot;y&quot;:134.96523233868172},&quot;rotate&quot;:0}},&quot;f016dd62-ffaa-486f-b80a-7c620fd4a1cb&quot;:{&quot;id&quot;:&quot;f016dd62-ffaa-486f-b80a-7c620fd4a1cb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a6f741b-1d13-43bb-8d45-6e7c46164aea&quot;,&quot;order&quot;:&quot;7&quot;},&quot;styles&quot;:{&quot;editable&quot;:[{&quot;styleName&quot;:&quot;MONOCHROME_COLOR&quot;,&quot;index&quot;:0,&quot;color&quot;:&quot;#0F99DC&quot;}]},&quot;isLocked&quot;:false},&quot;d9c773cd-aa7b-41b5-a6b9-1ef3e4635051&quot;:{&quot;id&quot;:&quot;d9c773cd-aa7b-41b5-a6b9-1ef3e4635051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8a6f741b-1d13-43bb-8d45-6e7c46164aea&quot;,&quot;order&quot;:&quot;6&quot;},&quot;styles&quot;:{&quot;editable&quot;:[{&quot;styleName&quot;:&quot;MONOCHROME_COLOR&quot;,&quot;index&quot;:0,&quot;color&quot;:&quot;#FF8E8F&quot;}]},&quot;isLocked&quot;:false},&quot;9bdd04ab-caf7-44a9-96a4-f2de3fda26fb&quot;:{&quot;type&quot;:&quot;FIGURE_OBJECT&quot;,&quot;id&quot;:&quot;9bdd04ab-caf7-44a9-96a4-f2de3fda26fb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a6f741b-1d13-43bb-8d45-6e7c46164aea&quot;,&quot;order&quot;:&quot;3&quot;}},&quot;8c3f02b9-a294-4ee3-ab5e-3e83c3e37311&quot;:{&quot;type&quot;:&quot;FIGURE_OBJECT&quot;,&quot;id&quot;:&quot;8c3f02b9-a294-4ee3-ab5e-3e83c3e37311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8a6f741b-1d13-43bb-8d45-6e7c46164aea&quot;,&quot;order&quot;:&quot;1&quot;}},&quot;669ed32c-58c2-4d52-9ac1-ba4314bba09d&quot;:{&quot;type&quot;:&quot;FIGURE_OBJECT&quot;,&quot;id&quot;:&quot;669ed32c-58c2-4d52-9ac1-ba4314bba09d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8a6f741b-1d13-43bb-8d45-6e7c46164aea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3df1fefe-6484-4507-91d4-64b49ba9c342&quot;:{&quot;type&quot;:&quot;FIGURE_OBJECT&quot;,&quot;id&quot;:&quot;3df1fefe-6484-4507-91d4-64b49ba9c342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8a6f741b-1d13-43bb-8d45-6e7c46164aea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ba8b91b1-c67d-4b64-9a3a-eb18b6446ab7&quot;:{&quot;type&quot;:&quot;FIGURE_OBJECT&quot;,&quot;id&quot;:&quot;ba8b91b1-c67d-4b64-9a3a-eb18b6446ab7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8a6f741b-1d13-43bb-8d45-6e7c46164aea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9b3c4ccd-7b74-4ed3-9138-4c8aad1f9b0b&quot;:{&quot;type&quot;:&quot;FIGURE_OBJECT&quot;,&quot;id&quot;:&quot;9b3c4ccd-7b74-4ed3-9138-4c8aad1f9b0b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a(192, 56, 48, 1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e56a55eb-dfa9-4553-adbe-d4ac889e0b69&quot;,&quot;order&quot;:&quot;7&quot;},&quot;connectorInfo&quot;:{&quot;type&quot;:&quot;CUBIC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ae78fccd-be02-4a2c-ba01-4aedb392004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e78fccd-be02-4a2c-ba01-4aedb3920048&quot;:{&quot;type&quot;:&quot;FIGURE_OBJECT&quot;,&quot;id&quot;:&quot;ae78fccd-be02-4a2c-ba01-4aedb3920048&quot;,&quot;parent&quot;:{&quot;type&quot;:&quot;CHILD&quot;,&quot;parentId&quot;:&quot;c567345a-1798-475c-b0aa-224d45a53e2e&quot;,&quot;order&quot;:&quot;99999999999995&quot;},&quot;relativeTransform&quot;:{&quot;translate&quot;:{&quot;x&quot;:26.559274982466334,&quot;y&quot;:95.05935852773737},&quot;rotate&quot;:0,&quot;skewX&quot;:0,&quot;scale&quot;:{&quot;x&quot;:1,&quot;y&quot;:1}},&quot;opacity&quot;:1},&quot;35831ff8-af01-4211-8b06-087c89b1939c&quot;:{&quot;id&quot;:&quot;35831ff8-af01-4211-8b06-087c89b1939c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78fccd-be02-4a2c-ba01-4aedb3920048&quot;,&quot;order&quot;:&quot;2&quot;},&quot;isLocked&quot;:false},&quot;b650fd80-19e7-4f2e-93ce-bb8444a79e6b&quot;:{&quot;id&quot;:&quot;b650fd80-19e7-4f2e-93ce-bb8444a79e6b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ae78fccd-be02-4a2c-ba01-4aedb3920048&quot;,&quot;order&quot;:&quot;5&quot;},&quot;isLocked&quot;:false},&quot;6bd29bd3-c3f8-4e66-bd92-36d699bc6b6b&quot;:{&quot;type&quot;:&quot;FIGURE_OBJECT&quot;,&quot;id&quot;:&quot;6bd29bd3-c3f8-4e66-bd92-36d699bc6b6b&quot;,&quot;parent&quot;:{&quot;type&quot;:&quot;CHILD&quot;,&quot;parentId&quot;:&quot;ae78fccd-be02-4a2c-ba01-4aedb3920048&quot;,&quot;order&quot;:&quot;1&quot;},&quot;relativeTransform&quot;:{&quot;translate&quot;:{&quot;x&quot;:82.82888947334816,&quot;y&quot;:134.96523233868172},&quot;rotate&quot;:0}},&quot;5cffb0be-fa52-4779-bf8f-ce3179cd0485&quot;:{&quot;id&quot;:&quot;5cffb0be-fa52-4779-bf8f-ce3179cd0485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bd29bd3-c3f8-4e66-bd92-36d699bc6b6b&quot;,&quot;order&quot;:&quot;7&quot;},&quot;styles&quot;:{&quot;editable&quot;:[{&quot;styleName&quot;:&quot;MONOCHROME_COLOR&quot;,&quot;index&quot;:0,&quot;color&quot;:&quot;#0F99DC&quot;}]},&quot;isLocked&quot;:false},&quot;913ea19b-740d-4717-b3c1-1fada673b491&quot;:{&quot;id&quot;:&quot;913ea19b-740d-4717-b3c1-1fada673b491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6bd29bd3-c3f8-4e66-bd92-36d699bc6b6b&quot;,&quot;order&quot;:&quot;6&quot;},&quot;styles&quot;:{&quot;editable&quot;:[{&quot;styleName&quot;:&quot;MONOCHROME_COLOR&quot;,&quot;index&quot;:0,&quot;color&quot;:&quot;#FF8E8F&quot;}]},&quot;isLocked&quot;:false},&quot;1b2fec1b-5d15-44b4-beff-f4c39d7082a3&quot;:{&quot;type&quot;:&quot;FIGURE_OBJECT&quot;,&quot;id&quot;:&quot;1b2fec1b-5d15-44b4-beff-f4c39d7082a3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bd29bd3-c3f8-4e66-bd92-36d699bc6b6b&quot;,&quot;order&quot;:&quot;3&quot;}},&quot;faa60d9c-11d2-4e1a-ba21-f9f9c132a61f&quot;:{&quot;type&quot;:&quot;FIGURE_OBJECT&quot;,&quot;id&quot;:&quot;faa60d9c-11d2-4e1a-ba21-f9f9c132a61f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6bd29bd3-c3f8-4e66-bd92-36d699bc6b6b&quot;,&quot;order&quot;:&quot;1&quot;}},&quot;37e9e061-c598-4ee0-9946-4bc0efa11872&quot;:{&quot;type&quot;:&quot;FIGURE_OBJECT&quot;,&quot;id&quot;:&quot;37e9e061-c598-4ee0-9946-4bc0efa11872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6bd29bd3-c3f8-4e66-bd92-36d699bc6b6b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59a63519-478f-4427-8892-2d52e538a33d&quot;:{&quot;type&quot;:&quot;FIGURE_OBJECT&quot;,&quot;id&quot;:&quot;59a63519-478f-4427-8892-2d52e538a33d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6bd29bd3-c3f8-4e66-bd92-36d699bc6b6b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8c97c02d-1577-4802-81c5-a17cbcf68815&quot;:{&quot;type&quot;:&quot;FIGURE_OBJECT&quot;,&quot;id&quot;:&quot;8c97c02d-1577-4802-81c5-a17cbcf68815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6bd29bd3-c3f8-4e66-bd92-36d699bc6b6b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4b3b6109-cafc-4207-88c9-6f8730e17def&quot;:{&quot;type&quot;:&quot;FIGURE_OBJECT&quot;,&quot;id&quot;:&quot;4b3b6109-cafc-4207-88c9-6f8730e17def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41, 116, 18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ae78fccd-be02-4a2c-ba01-4aedb3920048&quot;,&quot;order&quot;:&quot;7&quot;},&quot;connectorInfo&quot;:{&quot;type&quot;:&quot;CUBIC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1497ac1c-ef86-4b3e-8b91-e3fc0d91adc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497ac1c-ef86-4b3e-8b91-e3fc0d91adc2&quot;:{&quot;type&quot;:&quot;FIGURE_OBJECT&quot;,&quot;id&quot;:&quot;1497ac1c-ef86-4b3e-8b91-e3fc0d91adc2&quot;,&quot;parent&quot;:{&quot;type&quot;:&quot;CHILD&quot;,&quot;parentId&quot;:&quot;c567345a-1798-475c-b0aa-224d45a53e2e&quot;,&quot;order&quot;:&quot;99999999999997&quot;},&quot;relativeTransform&quot;:{&quot;translate&quot;:{&quot;x&quot;:28.420696223332826,&quot;y&quot;:156.62166970378425},&quot;rotate&quot;:0,&quot;skewX&quot;:0,&quot;scale&quot;:{&quot;x&quot;:1,&quot;y&quot;:1}},&quot;opacity&quot;:1},&quot;4b48a539-797a-4226-8a00-3d18061a8513&quot;:{&quot;id&quot;:&quot;4b48a539-797a-4226-8a00-3d18061a8513&quot;,&quot;type&quot;:&quot;FIGURE_OBJECT&quot;,&quot;relativeTransform&quot;:{&quot;translate&quot;:{&quot;x&quot;:102.40484240038695,&quot;y&quot;:120.59584117616411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1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497ac1c-ef86-4b3e-8b91-e3fc0d91adc2&quot;,&quot;order&quot;:&quot;2&quot;},&quot;isLocked&quot;:false},&quot;1b1f3bd3-e724-4d05-a9d0-ea4fb5db2a15&quot;:{&quot;id&quot;:&quot;1b1f3bd3-e724-4d05-a9d0-ea4fb5db2a15&quot;,&quot;type&quot;:&quot;FIGURE_OBJECT&quot;,&quot;relativeTransform&quot;:{&quot;translate&quot;:{&quot;x&quot;:127.51858633975915,&quot;y&quot;:160.72693966391407},&quot;rotate&quot;:0},&quot;text&quot;:{&quot;textData&quot;:{&quot;lineSpacing&quot;:&quot;normal&quot;,&quot;alignment&quot;:&quot;center&quot;,&quot;lines&quot;:[{&quot;runs&quot;:[{&quot;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,&quot;range&quot;:[0,1]}],&quot;text&quot;:&quot;α2&quot;,&quot;baseStyle&quot;:{&quot;fontFamily&quot;:&quot;Roboto&quot;,&quot;fontSize&quot;:4.76864712895433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5.371713343016432,&quot;y&quot;:5.563421650446725},&quot;targetSize&quot;:{&quot;x&quot;:5.371713343016432,&quot;y&quot;:5.563421650446725},&quot;verticalAlign&quot;:&quot;TOP&quot;},&quot;parent&quot;:{&quot;type&quot;:&quot;CHILD&quot;,&quot;parentId&quot;:&quot;1497ac1c-ef86-4b3e-8b91-e3fc0d91adc2&quot;,&quot;order&quot;:&quot;5&quot;},&quot;isLocked&quot;:false},&quot;0b57bf29-4150-463e-bc45-7a163d0e9684&quot;:{&quot;type&quot;:&quot;FIGURE_OBJECT&quot;,&quot;id&quot;:&quot;0b57bf29-4150-463e-bc45-7a163d0e9684&quot;,&quot;parent&quot;:{&quot;type&quot;:&quot;CHILD&quot;,&quot;parentId&quot;:&quot;1497ac1c-ef86-4b3e-8b91-e3fc0d91adc2&quot;,&quot;order&quot;:&quot;1&quot;},&quot;relativeTransform&quot;:{&quot;translate&quot;:{&quot;x&quot;:82.82888947334816,&quot;y&quot;:134.96523233868172},&quot;rotate&quot;:0}},&quot;baad19a0-0d7e-4c89-81cb-43d068a5957c&quot;:{&quot;id&quot;:&quot;baad19a0-0d7e-4c89-81cb-43d068a5957c&quot;,&quot;name&quot;:&quot;Alpha helix 1&quot;,&quot;type&quot;:&quot;FIGURE_OBJECT&quot;,&quot;relativeTransform&quot;:{&quot;translate&quot;:{&quot;x&quot;:33.67772231096601,&quot;y&quot;:-1.373375307601577},&quot;rotate&quot;:-1.570796326794897,&quot;skewX&quot;:0,&quot;scale&quot;:{&quot;x&quot;:0.10612964789544714,&quot;y&quot;:0.10612964789544714}},&quot;image&quot;:{&quot;url&quot;:&quot;https://icons.biorender.com/biorender/5a63e4848bbb46001444613d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0b57bf29-4150-463e-bc45-7a163d0e9684&quot;,&quot;order&quot;:&quot;7&quot;},&quot;styles&quot;:{&quot;editable&quot;:[{&quot;styleName&quot;:&quot;MONOCHROME_COLOR&quot;,&quot;index&quot;:0,&quot;color&quot;:&quot;#0F99DC&quot;}]},&quot;isLocked&quot;:false},&quot;2b448087-6f24-4fed-86ac-170cd380897c&quot;:{&quot;id&quot;:&quot;2b448087-6f24-4fed-86ac-170cd380897c&quot;,&quot;name&quot;:&quot;Alpha helix 1&quot;,&quot;type&quot;:&quot;FIGURE_OBJECT&quot;,&quot;relativeTransform&quot;:{&quot;translate&quot;:{&quot;x&quot;:35.472709423366524,&quot;y&quot;:13.43115184686023},&quot;rotate&quot;:-1.4434164217833951,&quot;skewX&quot;:-1.9251599668594912e-17,&quot;scale&quot;:{&quot;x&quot;:0.10612964789544711,&quot;y&quot;:0.10612964789544717}},&quot;image&quot;:{&quot;url&quot;:&quot;https://icons.biorender.com/biorender/5a63e4848bbb460014446139/alpha-helix-1.png&quot;,&quot;isPremium&quot;:false,&quot;isPacked&quot;:true,&quot;size&quot;:{&quot;x&quot;:50,&quot;y&quot;:305.55555555555554}},&quot;source&quot;:{&quot;id&quot;:&quot;5a63e39e8bbb460014446133&quot;,&quot;type&quot;:&quot;ASSETS&quot;},&quot;parent&quot;:{&quot;type&quot;:&quot;CHILD&quot;,&quot;parentId&quot;:&quot;0b57bf29-4150-463e-bc45-7a163d0e9684&quot;,&quot;order&quot;:&quot;6&quot;},&quot;styles&quot;:{&quot;editable&quot;:[{&quot;styleName&quot;:&quot;MONOCHROME_COLOR&quot;,&quot;index&quot;:0,&quot;color&quot;:&quot;#FF8E8F&quot;}]},&quot;isLocked&quot;:false},&quot;2040388a-de70-41c4-a474-fe5c453e7b88&quot;:{&quot;type&quot;:&quot;FIGURE_OBJECT&quot;,&quot;id&quot;:&quot;2040388a-de70-41c4-a474-fe5c453e7b88&quot;,&quot;relativeTransform&quot;:{&quot;translate&quot;:{&quot;x&quot;:49.90249653405155,&quot;y&quot;:7.000257747949816},&quot;rotate&quot;:1.2240546275749167},&quot;opacity&quot;:1,&quot;path&quot;:{&quot;type&quot;:&quot;POLY_LINE&quot;,&quot;points&quot;:[{&quot;x&quot;:-8.21164074441491,&quot;y&quot;:0},{&quot;x&quot;:0.7479682501584057,&quot;y&quot;:-0.9634169707534762},{&quot;x&quot;:-0.8460759708587902,&quot;y&quot;:-5.445050653486915},{&quot;x&quot;:-6.311087824410235,&quot;y&quot;:-3.098369845045013},{&quot;x&quot;:-16.588428753139155,&quot;y&quot;:-8.533023088034374},{&quot;x&quot;:-16.588428753139155,&quot;y&quot;:-3.590621597532296}],&quot;closed&quot;:false,&quot;cornerRounding&quot;:{&quot;type&quot;:&quot;ARC_LENGTH&quot;,&quot;global&quot;:4.1580833882864665},&quot;selectedObjectIds&quot;:[&quot;3497e377-b4d2-48e9-bc5f-a894c8c669ba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0b57bf29-4150-463e-bc45-7a163d0e9684&quot;,&quot;order&quot;:&quot;3&quot;}},&quot;3d3a9df0-10ad-416e-9279-5b93360ec6f7&quot;:{&quot;type&quot;:&quot;FIGURE_OBJECT&quot;,&quot;id&quot;:&quot;3d3a9df0-10ad-416e-9279-5b93360ec6f7&quot;,&quot;relativeTransform&quot;:{&quot;translate&quot;:{&quot;x&quot;:43.796556589504654,&quot;y&quot;:8.817982293321387},&quot;rotate&quot;:1.2240546275749167},&quot;opacity&quot;:1,&quot;path&quot;:{&quot;type&quot;:&quot;POLY_LINE&quot;,&quot;points&quot;:[{&quot;x&quot;:8.315512385715307,&quot;y&quot;:-2.2523499525354618},{&quot;x&quot;:16.87996343818917,&quot;y&quot;:-2.2523499525354618},{&quot;x&quot;:8.017067259111009,&quot;y&quot;:3.9130433110274776},{&quot;x&quot;:11.67046487285274,&quot;y&quot;:7.174874260304066},{&quot;x&quot;:6.690393788171652,&quot;y&quot;:15.822992779146576},{&quot;x&quot;:4.067738260992812,&quot;y&quot;:3.5208098128228777},{&quot;x&quot;:-4.332489721622744,&quot;y&quot;:-3.498603573089363},{&quot;x&quot;:-6.614103476023189,&quot;y&quot;:-1.4702331863887346},{&quot;x&quot;:6.900039127332421,&quot;y&quot;:17.398973532048778},{&quot;x&quot;:2.414767917802419,&quot;y&quot;:21.261502805799143},{&quot;x&quot;:-3.3749876458150787,&quot;y&quot;:9.246766261455706},{&quot;x&quot;:-9.91529417803536,&quot;y&quot;:2.0727208454111774},{&quot;x&quot;:-19.890099859709604,&quot;y&quot;:-2.60385074049769},{&quot;x&quot;:-24.588490326539535,&quot;y&quot;:-10.802956353265243},{&quot;x&quot;:-16.393904994193996,&quot;y&quot;:-6.0265292221543},{&quot;x&quot;:-16.330267777379525,&quot;y&quot;:-10.177253321650094}],&quot;closed&quot;:false,&quot;cornerRounding&quot;:{&quot;type&quot;:&quot;ARC_LENGTH&quot;,&quot;global&quot;:10.686053259140868},&quot;selectedObjectIds&quot;:[&quot;698c0d88-6e61-4f3a-984f-43b6270b4680&quot;]},&quot;pathStyles&quot;:[{&quot;type&quot;:&quot;FILL&quot;,&quot;fillStyle&quot;:&quot;rgba(0,0,0,0)&quot;},{&quot;type&quot;:&quot;STROKE&quot;,&quot;strokeStyle&quot;:&quot;rgb(249, 168, 172)&quot;,&quot;lineWidth&quot;:2.3637467422095177,&quot;lineJoin&quot;:&quot;round&quot;}],&quot;isLocked&quot;:false,&quot;parent&quot;:{&quot;type&quot;:&quot;CHILD&quot;,&quot;parentId&quot;:&quot;0b57bf29-4150-463e-bc45-7a163d0e9684&quot;,&quot;order&quot;:&quot;1&quot;}},&quot;f866a24c-a62b-4348-95b6-3d003b88a31e&quot;:{&quot;type&quot;:&quot;FIGURE_OBJECT&quot;,&quot;id&quot;:&quot;f866a24c-a62b-4348-95b6-3d003b88a31e&quot;,&quot;relativeTransform&quot;:{&quot;translate&quot;:{&quot;x&quot;:35.825547722122536,&quot;y&quot;:-1.796988052075931},&quot;rotate&quot;:1.2240546275749167},&quot;opacity&quot;:1,&quot;path&quot;:{&quot;type&quot;:&quot;POLY_LINE&quot;,&quot;points&quot;:[{&quot;x&quot;:8.040806875105622,&quot;y&quot;:17.22469277461055},{&quot;x&quot;:4.748075413500702,&quot;y&quot;:17.22469277461055},{&quot;x&quot;:1.5053053503558655,&quot;y&quot;:18.91514706083904},{&quot;x&quot;:2.5057785738920804,&quot;y&quot;:27.395146081276447},{&quot;x&quot;:-5.266731527321309,&quot;y&quot;:22.615128774940235},{&quot;x&quot;:-6.983330478758562,&quot;y&quot;:25.91856182945862}],&quot;closed&quot;:false,&quot;cornerRounding&quot;:{&quot;type&quot;:&quot;ARC_LENGTH&quot;,&quot;global&quot;:5.108680916137214},&quot;selectedObjectIds&quot;:[&quot;68e1bf8d-e5cd-422c-868c-0e2bb0ad091e&quot;]},&quot;pathStyles&quot;:[{&quot;type&quot;:&quot;FILL&quot;,&quot;fillStyle&quot;:&quot;rgba(0,0,0,0)&quot;},{&quot;type&quot;:&quot;STROKE&quot;,&quot;strokeStyle&quot;:&quot;rgba(255, 172, 175, 1)&quot;,&quot;lineWidth&quot;:2.3637467422095177,&quot;lineJoin&quot;:&quot;round&quot;}],&quot;isLocked&quot;:false,&quot;parent&quot;:{&quot;type&quot;:&quot;CHILD&quot;,&quot;parentId&quot;:&quot;0b57bf29-4150-463e-bc45-7a163d0e9684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a5a2100f-2cd1-440c-8893-39b0d8a10a85&quot;:{&quot;type&quot;:&quot;FIGURE_OBJECT&quot;,&quot;id&quot;:&quot;a5a2100f-2cd1-440c-8893-39b0d8a10a85&quot;,&quot;relativeTransform&quot;:{&quot;translate&quot;:{&quot;x&quot;:19.615433685849165,&quot;y&quot;:-3.1516346674409226},&quot;rotate&quot;:1.2240546275749167},&quot;opacity&quot;:1,&quot;path&quot;:{&quot;type&quot;:&quot;POLY_LINE&quot;,&quot;points&quot;:[{&quot;x&quot;:1.4996777828235421,&quot;y&quot;:-0.5107385858569126},{&quot;x&quot;:-2.6149613721790534,&quot;y&quot;:0.6665165653022758},{&quot;x&quot;:-7.944646865742418,&quot;y&quot;:0.027344888174683585},{&quot;x&quot;:-5.045432674529116,&quot;y&quot;:-4.632604685833766},{&quot;x&quot;:-9.7140104022758,&quot;y&quot;:-11.810337145964127},{&quot;x&quot;:-3.4602434305560514,&quot;y&quot;:-7.257215849137318},{&quot;x&quot;:13.069664970504537,&quot;y&quot;:9.300236324636721},{&quot;x&quot;:19.65240770282383,&quot;y&quot;:13.230194974535465},{&quot;x&quot;:15.482700100830069,&quot;y&quot;:5.948997923707823},{&quot;x&quot;:6.156061758028414,&quot;y&quot;:-3.6884188163521565},{&quot;x&quot;:-8.034679336758034,&quot;y&quot;:-16.017294419105074},{&quot;x&quot;:-6.165454690792391,&quot;y&quot;:-19.643325016287502},{&quot;x&quot;:0.8957132894063738,&quot;y&quot;:-16.01296274100082},{&quot;x&quot;:10.255250621959128,&quot;y&quot;:-7.500058113982631},{&quot;x&quot;:16.806956244406617,&quot;y&quot;:1.5044045613498074}],&quot;closed&quot;:false,&quot;cornerRounding&quot;:{&quot;type&quot;:&quot;ARC_LENGTH&quot;,&quot;global&quot;:19.124316750026207},&quot;selectedObjectIds&quot;:[&quot;5ee65aa5-5d4a-4ffe-bb95-085282dccb11&quot;]},&quot;pathStyles&quot;:[{&quot;type&quot;:&quot;FILL&quot;,&quot;fillStyle&quot;:&quot;rgba(0,0,0,0)&quot;},{&quot;type&quot;:&quot;STROKE&quot;,&quot;strokeStyle&quot;:&quot;rgb(61, 150, 211)&quot;,&quot;lineWidth&quot;:2.3637467422095177,&quot;lineJoin&quot;:&quot;round&quot;}],&quot;isLocked&quot;:false,&quot;parent&quot;:{&quot;type&quot;:&quot;CHILD&quot;,&quot;parentId&quot;:&quot;0b57bf29-4150-463e-bc45-7a163d0e9684&quot;,&quot;order&quot;:&quot;2&quot;},&quot;connectorInfo&quot;:{&quot;connectedObjects&quot;:[],&quot;type&quot;:&quot;ELBOW&quot;,&quot;offset&quot;:{&quot;x&quot;:0,&quot;y&quot;:0},&quot;bending&quot;:0.1,&quot;firstElementIsHead&quot;:true,&quot;customized&quot;:true}},&quot;0d761460-a090-4b7e-9e5c-6aff2c7a9651&quot;:{&quot;type&quot;:&quot;FIGURE_OBJECT&quot;,&quot;id&quot;:&quot;0d761460-a090-4b7e-9e5c-6aff2c7a9651&quot;,&quot;relativeTransform&quot;:{&quot;translate&quot;:{&quot;x&quot;:15.37963710210614,&quot;y&quot;:4.054436240555729},&quot;rotate&quot;:1.2240546275749167},&quot;opacity&quot;:1,&quot;path&quot;:{&quot;type&quot;:&quot;POLY_LINE&quot;,&quot;points&quot;:[{&quot;x&quot;:-2.822845329677503,&quot;y&quot;:-6.649220671888171},{&quot;x&quot;:-6.220901898826434,&quot;y&quot;:-6.269216942990816},{&quot;x&quot;:-6.994738189899716,&quot;y&quot;:-3.3517155594985666},{&quot;x&quot;:-2.745723755854283,&quot;y&quot;:-1.5406286531923616},{&quot;x&quot;:-7.100702818447986,&quot;y&quot;:2.1298779790615225}],&quot;closed&quot;:false,&quot;cornerRounding&quot;:{&quot;type&quot;:&quot;ARC_LENGTH&quot;,&quot;global&quot;:7.9555349642071125},&quot;selectedObjectIds&quot;:[&quot;0da4908f-47a1-48f7-81ba-fc0611708f15&quot;]},&quot;pathStyles&quot;:[{&quot;type&quot;:&quot;FILL&quot;,&quot;fillStyle&quot;:&quot;rgba(0,0,0,0)&quot;},{&quot;type&quot;:&quot;STROKE&quot;,&quot;strokeStyle&quot;:&quot;rgba(74, 161, 220, 1)&quot;,&quot;lineWidth&quot;:2.3637467422095177,&quot;lineJoin&quot;:&quot;round&quot;}],&quot;isLocked&quot;:false,&quot;parent&quot;:{&quot;type&quot;:&quot;CHILD&quot;,&quot;parentId&quot;:&quot;0b57bf29-4150-463e-bc45-7a163d0e9684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0d817852-657a-4b4f-a58f-6f7a290f33ef&quot;:{&quot;type&quot;:&quot;FIGURE_OBJECT&quot;,&quot;id&quot;:&quot;0d817852-657a-4b4f-a58f-6f7a290f33ef&quot;,&quot;relativeTransform&quot;:{&quot;translate&quot;:{&quot;x&quot;:113.34073663719407,&quot;y&quot;:138.839943767751},&quot;rotate&quot;:2.4657944107428795},&quot;opacity&quot;:1,&quot;path&quot;:{&quot;type&quot;:&quot;POLY_LINE&quot;,&quot;points&quot;:[{&quot;x&quot;:5.3675645742905935,&quot;y&quot;:4.364870632737981},{&quot;x&quot;:3.497528264245908,&quot;y&quot;:-2.0521576376902937},{&quot;x&quot;:-0.07461447249176163,&quot;y&quot;:2.4033554299581517},{&quot;x&quot;:-3.3198130201286387,&quot;y&quot;:-3.838379851619512},{&quot;x&quot;:-9.071904830223046,&quot;y&quot;:-5.861546455944974}],&quot;closed&quot;:false},&quot;pathStyles&quot;:[{&quot;type&quot;:&quot;FILL&quot;,&quot;fillStyle&quot;:&quot;rgba(0,0,0,0)&quot;},{&quot;type&quot;:&quot;STROKE&quot;,&quot;strokeStyle&quot;:&quot;rgb(168, 96, 24)&quot;,&quot;lineWidth&quot;:1.1014477786478896,&quot;lineJoin&quot;:&quot;round&quot;}],&quot;pathSmoothing&quot;:{&quot;type&quot;:&quot;CATMULL_SMOOTHING&quot;,&quot;smoothing&quot;:0.2},&quot;isLocked&quot;:false,&quot;parent&quot;:{&quot;type&quot;:&quot;CHILD&quot;,&quot;parentId&quot;:&quot;1497ac1c-ef86-4b3e-8b91-e3fc0d91adc2&quot;,&quot;order&quot;:&quot;7&quot;},&quot;connectorInfo&quot;:{&quot;type&quot;:&quot;CUBIC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df034c2-57d9-4c5c-8da6-c0ab5cb31db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df034c2-57d9-4c5c-8da6-c0ab5cb31db1&quot;:{&quot;type&quot;:&quot;FIGURE_OBJECT&quot;,&quot;id&quot;:&quot;8df034c2-57d9-4c5c-8da6-c0ab5cb31db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6996296448188,&quot;y&quot;:173.10999698350216},{&quot;x&quot;:226.5682552384689,&quot;y&quot;:203.33441948694932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&quot;},&quot;connectorInfo&quot;:{&quot;connectedObjectAtLineEnd&quot;:{&quot;objectId&quot;:&quot;982d67f9-190c-413a-9004-634dfae35e17&quot;,&quot;coordinates&quot;:{&quot;x&quot;:0,&quot;y&quot;:0}},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50408f82-76f1-4b23-b90b-ba6e05291e9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0408f82-76f1-4b23-b90b-ba6e05291e95&quot;:{&quot;type&quot;:&quot;FIGURE_OBJECT&quot;,&quot;id&quot;:&quot;50408f82-76f1-4b23-b90b-ba6e05291e95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175.70031897668036,&quot;y&quot;:298.0645540700291},{&quot;x&quot;:226.5682552384689,&quot;y&quot;:266.1222620531388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5&quot;},&quot;connectorInfo&quot;:{&quot;type&quot;:&quot;LINE&quot;,&quot;offset&quot;:{&quot;x&quot;:0,&quot;y&quot;:0},&quot;bending&quot;:0.1,&quot;customized&quot;:false,&quot;connectedObjectAtLineEnd&quot;:{&quot;objectId&quot;:&quot;982d67f9-190c-413a-9004-634dfae35e17&quot;,&quot;coordinates&quot;:{&quot;x&quot;:0,&quot;y&quot;:1}}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982d67f9-190c-413a-9004-634dfae35e1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82d67f9-190c-413a-9004-634dfae35e17&quot;:{&quot;id&quot;:&quot;982d67f9-190c-413a-9004-634dfae35e17&quot;,&quot;name&quot;:&quot;Clipboard with checklist (symbol)&quot;,&quot;displayName&quot;:&quot;&quot;,&quot;type&quot;:&quot;FIGURE_OBJECT&quot;,&quot;relativeTransform&quot;:{&quot;translate&quot;:{&quot;x&quot;:267.74061101957676,&quot;y&quot;:234.72834077004407},&quot;rotate&quot;:0,&quot;skewX&quot;:0,&quot;scale&quot;:{&quot;x&quot;:0.6285855844443947,&quot;y&quot;:0.6285855844443948}},&quot;image&quot;:{&quot;url&quot;:&quot;https://icons.cdn.biorender.com/biorender/6345ce244cd6510021e1cee9/20221011201510/image/6345ce244cd6510021e1cee9.png&quot;,&quot;isPremium&quot;:false,&quot;isOrgIcon&quot;:false,&quot;size&quot;:{&quot;x&quot;:131,&quot;y&quot;:99.8875}},&quot;source&quot;:{&quot;id&quot;:&quot;6345ce244cd6510021e1cee9&quot;,&quot;version&quot;:&quot;20221011201510&quot;,&quot;type&quot;:&quot;ASSETS&quot;},&quot;isPremium&quot;:false,&quot;parent&quot;:{&quot;type&quot;:&quot;CHILD&quot;,&quot;parentId&quot;:&quot;c567345a-1798-475c-b0aa-224d45a53e2e&quot;,&quot;order&quot;:&quot;999999999999997&quot;},&quot;opacity&quot;:1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ad96e542-c37d-4681-90e6-b4dc585aa7d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d96e542-c37d-4681-90e6-b4dc585aa7d1&quot;:{&quot;type&quot;:&quot;FIGURE_OBJECT&quot;,&quot;id&quot;:&quot;ad96e542-c37d-4681-90e6-b4dc585aa7d1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5&quot;},&quot;connectorInfo&quot;:{&quot;type&quot;:&quot;LINE&quot;,&quot;offset&quot;:{&quot;x&quot;:0,&quot;y&quot;:0},&quot;bending&quot;:0.1,&quot;customized&quot;:false,&quot;connectedObjectAtLineStart&quot;:{&quot;objectId&quot;:&quot;982d67f9-190c-413a-9004-634dfae35e17&quot;,&quot;coordinates&quot;:{&quot;x&quot;:1,&quot;y&quot;:0.5070653408197099}}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43e2cb1e-0f02-436e-a539-cd00799b11e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3e2cb1e-0f02-436e-a539-cd00799b11e4&quot;:{&quot;type&quot;:&quot;FIGURE_OBJECT&quot;,&quot;id&quot;:&quot;43e2cb1e-0f02-436e-a539-cd00799b11e4&quot;,&quot;relativeTransform&quot;:{&quot;translate&quot;:{&quot;x&quot;:462.6869085966954,&quot;y&quot;:228.17547371945528},&quot;rotate&quot;:3.141592653589793,&quot;skewX&quot;:0,&quot;scale&quot;:{&quot;x&quot;:1,&quot;y&quot;:1}},&quot;opacity&quot;:1,&quot;path&quot;:{&quot;type&quot;:&quot;POLY_LINE&quot;,&quot;points&quot;:[{&quot;x&quot;:0,&quot;y&quot;:-27.505087796943304},{&quot;x&quot;:0,&quot;y&quot;:23.500128565616404}],&quot;closed&quot;:false},&quot;pathStyles&quot;:[{&quot;type&quot;:&quot;FILL&quot;,&quot;fillStyle&quot;:&quot;rgba(0,0,0,0)&quot;},{&quot;type&quot;:&quot;STROKE&quot;,&quot;strokeStyle&quot;:&quot;rgb(242, 184, 107)&quot;,&quot;lineWidth&quot;:5.160748964382137,&quot;lineJoin&quot;:&quot;round&quot;}],&quot;pathMarkers&quot;:{&quot;markerEnd&quot;:{&quot;type&quot;:&quot;PATH&quot;,&quot;units&quot;:{&quot;type&quot;:&quot;STROKE_WIDTH&quot;,&quot;scale&quot;:0.4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52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42f078c-a6cc-4a94-a324-8eda6b3574a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42f078c-a6cc-4a94-a324-8eda6b3574ac&quot;:{&quot;type&quot;:&quot;FIGURE_OBJECT&quot;,&quot;id&quot;:&quot;842f078c-a6cc-4a94-a324-8eda6b3574ac&quot;,&quot;relativeTransform&quot;:{&quot;translate&quot;:{&quot;x&quot;:411.0210505636628,&quot;y&quot;:204.6157863765514},&quot;rotate&quot;:3.141592653589793,&quot;skewX&quot;:0,&quot;scale&quot;:{&quot;x&quot;:1,&quot;y&quot;:1}},&quot;opacity&quot;:1,&quot;path&quot;:{&quot;type&quot;:&quot;POLY_LINE&quot;,&quot;points&quot;:[{&quot;x&quot;:-39.10228702617635,&quot;y&quot;:0},{&quot;x&quot;:-51.66290474394367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c567345a-1798-475c-b0aa-224d45a53e2e&quot;,&quot;order&quot;:&quot;9999999999999995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0af36d1c-5d7b-4cba-89b7-5e4519aa490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af36d1c-5d7b-4cba-89b7-5e4519aa490f&quot;:{&quot;type&quot;:&quot;FIGURE_OBJECT&quot;,&quot;id&quot;:&quot;0af36d1c-5d7b-4cba-89b7-5e4519aa490f&quot;,&quot;relativeTransform&quot;:{&quot;translate&quot;:{&quot;x&quot;:437.6588821887366,&quot;y&quot;:237.329388142653},&quot;rotate&quot;:-2.4492935982947064e-16,&quot;skewX&quot;:0,&quot;scale&quot;:{&quot;x&quot;:1,&quot;y&quot;:1}},&quot;opacity&quot;:1,&quot;path&quot;:{&quot;type&quot;:&quot;RECT&quot;,&quot;size&quot;:{&quot;x&quot;:-24.757864389374067,&quot;y&quot;:65.86079117499477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c567345a-1798-475c-b0aa-224d45a53e2e&quot;,&quot;order&quot;:&quot;9999999999999996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26133c55-5c8d-4790-8965-a1fe598e5eb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6133c55-5c8d-4790-8965-a1fe598e5eb9&quot;:{&quot;type&quot;:&quot;FIGURE_OBJECT&quot;,&quot;id&quot;:&quot;26133c55-5c8d-4790-8965-a1fe598e5eb9&quot;,&quot;relativeTransform&quot;:{&quot;translate&quot;:{&quot;x&quot;:411.16300144328545,&quot;y&quot;:262.28656994028995},&quot;rotate&quot;:0,&quot;skewX&quot;:0,&quot;scale&quot;:{&quot;x&quot;:1,&quot;y&quot;:1}},&quot;opacity&quot;:1,&quot;path&quot;:{&quot;type&quot;:&quot;POLY_LINE&quot;,&quot;points&quot;:[{&quot;x&quot;:-10.607106274673281,&quot;y&quot;:0},{&quot;x&quot;:10.607106274673281,&quot;y&quot;:0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67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4ed35725-5382-4c9d-b523-2c3a5b7947f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ed35725-5382-4c9d-b523-2c3a5b7947f3&quot;:{&quot;type&quot;:&quot;FIGURE_OBJECT&quot;,&quot;id&quot;:&quot;4ed35725-5382-4c9d-b523-2c3a5b7947f3&quot;,&quot;relativeTransform&quot;:{&quot;translate&quot;:{&quot;x&quot;:399.5165820104963,&quot;y&quot;:319.9590928188726},&quot;rotate&quot;:-1.570796326794897,&quot;skewX&quot;:0,&quot;scale&quot;:{&quot;x&quot;:1,&quot;y&quot;:1}},&quot;opacity&quot;:1,&quot;path&quot;:{&quot;type&quot;:&quot;POLY_LINE&quot;,&quot;points&quot;:[{&quot;x&quot;:65.57006515248659,&quot;y&quot;:9.886289865274705},{&quot;x&quot;:59.730599079862586,&quot;y&quot;:12.33495193256933},{&quot;x&quot;:57.71036742260298,&quot;y&quot;:18.269980204714024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Smoothing&quot;:{&quot;type&quot;:&quot;CATMULL_SMOOTHING&quot;,&quot;smoothing&quot;:0.2},&quot;pathMarkers&quot;:{},&quot;isLocked&quot;:false,&quot;parent&quot;:{&quot;type&quot;:&quot;CHILD&quot;,&quot;parentId&quot;:&quot;c567345a-1798-475c-b0aa-224d45a53e2e&quot;,&quot;order&quot;:&quot;9999999999999997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0e3f0932-29b1-490f-a7bd-59a0616c229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e3f0932-29b1-490f-a7bd-59a0616c2295&quot;:{&quot;type&quot;:&quot;FIGURE_OBJECT&quot;,&quot;id&quot;:&quot;0e3f0932-29b1-490f-a7bd-59a0616c2295&quot;,&quot;relativeTransform&quot;:{&quot;translate&quot;:{&quot;x&quot;:408.77313009356465,&quot;y&quot;:249.11076520550506},&quot;rotate&quot;:0,&quot;skewX&quot;:0,&quot;scale&quot;:{&quot;x&quot;:1,&quot;y&quot;:1}},&quot;opacity&quot;:1,&quot;path&quot;:{&quot;type&quot;:&quot;STAR_POLY&quot;,&quot;size&quot;:{&quot;x&quot;:8.615941459086253,&quot;y&quot;:8.080857529369029},&quot;startAngle&quot;:-1.5707963267948966,&quot;corners&quot;:8,&quot;starRadiusRatio&quot;:0.5433005289713181,&quot;cornerRounding&quot;:{&quot;type&quot;:&quot;ARC_LENGTH&quot;,&quot;global&quot;:0},&quot;selectedObjectIds&quot;:[&quot;ad113b23-f9ba-4dee-8b2e-2c38f12bffc1&quot;]},&quot;pathStyles&quot;:[{&quot;type&quot;:&quot;FILL&quot;,&quot;fillStyle&quot;:&quot;rgba(242, 179, 66, 1)&quot;},{&quot;type&quot;:&quot;STROKE&quot;,&quot;strokeStyle&quot;:&quot;rgb(242, 184, 107)&quot;,&quot;lineWidth&quot;:0.30158137547629393,&quot;lineJoin&quot;:&quot;round&quot;}],&quot;isLocked&quot;:false,&quot;parent&quot;:{&quot;type&quot;:&quot;CHILD&quot;,&quot;parentId&quot;:&quot;c567345a-1798-475c-b0aa-224d45a53e2e&quot;,&quot;order&quot;:&quot;9999999999999997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cf5a43af-e694-4deb-838c-a955330258e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f5a43af-e694-4deb-838c-a955330258ec&quot;:{&quot;type&quot;:&quot;FIGURE_OBJECT&quot;,&quot;id&quot;:&quot;cf5a43af-e694-4deb-838c-a955330258ec&quot;,&quot;relativeTransform&quot;:{&quot;translate&quot;:{&quot;x&quot;:410.57508103122075,&quot;y&quot;:256.0196877450628},&quot;rotate&quot;:3.141592653589793,&quot;skewX&quot;:0,&quot;scale&quot;:{&quot;x&quot;:1,&quot;y&quot;:1}},&quot;opacity&quot;:1,&quot;path&quot;:{&quot;type&quot;:&quot;POLY_LINE&quot;,&quot;points&quot;:[{&quot;x&quot;:13.200372251611174,&quot;y&quot;:0},{&quot;x&quot;:-49.94568372764098,&quot;y&quot;:0}],&quot;closed&quot;:false},&quot;pathStyles&quot;:[{&quot;type&quot;:&quot;FILL&quot;,&quot;fillStyle&quot;:&quot;rgba(0,0,0,0)&quot;},{&quot;type&quot;:&quot;STROKE&quot;,&quot;strokeStyle&quot;:&quot;#232323&quot;,&quot;lineWidth&quot;:0.4523720632144409,&quot;lineJoin&quot;:&quot;round&quot;,&quot;dashArray&quot;:[3]}],&quot;isLocked&quot;:false,&quot;parent&quot;:{&quot;type&quot;:&quot;CHILD&quot;,&quot;parentId&quot;:&quot;c567345a-1798-475c-b0aa-224d45a53e2e&quot;,&quot;order&quot;:&quot;99999999999999977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e60d36d8-2b67-46f7-9c2a-5e693fdedbd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60d36d8-2b67-46f7-9c2a-5e693fdedbd3&quot;:{&quot;type&quot;:&quot;FIGURE_OBJECT&quot;,&quot;id&quot;:&quot;e60d36d8-2b67-46f7-9c2a-5e693fdedbd3&quot;,&quot;relativeTransform&quot;:{&quot;translate&quot;:{&quot;x&quot;:383.3909484785978,&quot;y&quot;:262.9360506357998},&quot;rotate&quot;:-2.4492935982947064e-16,&quot;skewX&quot;:0,&quot;scale&quot;:{&quot;x&quot;:1,&quot;y&quot;:1}},&quot;opacity&quot;:1,&quot;path&quot;:{&quot;type&quot;:&quot;RECT&quot;,&quot;size&quot;:{&quot;x&quot;:-27.286457202597216,&quot;y&quot;:14.647466188701273},&quot;cornerRounding&quot;:{&quot;type&quot;:&quot;ARC_LENGTH&quot;,&quot;global&quot;:0}},&quot;pathStyles&quot;:[{&quot;type&quot;:&quot;FILL&quot;,&quot;fillStyle&quot;:&quot;rgb(145, 204, 238)&quot;},{&quot;type&quot;:&quot;STROKE&quot;,&quot;strokeStyle&quot;:&quot;rgba(0,0,0,0)&quot;,&quot;lineWidth&quot;:0,&quot;lineJoin&quot;:&quot;round&quot;}],&quot;isLocked&quot;:false,&quot;parent&quot;:{&quot;type&quot;:&quot;CHILD&quot;,&quot;parentId&quot;:&quot;c567345a-1798-475c-b0aa-224d45a53e2e&quot;,&quot;order&quot;:&quot;9999999999999998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3f8b19e2-2be8-4149-8cc8-84ca99b3ca5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f8b19e2-2be8-4149-8cc8-84ca99b3ca5f&quot;:{&quot;type&quot;:&quot;FIGURE_OBJECT&quot;,&quot;id&quot;:&quot;3f8b19e2-2be8-4149-8cc8-84ca99b3ca5f&quot;,&quot;relativeTransform&quot;:{&quot;translate&quot;:{&quot;x&quot;:406.36308091556714,&quot;y&quot;:245.64381390284933},&quot;rotate&quot;:0,&quot;skewX&quot;:0,&quot;scale&quot;:{&quot;x&quot;:1,&quot;y&quot;:1}},&quot;opacity&quot;:1,&quot;path&quot;:{&quot;type&quot;:&quot;POLY_LINE&quot;,&quot;points&quot;:[{&quot;x&quot;:-44.39636355898372,&quot;y&quot;:-55.32406286454062},{&quot;x&quot;:-44.39636355898372,&quot;y&quot;:24.82239862548405},{&quot;x&quot;:60.694519714913,&quot;y&quot;:24.82239862548405}],&quot;closed&quot;:false},&quot;pathStyles&quot;:[{&quot;type&quot;:&quot;FILL&quot;,&quot;fillStyle&quot;:&quot;rgba(0,0,0,0)&quot;},{&quot;type&quot;:&quot;STROKE&quot;,&quot;strokeStyle&quot;:&quot;#232323&quot;,&quot;lineWidth&quot;:0.573416551598015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d8cbb564-67dc-4b61-adf2-69c832bb443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8cbb564-67dc-4b61-adf2-69c832bb4439&quot;:{&quot;type&quot;:&quot;FIGURE_OBJECT&quot;,&quot;id&quot;:&quot;d8cbb564-67dc-4b61-adf2-69c832bb4439&quot;,&quot;relativeTransform&quot;:{&quot;translate&quot;:{&quot;x&quot;:180.04306918214252,&quot;y&quot;:-0.0003578993845394507},&quot;rotate&quot;:0,&quot;skewX&quot;:0,&quot;scale&quot;:{&quot;x&quot;:1,&quot;y&quot;:1}},&quot;opacity&quot;:1,&quot;path&quot;:{&quot;type&quot;:&quot;POLY_LINE&quot;,&quot;points&quot;:[{&quot;x&quot;:308.9129668006846,&quot;y&quot;:235.17195827710847},{&quot;x&quot;:347.88392699356274,&quot;y&quot;:235.17195827710847}],&quot;closed&quot;:false},&quot;pathStyles&quot;:[{&quot;type&quot;:&quot;FILL&quot;,&quot;fillStyle&quot;:&quot;rgba(0,0,0,0)&quot;},{&quot;type&quot;:&quot;STROKE&quot;,&quot;strokeStyle&quot;:&quot;rgb(23, 23, 23)&quot;,&quot;lineWidth&quot;:1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81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3557aae1-c932-44da-b8a4-08d581b510d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557aae1-c932-44da-b8a4-08d581b510d4&quot;:{&quot;type&quot;:&quot;FIGURE_OBJECT&quot;,&quot;id&quot;:&quot;3557aae1-c932-44da-b8a4-08d581b510d4&quot;,&quot;relativeTransform&quot;:{&quot;translate&quot;:{&quot;x&quot;:575.4321364606502,&quot;y&quot;:240.82928202563065},&quot;rotate&quot;:0.09147679864726632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567345a-1798-475c-b0aa-224d45a53e2e&quot;,&quot;order&quot;:&quot;9999999999999999975&quot;}},&quot;53114184-a362-402b-bc7b-be191c98b3f3&quot;:{&quot;type&quot;:&quot;FIGURE_OBJECT&quot;,&quot;id&quot;:&quot;53114184-a362-402b-bc7b-be191c98b3f3&quot;,&quot;relativeTransform&quot;:{&quot;translate&quot;:{&quot;x&quot;:-41.559156795631594,&quot;y&quot;:24.235355238524594},&quot;rotate&quot;:0},&quot;opacity&quot;:1,&quot;path&quot;:{&quot;type&quot;:&quot;POLY_LINE&quot;,&quot;points&quot;:[{&quot;x&quot;:-0.8488609388586891,&quot;y&quot;:-6.331807978135806},{&quot;x&quot;:-6.493610947247943,&quot;y&quot;:-4.4484649633468765},{&quot;x&quot;:-3.541124748958221,&quot;y&quot;:6.684679501698308},{&quot;x&quot;:1.0760446915414084,&quot;y&quot;:-0.59849349170948},{&quot;x&quot;:6.584106408941428,&quot;y&quot;:2.183408846552581}],&quot;closed&quot;:false},&quot;pathStyles&quot;:[{&quot;type&quot;:&quot;FILL&quot;,&quot;fillStyle&quot;:&quot;rgba(0,0,0,0)&quot;},{&quot;type&quot;:&quot;STROKE&quot;,&quot;strokeStyle&quot;:&quot;rgba(187,187,188,1)&quot;,&quot;lineWidth&quot;:1.1724575700716657,&quot;lineJoin&quot;:&quot;round&quot;}],&quot;pathSmoothing&quot;:{&quot;type&quot;:&quot;CATMULL_SMOOTHING&quot;,&quot;smoothing&quot;:0.2},&quot;isLocked&quot;:false,&quot;parent&quot;:{&quot;type&quot;:&quot;CHILD&quot;,&quot;parentId&quot;:&quot;3557aae1-c932-44da-b8a4-08d581b510d4&quot;,&quot;order&quot;:&quot;05&quot;}},&quot;0ba51717-4488-4878-b0e7-c4e58909239e&quot;:{&quot;type&quot;:&quot;FIGURE_OBJECT&quot;,&quot;id&quot;:&quot;0ba51717-4488-4878-b0e7-c4e58909239e&quot;,&quot;name&quot;:&quot;Beta sheet 4&quot;,&quot;relativeTransform&quot;:{&quot;translate&quot;:{&quot;x&quot;:-1.7799608037876862,&quot;y&quot;:4.215064123325397},&quot;rotate&quot;:1.3356257127575175,&quot;skewX&quot;:0.2536488985987678,&quot;scale&quot;:{&quot;x&quot;:0.17318187360740872,&quot;y&quot;:0.1688700920206733}},&quot;opacity&quot;:1,&quot;image&quot;:{&quot;url&quot;:&quot;https://icons.cdn.biorender.com/biorender/5c19199e95da641200019923/5a63e585724e950014fe76ce.png&quot;,&quot;fallbackUrl&quot;:&quot;sources/icons/5c19199e95da641200019923/5a63e585724e950014fe76ce.svg&quot;,&quot;size&quot;:{&quot;x&quot;:502,&quot;y&quot;:251},&quot;isPremium&quot;:false},&quot;source&quot;:{&quot;id&quot;:&quot;5a63e585724e950014fe76ce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1&quot;}},&quot;4994b1fd-ee6a-49c7-be90-417c80671d4b&quot;:{&quot;type&quot;:&quot;FIGURE_OBJECT&quot;,&quot;id&quot;:&quot;4994b1fd-ee6a-49c7-be90-417c80671d4b&quot;,&quot;relativeTransform&quot;:{&quot;translate&quot;:{&quot;x&quot;:1.5517006451775095,&quot;y&quot;:-42.93742165135892},&quot;rotate&quot;:-0.14628892184181272},&quot;opacity&quot;:1,&quot;path&quot;:{&quot;type&quot;:&quot;POLY_LINE&quot;,&quot;points&quot;:[{&quot;x&quot;:-4.014052465052627,&quot;y&quot;:-5.579485273231796},{&quot;x&quot;:7.095434169653505,&quot;y&quot;:-3.122974254992229},{&quot;x&quot;:3.9356896021274115,&quot;y&quot;:5.204017039459614},{&quot;x&quot;:-7.688063484707935,&quot;y&quot;:0.7833413815374748}],&quot;closed&quot;:false},&quot;pathStyles&quot;:[{&quot;type&quot;:&quot;FILL&quot;,&quot;fillStyle&quot;:&quot;rgba(0,0,0,0)&quot;},{&quot;type&quot;:&quot;STROKE&quot;,&quot;strokeStyle&quot;:&quot;rgba(187,187,188,1)&quot;,&quot;lineWidth&quot;:1.1724575700716662,&quot;lineJoin&quot;:&quot;round&quot;}],&quot;pathSmoothing&quot;:{&quot;type&quot;:&quot;CATMULL_SMOOTHING&quot;,&quot;smoothing&quot;:0.2},&quot;isLocked&quot;:false,&quot;parent&quot;:{&quot;type&quot;:&quot;CHILD&quot;,&quot;parentId&quot;:&quot;3557aae1-c932-44da-b8a4-08d581b510d4&quot;,&quot;order&quot;:&quot;15&quot;}},&quot;c454a58b-d240-409b-95cf-65b9b5b98398&quot;:{&quot;type&quot;:&quot;FIGURE_OBJECT&quot;,&quot;id&quot;:&quot;c454a58b-d240-409b-95cf-65b9b5b98398&quot;,&quot;name&quot;:&quot;Alpha helix 1&quot;,&quot;relativeTransform&quot;:{&quot;translate&quot;:{&quot;x&quot;:-22.636753600444408,&quot;y&quot;:-14.408081864155184},&quot;rotate&quot;:0.3212536746295355,&quot;skewX&quot;:-0.12122722757590729,&quot;scale&quot;:{&quot;x&quot;:0.33631277568702295,&quot;y&quot;:0.29207472557249775}},&quot;opacity&quot;:1,&quot;image&quot;:{&quot;url&quot;:&quot;https://icons.cdn.biorender.com/biorender/5a63e4848bbb46001444613c/5a63e39e8bbb460014446133.png&quot;,&quot;fallbackUrl&quot;:&quot;sources/icons/5a63e4848bbb46001444613c/5a63e39e8bbb460014446133.svg&quot;,&quot;size&quot;:{&quot;x&quot;:54,&quot;y&quot;:330},&quot;isPremium&quot;:false},&quot;source&quot;:{&quot;id&quot;:&quot;5a63e39e8bbb460014446133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2&quot;}},&quot;ca623980-ece1-440a-ac08-defaa7459668&quot;:{&quot;type&quot;:&quot;FIGURE_OBJECT&quot;,&quot;id&quot;:&quot;ca623980-ece1-440a-ac08-defaa7459668&quot;,&quot;relativeTransform&quot;:{&quot;translate&quot;:{&quot;x&quot;:1.137e-13,&quot;y&quot;:-4.65614236494298},&quot;rotate&quot;:0,&quot;skewX&quot;:-1.1170107212763707e-16,&quot;scale&quot;:{&quot;x&quot;:1,&quot;y&quot;:0.7961756256541979}},&quot;opacity&quot;:1,&quot;path&quot;:{&quot;type&quot;:&quot;RECT&quot;,&quot;size&quot;:{&quot;x&quot;:54,&quot;y&quot;:330}},&quot;pathStyles&quot;:[{&quot;type&quot;:&quot;FILL&quot;,&quot;fillStyle&quot;:&quot;#fff&quot;}],&quot;isFrozen&quot;:true,&quot;isLocked&quot;:false,&quot;parent&quot;:{&quot;type&quot;:&quot;CROP&quot;,&quot;parentId&quot;:&quot;c454a58b-d240-409b-95cf-65b9b5b98398&quot;,&quot;order&quot;:&quot;5&quot;}},&quot;0a3b6372-cf26-4e74-b3a3-6bf5e91e9476&quot;:{&quot;type&quot;:&quot;FIGURE_OBJECT&quot;,&quot;id&quot;:&quot;0a3b6372-cf26-4e74-b3a3-6bf5e91e9476&quot;,&quot;name&quot;:&quot;Beta sheet 1&quot;,&quot;relativeTransform&quot;:{&quot;translate&quot;:{&quot;x&quot;:3.00972143023021,&quot;y&quot;:9.541360391023309},&quot;rotate&quot;:-2.303215343210952,&quot;skewX&quot;:0.11169806669689766,&quot;scale&quot;:{&quot;x&quot;:0.1746515687406641,&quot;y&quot;:0.2303834301739792}},&quot;opacity&quot;:1,&quot;image&quot;:{&quot;url&quot;:&quot;https://icons.cdn.biorender.com/biorender/5c19198595da641200019902/5a63e4e78bbb46001444613f.png&quot;,&quot;fallbackUrl&quot;:&quot;sources/icons/5c19198595da641200019902/5a63e4e78bbb46001444613f.svg&quot;,&quot;size&quot;:{&quot;x&quot;:211,&quot;y&quot;:368},&quot;isPremium&quot;:false},&quot;source&quot;:{&quot;id&quot;:&quot;5a63e4e78bbb46001444613f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25&quot;}},&quot;8c2fecff-4951-4be7-a75f-c15600683813&quot;:{&quot;type&quot;:&quot;FIGURE_OBJECT&quot;,&quot;id&quot;:&quot;8c2fecff-4951-4be7-a75f-c15600683813&quot;,&quot;name&quot;:&quot;Alpha helix 2&quot;,&quot;relativeTransform&quot;:{&quot;translate&quot;:{&quot;x&quot;:-0.038187322246225966,&quot;y&quot;:15.221883619656294},&quot;rotate&quot;:0.9355990405079772,&quot;skewX&quot;:0.2797275008803327,&quot;scale&quot;:{&quot;x&quot;:0.2600418863755029,&quot;y&quot;:0.24371186248391258}},&quot;opacity&quot;:1,&quot;image&quot;:{&quot;url&quot;:&quot;https://icons.cdn.biorender.com/biorender/5a63e4cb724e950014fe76b4/5a63e4a9724e950014fe76ab.png&quot;,&quot;fallbackUrl&quot;:&quot;sources/icons/5a63e4cb724e950014fe76b4/5a63e4a9724e950014fe76ab.svg&quot;,&quot;size&quot;:{&quot;x&quot;:84,&quot;y&quot;:223},&quot;isPremium&quot;:false},&quot;source&quot;:{&quot;id&quot;:&quot;5a63e4a9724e950014fe76ab&quot;,&quot;type&quot;:&quot;ASSETS&quot;},&quot;pathStyles&quot;:[{&quot;type&quot;:&quot;FILL&quot;,&quot;fillStyle&quot;:&quot;rgb(0,0,0)&quot;}],&quot;isLocked&quot;:false,&quot;parent&quot;:{&quot;type&quot;:&quot;CHILD&quot;,&quot;parentId&quot;:&quot;3557aae1-c932-44da-b8a4-08d581b510d4&quot;,&quot;order&quot;:&quot;3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5b0f8378-2009-4cf2-a589-e7a0d5c00be4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b0f8378-2009-4cf2-a589-e7a0d5c00be4&quot;:{&quot;relativeTransform&quot;:{&quot;translate&quot;:{&quot;x&quot;:577.8550156796222,&quot;y&quot;:234.10323943123345},&quot;rotate&quot;:0,&quot;skewX&quot;:0,&quot;scale&quot;:{&quot;x&quot;:1,&quot;y&quot;:1}},&quot;type&quot;:&quot;FIGURE_OBJECT&quot;,&quot;id&quot;:&quot;5b0f8378-2009-4cf2-a589-e7a0d5c00be4&quot;,&quot;opacity&quot;:1,&quot;path&quot;:{&quot;type&quot;:&quot;ELLIPSE&quot;,&quot;size&quot;:{&quot;x&quot;:61.272439042227504,&quot;y&quot;:59.27720371431326}},&quot;isLocked&quot;:false,&quot;pathStyles&quot;:[{&quot;type&quot;:&quot;FILL&quot;,&quot;fillStyle&quot;:{&quot;type&quot;:&quot;radial&quot;,&quot;colorStops&quot;:{&quot;0.672&quot;:&quot;rgba(249, 249, 249, 0)&quot;,&quot;0.242&quot;:&quot;rgb(255, 255, 255)&quot;}}},{&quot;type&quot;:&quot;STROKE&quot;,&quot;strokeStyle&quot;:&quot;rgba(0,0,0,0)&quot;,&quot;lineWidth&quot;:0,&quot;lineJoin&quot;:&quot;round&quot;}],&quot;parent&quot;:{&quot;type&quot;:&quot;CHILD&quot;,&quot;parentId&quot;:&quot;c567345a-1798-475c-b0aa-224d45a53e2e&quot;,&quot;order&quot;:&quot;999999999999999998&quot;},&quot;source&quot;:{&quot;id&quot;:&quot;60db2775994f2f00a3ae9ce5&quot;,&quot;type&quot;:&quot;ASSETS&quot;},&quot;isPremium&quot;:false,&quot;layout&quot;:{&quot;sizeRatio&quot;:{&quot;x&quot;:0.7071067811865476,&quot;y&quot;:0.7071067811865476},&quot;keepAspectRatio&quot;:true}},&quot;9bd2f138-7fac-4cba-a7eb-7b5c198960cc&quot;:{&quot;id&quot;:&quot;9bd2f138-7fac-4cba-a7eb-7b5c198960cc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324264287685452,&quot;color&quot;:&quot;black&quot;,&quot;fontWeight&quot;:&quot;normal&quot;,&quot;fontStyle&quot;:&quot;normal&quot;,&quot;decoration&quot;:&quot;none&quot;}}]},&quot;format&quot;:&quot;BETTER_TEXT&quot;,&quot;size&quot;:{&quot;x&quot;:43.32615714659843,&quot;y&quot;:13.346454339057855},&quot;targetSize&quot;:{&quot;x&quot;:43.32615714659843,&quot;y&quot;:2}},&quot;parent&quot;:{&quot;type&quot;:&quot;CHILD&quot;,&quot;parentId&quot;:&quot;5b0f8378-2009-4cf2-a589-e7a0d5c00be4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1c585d81-7e05-481f-8388-381c83dae0e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c585d81-7e05-481f-8388-381c83dae0e8&quot;:{&quot;type&quot;:&quot;FIGURE_OBJECT&quot;,&quot;id&quot;:&quot;1c585d81-7e05-481f-8388-381c83dae0e8&quot;,&quot;parent&quot;:{&quot;type&quot;:&quot;CHILD&quot;,&quot;parentId&quot;:&quot;c567345a-1798-475c-b0aa-224d45a53e2e&quot;,&quot;order&quot;:&quot;999999999999999999&quot;},&quot;relativeTransform&quot;:{&quot;translate&quot;:{&quot;x&quot;:570.2097244124328,&quot;y&quot;:-55.47922384792972},&quot;rotate&quot;:0,&quot;skewX&quot;:0,&quot;scale&quot;:{&quot;x&quot;:1,&quot;y&quot;:1}},&quot;opacity&quot;:1},&quot;3dcf65f1-7b0b-47b8-bbc2-70d84c87f1ea&quot;:{&quot;type&quot;:&quot;FIGURE_OBJECT&quot;,&quot;id&quot;:&quot;3dcf65f1-7b0b-47b8-bbc2-70d84c87f1ea&quot;,&quot;parent&quot;:{&quot;type&quot;:&quot;CHILD&quot;,&quot;parentId&quot;:&quot;1c585d81-7e05-481f-8388-381c83dae0e8&quot;,&quot;order&quot;:&quot;7&quot;},&quot;relativeTransform&quot;:{&quot;translate&quot;:{&quot;x&quot;:244.03430220320564,&quot;y&quot;:260.40454164456577},&quot;rotate&quot;:0.5705284900767742}},&quot;b477b0eb-f49f-45b6-b915-38ae55174391&quot;:{&quot;id&quot;:&quot;b477b0eb-f49f-45b6-b915-38ae55174391&quot;,&quot;name&quot;:&quot;Chemical compounds (symbol)&quot;,&quot;displayName&quot;:&quot;&quot;,&quot;type&quot;:&quot;FIGURE_OBJECT&quot;,&quot;relativeTransform&quot;:{&quot;translate&quot;:{&quot;x&quot;:-167.3940499038078,&quot;y&quot;:175.11400484897615},&quot;rotate&quot;:0,&quot;skewX&quot;:1.486955343882094e-16,&quot;scale&quot;:{&quot;x&quot;:1.5128017684899795,&quot;y&quot;:1.5128017684899813}},&quot;image&quot;:{&quot;url&quot;:&quot;https://icons.cdn.biorender.com/biorender/6442d44629bcbc002069f0ee/644192286fe3610020f28905.png&quot;,&quot;isPremium&quot;:false,&quot;isOrgIcon&quot;:false,&quot;size&quot;:{&quot;x&quot;:44.78,&quot;y&quot;:44.78},&quot;fallbackUrl&quot;:&quot;sources/icons/6442d44629bcbc002069f0ee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3dcf65f1-7b0b-47b8-bbc2-70d84c87f1ea&quot;,&quot;order&quot;:&quot;5&quot;}},&quot;5d6b9786-942c-452a-8f04-2c5ccafd6759&quot;:{&quot;type&quot;:&quot;FIGURE_OBJECT&quot;,&quot;id&quot;:&quot;5d6b9786-942c-452a-8f04-2c5ccafd6759&quot;,&quot;parent&quot;:{&quot;type&quot;:&quot;CROP&quot;,&quot;parentId&quot;:&quot;3dcf65f1-7b0b-47b8-bbc2-70d84c87f1ea&quot;,&quot;order&quot;:&quot;5&quot;},&quot;relativeTransform&quot;:{&quot;translate&quot;:{&quot;x&quot;:-167.3940499038078,&quot;y&quot;:175.11400484897615},&quot;rotate&quot;:0,&quot;skewX&quot;:1.4869553438820942e-16,&quot;scale&quot;:{&quot;x&quot;:33.87163159649064,&quot;y&quot;:33.87163159649067}},&quot;path&quot;:{&quot;type&quot;:&quot;POLY_LINE&quot;,&quot;points&quot;:[{&quot;x&quot;:-0.6722172986475865,&quot;y&quot;:0.016222913577862208},{&quot;x&quot;:-0.96,&quot;y&quot;:-0.68},{&quot;x&quot;:-0.3966417907384958,&quot;y&quot;:-1.0265671629539836},{&quot;x&quot;:0.007164185230084108,&quot;y&quot;:-0.6076865386801158},{&quot;x&quot;:-0.3469354529981752,&quot;y&quot;:-0.27581813456325044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055de50f-b710-4e06-b746-7c23b6d6106a&quot;:{&quot;type&quot;:&quot;FIGURE_OBJECT&quot;,&quot;id&quot;:&quot;055de50f-b710-4e06-b746-7c23b6d6106a&quot;,&quot;parent&quot;:{&quot;type&quot;:&quot;CHILD&quot;,&quot;parentId&quot;:&quot;1c585d81-7e05-481f-8388-381c83dae0e8&quot;,&quot;order&quot;:&quot;2&quot;},&quot;relativeTransform&quot;:{&quot;translate&quot;:{&quot;x&quot;:-14.99888481120773,&quot;y&quot;:109.78797710352872},&quot;rotate&quot;:-0.6236081290546599}},&quot;07c035eb-c984-4671-b57a-465e74059d98&quot;:{&quot;id&quot;:&quot;07c035eb-c984-4671-b57a-465e74059d98&quot;,&quot;name&quot;:&quot;Chemical compounds (symbol)&quot;,&quot;displayName&quot;:&quot;&quot;,&quot;type&quot;:&quot;FIGURE_OBJECT&quot;,&quot;relativeTransform&quot;:{&quot;translate&quot;:{&quot;x&quot;:-99.65051557554699,&quot;y&quot;:164.71252742532073},&quot;rotate&quot;:0,&quot;skewX&quot;:1.4655896594849578e-16,&quot;scale&quot;:{&quot;x&quot;:1.5128017684899802,&quot;y&quot;:1.5128017684899797}},&quot;image&quot;:{&quot;url&quot;:&quot;https://icons.cdn.biorender.com/biorender/6442d44629bcbc002069f0ed/644192286fe3610020f28905.png&quot;,&quot;isPremium&quot;:false,&quot;isOrgIcon&quot;:false,&quot;size&quot;:{&quot;x&quot;:44.78,&quot;y&quot;:44.78},&quot;fallbackUrl&quot;:&quot;sources/icons/6442d44629bcbc002069f0ed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055de50f-b710-4e06-b746-7c23b6d6106a&quot;,&quot;order&quot;:&quot;5&quot;},&quot;styles&quot;:{&quot;editable&quot;:[{&quot;monochromeTargetColor&quot;:&quot;#FFC969&quot;,&quot;styleName&quot;:&quot;FILL&quot;},{&quot;monochromeTargetColor&quot;:&quot;#FFC969&quot;,&quot;styleName&quot;:&quot;STROKE&quot;,&quot;color&quot;:&quot;#ffc370&quot;}]}},&quot;c3c79367-3286-4e13-9458-a2243252e20e&quot;:{&quot;type&quot;:&quot;FIGURE_OBJECT&quot;,&quot;id&quot;:&quot;c3c79367-3286-4e13-9458-a2243252e20e&quot;,&quot;parent&quot;:{&quot;type&quot;:&quot;CROP&quot;,&quot;parentId&quot;:&quot;055de50f-b710-4e06-b746-7c23b6d6106a&quot;,&quot;order&quot;:&quot;5&quot;},&quot;relativeTransform&quot;:{&quot;translate&quot;:{&quot;x&quot;:-99.65051557554699,&quot;y&quot;:164.71252742532076},&quot;rotate&quot;:0,&quot;skewX&quot;:1.4655896594849578e-16,&quot;scale&quot;:{&quot;x&quot;:33.87163159649065,&quot;y&quot;:33.871631596490644}},&quot;path&quot;:{&quot;type&quot;:&quot;POLY_LINE&quot;,&quot;points&quot;:[{&quot;x&quot;:-0.26003879102694283,&quot;y&quot;:-0.031968967178444885},{&quot;x&quot;:-0.39009212868899024,&quot;y&quot;:-0.2540688540728242},{&quot;x&quot;:0.14791465974072393,&quot;y&quot;:-0.5280698238484982},{&quot;x&quot;:0.9019156295163988,&quot;y&quot;:-0.5540106675324088},{&quot;x&quot;:0.7859893324675906,&quot;y&quot;:0.020019395513472205},{&quot;x&quot;:0.06390884108668393,&quot;y&quot;:0.14813770814564808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CUBIC&quot;,&quot;offset&quot;:{&quot;x&quot;:0,&quot;y&quot;:0},&quot;bending&quot;:0.1,&quot;firstElementIsHead&quot;:true,&quot;customized&quot;:true}},&quot;696e6b7f-700d-4031-bc64-55ea931e04fd&quot;:{&quot;type&quot;:&quot;FIGURE_OBJECT&quot;,&quot;id&quot;:&quot;696e6b7f-700d-4031-bc64-55ea931e04fd&quot;,&quot;parent&quot;:{&quot;type&quot;:&quot;CHILD&quot;,&quot;parentId&quot;:&quot;1c585d81-7e05-481f-8388-381c83dae0e8&quot;,&quot;order&quot;:&quot;5&quot;},&quot;relativeTransform&quot;:{&quot;translate&quot;:{&quot;x&quot;:260.77927831674674,&quot;y&quot;:198.83640199084653},&quot;rotate&quot;:0.6387441686248161}},&quot;7beb5073-923c-49e5-b2c9-65cf24828799&quot;:{&quot;id&quot;:&quot;7beb5073-923c-49e5-b2c9-65cf24828799&quot;,&quot;name&quot;:&quot;Chemical compounds (symbol)&quot;,&quot;displayName&quot;:&quot;&quot;,&quot;type&quot;:&quot;FIGURE_OBJECT&quot;,&quot;relativeTransform&quot;:{&quot;translate&quot;:{&quot;x&quot;:-137.86282575687025,&quot;y&quot;:212.27341033716104},&quot;rotate&quot;:0,&quot;skewX&quot;:0,&quot;scale&quot;:{&quot;x&quot;:1.5128017684899808,&quot;y&quot;:1.5128017684899808}},&quot;image&quot;:{&quot;url&quot;:&quot;https://icons.cdn.biorender.com/biorender/6442d44629bcbc002069f0eb/644192286fe3610020f28905.png&quot;,&quot;isPremium&quot;:false,&quot;isOrgIcon&quot;:false,&quot;size&quot;:{&quot;x&quot;:44.78,&quot;y&quot;:44.78},&quot;fallbackUrl&quot;:&quot;sources/icons/6442d44629bcbc002069f0eb/644192286fe3610020f28905.svg&quot;},&quot;source&quot;:{&quot;id&quot;:&quot;644192286fe3610020f28905&quot;,&quot;version&quot;:&quot;20230421182145&quot;,&quot;type&quot;:&quot;ASSETS&quot;},&quot;isPremium&quot;:false,&quot;parent&quot;:{&quot;type&quot;:&quot;CHILD&quot;,&quot;parentId&quot;:&quot;696e6b7f-700d-4031-bc64-55ea931e04fd&quot;,&quot;order&quot;:&quot;5&quot;}},&quot;e8c3da6b-0e07-4cab-b617-f1dda82e684a&quot;:{&quot;type&quot;:&quot;FIGURE_OBJECT&quot;,&quot;id&quot;:&quot;e8c3da6b-0e07-4cab-b617-f1dda82e684a&quot;,&quot;parent&quot;:{&quot;type&quot;:&quot;CROP&quot;,&quot;parentId&quot;:&quot;696e6b7f-700d-4031-bc64-55ea931e04fd&quot;,&quot;order&quot;:&quot;5&quot;},&quot;relativeTransform&quot;:{&quot;translate&quot;:{&quot;x&quot;:-137.86282575687025,&quot;y&quot;:229.66509116701192},&quot;rotate&quot;:0,&quot;skewX&quot;:0,&quot;scale&quot;:{&quot;x&quot;:33.87163159649067,&quot;y&quot;:18.231630850221887}},&quot;path&quot;:{&quot;type&quot;:&quot;POLY_LINE&quot;,&quot;points&quot;:[{&quot;x&quot;:-0.7583283664519076,&quot;y&quot;:0.39895373896801445},{&quot;x&quot;:-0.6564641694190092,&quot;y&quot;:-0.6800000000000015},{&quot;x&quot;:-0.38,&quot;y&quot;:-0.96},{&quot;x&quot;:0.011882077806031788,&quot;y&quot;:-0.6319983822230206},{&quot;x&quot;:-0.003319426065340636,&quot;y&quot;:0.04401294221582219},{&quot;x&quot;:-0.1314492687747304,&quot;y&quot;:0.8320145599928015},{&quot;x&quot;:-0.5,&quot;y&quot;:1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c8a2c77-f18e-4368-97c6-1adca920e8a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c8a2c77-f18e-4368-97c6-1adca920e8a1&quot;:{&quot;relativeTransform&quot;:{&quot;translate&quot;:{&quot;x&quot;:478.46941361643263,&quot;y&quot;:-191.8934621019729},&quot;rotate&quot;:0,&quot;skewX&quot;:0,&quot;scale&quot;:{&quot;x&quot;:1,&quot;y&quot;:1}},&quot;type&quot;:&quot;FIGURE_OBJECT&quot;,&quot;id&quot;:&quot;8c8a2c77-f18e-4368-97c6-1adca920e8a1&quot;,&quot;parent&quot;:{&quot;type&quot;:&quot;CHILD&quot;,&quot;parentId&quot;:&quot;c567345a-1798-475c-b0aa-224d45a53e2e&quot;,&quot;order&quot;:&quot;9999999999999999999&quot;},&quot;name&quot;:&quot;Radioligand displacement (from membrane receptor)&quot;,&quot;displayName&quot;:&quot;Radioligand displacement (from membrane receptor)&quot;,&quot;source&quot;:{&quot;id&quot;:&quot;6807ede3f593f067678ffa88&quot;,&quot;type&quot;:&quot;ASSETS&quot;},&quot;isPremium&quot;:false,&quot;opacity&quot;:0.29},&quot;412195a7-fc27-45c4-a318-f67c0b8d1352&quot;:{&quot;relativeTransform&quot;:{&quot;translate&quot;:{&quot;x&quot;:-94.52047553959267,&quot;y&quot;:-2.108457435895191},&quot;rotate&quot;:0},&quot;type&quot;:&quot;FIGURE_OBJECT&quot;,&quot;id&quot;:&quot;412195a7-fc27-45c4-a318-f67c0b8d1352&quot;,&quot;parent&quot;:{&quot;type&quot;:&quot;CHILD&quot;,&quot;parentId&quot;:&quot;8c8a2c77-f18e-4368-97c6-1adca920e8a1&quot;,&quot;order&quot;:&quot;2&quot;},&quot;name&quot;:&quot;Generic receptor (open circle-shaped, editable)&quot;,&quot;displayName&quot;:&quot;Generic receptor (open circle-shaped, editable)&quot;,&quot;source&quot;:{&quot;id&quot;:&quot;67856b9f16ae62dcc3c97a79&quot;,&quot;type&quot;:&quot;ASSETS&quot;},&quot;isPremium&quot;:true},&quot;5494057c-2232-4003-97ef-88f76f6c8ceb&quot;:{&quot;type&quot;:&quot;FIGURE_OBJECT&quot;,&quot;id&quot;:&quot;5494057c-2232-4003-97ef-88f76f6c8ceb&quot;,&quot;relativeTransform&quot;:{&quot;translate&quot;:{&quot;x&quot;:94.75885345634337,&quot;y&quot;:9.755711954171655},&quot;rotate&quot;:1.5707963267948966},&quot;opacity&quot;:1,&quot;path&quot;:{&quot;type&quot;:&quot;POLY_LINE&quot;,&quot;points&quot;:[{&quot;x&quot;:-1.6097116659639283,&quot;y&quot;:-2.5100150954393015},{&quot;x&quot;:-5.398872655131622,&quot;y&quot;:-2.9625806823414416},{&quot;x&quot;:-4.91979181014325,&quot;y&quot;:-5.288315542452509},{&quot;x&quot;:-1.8754172764193995,&quot;y&quot;:-4.846087070155552},{&quot;x&quot;:0.8365488712630067,&quot;y&quot;:-3.035529976557226},{&quot;x&quot;:2.0939518453626835,&quot;y&quot;:0.06264904582233961},{&quot;x&quot;:1.5231085845551493,&quot;y&quot;:3.615217797768466},{&quot;x&quot;:-0.9272056835144626,&quot;y&quot;:6.430739095886322},{&quot;x&quot;:-4.77901571742548,&quot;y&quot;:7.130934177023177},{&quot;x&quot;:-5.368653680488088,&quot;y&quot;:5.013851143574042},{&quot;x&quot;:-1.3705328608737308,&quot;y&quot;:4.2294767186872315},{&quot;x&quot;:0.06974308767791153,&quot;y&quot;:0.7809400483763855}],&quot;closed&quot;:true,&quot;cornerRounding&quot;:{&quot;type&quot;:&quot;ARC_LENGTH&quot;,&quot;global&quot;:4.603873304874926}},&quot;pathStyles&quot;:[{&quot;type&quot;:&quot;FILL&quot;,&quot;fillStyle&quot;:&quot;rgba(139, 100, 171, 1)&quot;},{&quot;type&quot;:&quot;STROKE&quot;,&quot;strokeStyle&quot;:&quot;rgba(57, 29, 83, 1)&quot;,&quot;lineWidth&quot;:0.2576916842434051,&quot;lineJoin&quot;:&quot;round&quot;}],&quot;isLocked&quot;:false,&quot;parent&quot;:{&quot;type&quot;:&quot;CHILD&quot;,&quot;parentId&quot;:&quot;412195a7-fc27-45c4-a318-f67c0b8d1352&quot;,&quot;order&quot;:&quot;5&quot;},&quot;connectorInfo&quot;:{&quot;connectedObjects&quot;:[],&quot;type&quot;:&quot;ELBOW&quot;,&quot;offset&quot;:{&quot;x&quot;:0,&quot;y&quot;:0},&quot;bending&quot;:0.1,&quot;firstElementIsHead&quot;:true,&quot;customized&quot;:true}},&quot;6b9bd913-d56f-402c-a9bf-994b6cb474a1&quot;:{&quot;type&quot;:&quot;FIGURE_OBJECT&quot;,&quot;id&quot;:&quot;6b9bd913-d56f-402c-a9bf-994b6cb474a1&quot;,&quot;relativeTransform&quot;:{&quot;translate&quot;:{&quot;x&quot;:93.85597031218572,&quot;y&quot;:18.987231448518635},&quot;rotate&quot;:1.5707963267948966},&quot;opacity&quot;:1,&quot;path&quot;:{&quot;type&quot;:&quot;POLY_LINE&quot;,&quot;points&quot;:[{&quot;x&quot;:-8.365488723420224,&quot;y&quot;:0},{&quot;x&quot;:8.365488723420224,&quot;y&quot;:0}],&quot;closed&quot;:false},&quot;pathStyles&quot;:[{&quot;type&quot;:&quot;FILL&quot;,&quot;fillStyle&quot;:&quot;rgba(0,0,0,0)&quot;},{&quot;type&quot;:&quot;STROKE&quot;,&quot;strokeStyle&quot;:&quot;rgba(66, 59, 100, 1)&quot;,&quot;lineWidth&quot;:1.1596125790953224,&quot;lineJoin&quot;:&quot;round&quot;}],&quot;isLocked&quot;:false,&quot;parent&quot;:{&quot;type&quot;:&quot;CHILD&quot;,&quot;parentId&quot;:&quot;412195a7-fc27-45c4-a318-f67c0b8d1352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16a21b4-b8b1-4dee-bf80-a7c6d64f4d6d&quot;:{&quot;type&quot;:&quot;FIGURE_OBJECT&quot;,&quot;id&quot;:&quot;916a21b4-b8b1-4dee-bf80-a7c6d64f4d6d&quot;,&quot;relativeTransform&quot;:{&quot;translate&quot;:{&quot;x&quot;:-15.837087403953289,&quot;y&quot;:-13.684898289302355},&quot;rotate&quot;:0},&quot;opacity&quot;:1,&quot;path&quot;:{&quot;type&quot;:&quot;ELLIPSE&quot;,&quot;size&quot;:{&quot;x&quot;:6.119845874213313,&quot;y&quot;:6.119845874213313}},&quot;isLocked&quot;:false,&quot;pathStyles&quot;:[{&quot;type&quot;:&quot;FILL&quot;,&quot;fillStyle&quot;:&quot;rgba(145, 99, 193, 1)&quot;},{&quot;type&quot;:&quot;STROKE&quot;,&quot;strokeStyle&quot;:&quot;rgba(57, 28, 84, 1)&quot;,&quot;lineWidth&quot;:0.35343427733351657,&quot;lineJoin&quot;:&quot;round&quot;}],&quot;parent&quot;:{&quot;type&quot;:&quot;CHILD&quot;,&quot;parentId&quot;:&quot;8c8a2c77-f18e-4368-97c6-1adca920e8a1&quot;,&quot;order&quot;:&quot;3&quot;}},&quot;f98f6e28-027d-431e-a864-3aaeb312a84b&quot;:{&quot;relativeTransform&quot;:{&quot;translate&quot;:{&quot;x&quot;:25.656211366522225,&quot;y&quot;:-11.14816637129976},&quot;rotate&quot;:0.5478843171998568},&quot;type&quot;:&quot;FIGURE_OBJECT&quot;,&quot;id&quot;:&quot;f98f6e28-027d-431e-a864-3aaeb312a84b&quot;,&quot;parent&quot;:{&quot;type&quot;:&quot;CHILD&quot;,&quot;parentId&quot;:&quot;8c8a2c77-f18e-4368-97c6-1adca920e8a1&quot;,&quot;order&quot;:&quot;5&quot;},&quot;name&quot;:&quot;Radioligand&quot;,&quot;displayName&quot;:&quot;Radioligand&quot;,&quot;source&quot;:{&quot;id&quot;:&quot;614a1ea32f946a00a0836689&quot;,&quot;type&quot;:&quot;ASSETS&quot;},&quot;isPremium&quot;:false},&quot;f867c254-47d1-475b-9b07-08b2dc581f9b&quot;:{&quot;id&quot;:&quot;f867c254-47d1-475b-9b07-08b2dc581f9b&quot;,&quot;name&quot;:&quot;Radiation symbol&quot;,&quot;type&quot;:&quot;FIGURE_OBJECT&quot;,&quot;relativeTransform&quot;:{&quot;translate&quot;:{&quot;x&quot;:-8.703877161226112,&quot;y&quot;:-7.261352767819447},&quot;rotate&quot;:2.449293598294707e-16,&quot;skewX&quot;:1.6527176990608384e-16,&quot;scale&quot;:{&quot;x&quot;:0.049427671079179746,&quot;y&quot;:0.04942767107917976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f98f6e28-027d-431e-a864-3aaeb312a84b&quot;,&quot;order&quot;:&quot;7&quot;}},&quot;0392a227-31df-449f-8850-ef8ddb6b0d4a&quot;:{&quot;type&quot;:&quot;FIGURE_OBJECT&quot;,&quot;id&quot;:&quot;0392a227-31df-449f-8850-ef8ddb6b0d4a&quot;,&quot;relativeTransform&quot;:{&quot;translate&quot;:{&quot;x&quot;:-8.859321042305359,&quot;y&quot;:-6.872883470475109},&quot;rotate&quot;:0},&quot;opacity&quot;:1,&quot;path&quot;:{&quot;type&quot;:&quot;POLY_LINE&quot;,&quot;points&quot;:[{&quot;x&quot;:2.7246416764605447e-16,&quot;y&quot;:1.6485826212237178},{&quot;x&quot;:8.4760217075250705e-16,&quot;y&quot;:5.128535691450273}],&quot;closed&quot;:false},&quot;pathStyles&quot;:[{&quot;type&quot;:&quot;FILL&quot;,&quot;fillStyle&quot;:&quot;rgba(0,0,0,0)&quot;},{&quot;type&quot;:&quot;STROKE&quot;,&quot;strokeStyle&quot;:&quot;rgba(50, 64, 104, 1)&quot;,&quot;lineWidth&quot;:1.0603028320005488,&quot;lineJoin&quot;:&quot;round&quot;}],&quot;isLocked&quot;:false,&quot;parent&quot;:{&quot;type&quot;:&quot;CHILD&quot;,&quot;parentId&quot;:&quot;f98f6e28-027d-431e-a864-3aaeb312a84b&quot;,&quot;order&quot;:&quot;2&quot;}},&quot;09c69a07-4fd9-49cb-8079-715267f1e990&quot;:{&quot;type&quot;:&quot;FIGURE_OBJECT&quot;,&quot;id&quot;:&quot;09c69a07-4fd9-49cb-8079-715267f1e990&quot;,&quot;relativeTransform&quot;:{&quot;translate&quot;:{&quot;x&quot;:-8.70387716122611,&quot;y&quot;:0.6065191938884963},&quot;rotate&quot;:1.5707963267948972,&quot;skewX&quot;:-1.652717699060834e-16},&quot;opacity&quot;:1,&quot;path&quot;:{&quot;type&quot;:&quot;ELLIPSE&quot;,&quot;size&quot;:{&quot;x&quot;:6.11984587421331,&quot;y&quot;:6.1198458742133095}},&quot;isLocked&quot;:false,&quot;pathStyles&quot;:[{&quot;type&quot;:&quot;FILL&quot;,&quot;fillStyle&quot;:&quot;rgba(79, 80, 140, 1)&quot;},{&quot;type&quot;:&quot;STROKE&quot;,&quot;strokeStyle&quot;:&quot;rgba(25, 21, 55, 1)&quot;,&quot;lineWidth&quot;:0.3534342773335164,&quot;lineJoin&quot;:&quot;round&quot;}],&quot;parent&quot;:{&quot;type&quot;:&quot;CHILD&quot;,&quot;parentId&quot;:&quot;f98f6e28-027d-431e-a864-3aaeb312a84b&quot;,&quot;order&quot;:&quot;8&quot;}},&quot;676a6f91-e152-48b9-b4f6-7560fc9669ef&quot;:{&quot;type&quot;:&quot;FIGURE_OBJECT&quot;,&quot;id&quot;:&quot;676a6f91-e152-48b9-b4f6-7560fc9669ef&quot;,&quot;relativeTransform&quot;:{&quot;translate&quot;:{&quot;x&quot;:64.78539312798995,&quot;y&quot;:-67.81457633924762},&quot;rotate&quot;:0},&quot;opacity&quot;:1,&quot;path&quot;:{&quot;type&quot;:&quot;POLY_LINE&quot;,&quot;points&quot;:[{&quot;x&quot;:-79.49259667483281,&quot;y&quot;:58.92587015562828},{&quot;x&quot;:-76.81646017309119,&quot;y&quot;:64.52944562754827},{&quot;x&quot;:-68.89222306978176,&quot;y&quot;:68.53877961713445}],&quot;closed&quot;:false,&quot;cornerRounding&quot;:{&quot;type&quot;:&quot;ARC_LENGTH&quot;,&quot;global&quot;:9.12488943539721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7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c8a2c77-f18e-4368-97c6-1adca920e8a1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3ee60d11-48ca-4587-8ce6-eab49f8c3b55&quot;:{&quot;relativeTransform&quot;:{&quot;translate&quot;:{&quot;x&quot;:8.020945760691498,&quot;y&quot;:2.288420123198222},&quot;rotate&quot;:4.1633363423443364e-17},&quot;type&quot;:&quot;FIGURE_OBJECT&quot;,&quot;id&quot;:&quot;3ee60d11-48ca-4587-8ce6-eab49f8c3b55&quot;,&quot;parent&quot;:{&quot;type&quot;:&quot;CHILD&quot;,&quot;parentId&quot;:&quot;8c8a2c77-f18e-4368-97c6-1adca920e8a1&quot;,&quot;order&quot;:&quot;7&quot;},&quot;name&quot;:&quot;Radioligand&quot;,&quot;displayName&quot;:&quot;Radioligand&quot;,&quot;source&quot;:{&quot;id&quot;:&quot;614a1ea32f946a00a0836689&quot;,&quot;type&quot;:&quot;ASSETS&quot;},&quot;isPremium&quot;:false,&quot;opacity&quot;:0.45},&quot;50299f9f-c9ae-4b8d-a5c8-806bf2fd9f6f&quot;:{&quot;id&quot;:&quot;50299f9f-c9ae-4b8d-a5c8-806bf2fd9f6f&quot;,&quot;name&quot;:&quot;Radiation symbol&quot;,&quot;type&quot;:&quot;FIGURE_OBJECT&quot;,&quot;relativeTransform&quot;:{&quot;translate&quot;:{&quot;x&quot;:-8.703877161226114,&quot;y&quot;:-7.261352767819451},&quot;rotate&quot;:2.4492935982947074e-16,&quot;skewX&quot;:-5.997049578999989e-18,&quot;scale&quot;:{&quot;x&quot;:0.049427671079179766,&quot;y&quot;:0.04942767107917978}},&quot;image&quot;:{&quot;url&quot;:&quot;https://icons.biorender.com/biorender/5b3153b279c8aa0014a33268/20180625204312/image/radiation-symbol.png&quot;,&quot;fallbackUrl&quot;:&quot;https://res.cloudinary.com/dlcjuc3ej/image/upload/v1529959392/zfgbgkkcjtri1rhzsfry.svg#/keystone/api/icons/5b3153b279c8aa0014a33268/20180625204312/image/radiation-symbol.svg&quot;,&quot;isPremium&quot;:false,&quot;isPacked&quot;:true,&quot;size&quot;:{&quot;x&quot;:100,&quot;y&quot;:100}},&quot;source&quot;:{&quot;id&quot;:&quot;5b3153b279c8aa0014a33268&quot;,&quot;type&quot;:&quot;ASSETS&quot;},&quot;parent&quot;:{&quot;type&quot;:&quot;CHILD&quot;,&quot;parentId&quot;:&quot;3ee60d11-48ca-4587-8ce6-eab49f8c3b55&quot;,&quot;order&quot;:&quot;7&quot;}},&quot;aa245cd5-5d3a-4557-a05b-bb6ea9694be9&quot;:{&quot;type&quot;:&quot;FIGURE_OBJECT&quot;,&quot;id&quot;:&quot;aa245cd5-5d3a-4557-a05b-bb6ea9694be9&quot;,&quot;relativeTransform&quot;:{&quot;translate&quot;:{&quot;x&quot;:-8.859321042305364,&quot;y&quot;:-6.872883470475114},&quot;rotate&quot;:0},&quot;opacity&quot;:1,&quot;path&quot;:{&quot;type&quot;:&quot;POLY_LINE&quot;,&quot;points&quot;:[{&quot;x&quot;:-9.886631714556736e-18,&quot;y&quot;:1.6485826212237191},{&quot;x&quot;:-3.0756082809299273e-17,&quot;y&quot;:5.128535691450277}],&quot;closed&quot;:false},&quot;pathStyles&quot;:[{&quot;type&quot;:&quot;FILL&quot;,&quot;fillStyle&quot;:&quot;rgba(0,0,0,0)&quot;},{&quot;type&quot;:&quot;STROKE&quot;,&quot;strokeStyle&quot;:&quot;rgba(50, 64, 104, 1)&quot;,&quot;lineWidth&quot;:1.0603028320005494,&quot;lineJoin&quot;:&quot;round&quot;}],&quot;isLocked&quot;:false,&quot;parent&quot;:{&quot;type&quot;:&quot;CHILD&quot;,&quot;parentId&quot;:&quot;3ee60d11-48ca-4587-8ce6-eab49f8c3b55&quot;,&quot;order&quot;:&quot;2&quot;}},&quot;a42ee0b6-6591-4e6b-92e2-bb67d3cb6588&quot;:{&quot;type&quot;:&quot;FIGURE_OBJECT&quot;,&quot;id&quot;:&quot;a42ee0b6-6591-4e6b-92e2-bb67d3cb6588&quot;,&quot;relativeTransform&quot;:{&quot;translate&quot;:{&quot;x&quot;:-8.703877161226114,&quot;y&quot;:0.6065191938884966},&quot;rotate&quot;:1.5707963267948972,&quot;skewX&quot;:5.997049578999706e-18},&quot;opacity&quot;:1,&quot;path&quot;:{&quot;type&quot;:&quot;ELLIPSE&quot;,&quot;size&quot;:{&quot;x&quot;:6.119845874213314,&quot;y&quot;:6.119845874213311}},&quot;isLocked&quot;:false,&quot;pathStyles&quot;:[{&quot;type&quot;:&quot;FILL&quot;,&quot;fillStyle&quot;:&quot;rgba(79, 80, 140, 1)&quot;},{&quot;type&quot;:&quot;STROKE&quot;,&quot;strokeStyle&quot;:&quot;rgba(25, 21, 55, 1)&quot;,&quot;lineWidth&quot;:0.35343427733351657,&quot;lineJoin&quot;:&quot;round&quot;}],&quot;parent&quot;:{&quot;type&quot;:&quot;CHILD&quot;,&quot;parentId&quot;:&quot;3ee60d11-48ca-4587-8ce6-eab49f8c3b55&quot;,&quot;order&quot;:&quot;8&quot;}},&quot;1217a133-38d0-43f6-ab3f-c29edc425803&quot;:{&quot;type&quot;:&quot;FIGURE_OBJECT&quot;,&quot;id&quot;:&quot;1217a133-38d0-43f6-ab3f-c29edc425803&quot;,&quot;parent&quot;:{&quot;type&quot;:&quot;CHILD&quot;,&quot;parentId&quot;:&quot;8c8a2c77-f18e-4368-97c6-1adca920e8a1&quot;,&quot;order&quot;:&quot;1&quot;},&quot;relativeTransform&quot;:{&quot;translate&quot;:{&quot;x&quot;:-0.03331737558516619,&quot;y&quot;:0.1967239441377253},&quot;rotate&quot;:0}},&quot;c679b28c-4a3c-4cfc-ab18-5d6e8f0f2947&quot;:{&quot;id&quot;:&quot;c679b28c-4a3c-4cfc-ab18-5d6e8f0f2947&quot;,&quot;name&quot;:&quot;Membrane (bilayer, straight)&quot;,&quot;displayName&quot;:&quot;&quot;,&quot;type&quot;:&quot;FIGURE_OBJECT&quot;,&quot;relativeTransform&quot;:{&quot;translate&quot;:{&quot;x&quot;:-0.649320154465823,&quot;y&quot;:17.177197709827652},&quot;rotate&quot;:0,&quot;skewX&quot;:0,&quot;scale&quot;:{&quot;x&quot;:0.46100230659344615,&quot;y&quot;:0.4846568734334934}},&quot;image&quot;:{&quot;url&quot;:&quot;https://icons.cdn.biorender.com/biorender/5b4cc0671757070014aad0e5/5b494a7b8b63af00144c2f48.png&quot;,&quot;isPremium&quot;:false,&quot;isOrgIcon&quot;:false,&quot;size&quot;:{&quot;x&quot;:500,&quot;y&quot;:30},&quot;fallbackUrl&quot;:&quot;sources/icons/5b4cc0671757070014aad0e5/5b494a7b8b63af00144c2f48.svg&quot;},&quot;source&quot;:{&quot;id&quot;:&quot;5b494a7b8b63af00144c2f48&quot;,&quot;version&quot;:&quot;20180716185350&quot;,&quot;type&quot;:&quot;ASSETS&quot;},&quot;isPremium&quot;:false,&quot;parent&quot;:{&quot;type&quot;:&quot;CHILD&quot;,&quot;parentId&quot;:&quot;1217a133-38d0-43f6-ab3f-c29edc425803&quot;,&quot;order&quot;:&quot;5&quot;}},&quot;c2b751a7-e7b0-407d-8588-1e24f3c2f994&quot;:{&quot;type&quot;:&quot;FIGURE_OBJECT&quot;,&quot;id&quot;:&quot;c2b751a7-e7b0-407d-8588-1e24f3c2f994&quot;,&quot;parent&quot;:{&quot;type&quot;:&quot;CROP&quot;,&quot;parentId&quot;:&quot;1217a133-38d0-43f6-ab3f-c29edc425803&quot;,&quot;order&quot;:&quot;5&quot;},&quot;relativeTransform&quot;:{&quot;translate&quot;:{&quot;x&quot;:-0.6493201544658342,&quot;y&quot;:17.177197709827652},&quot;rotate&quot;:0,&quot;skewX&quot;:0,&quot;scale&quot;:{&quot;x&quot;:26.74164737553925,&quot;y&quot;:7.269853101502399}},&quot;path&quot;:{&quot;type&quot;:&quot;RECT&quot;,&quot;size&quot;:{&quot;x&quot;:2,&quot;y&quot;:2}},&quot;pathStyles&quot;:[{&quot;type&quot;:&quot;FILL&quot;,&quot;fillStyle&quot;:&quot;#fff&quot;}],&quot;isFrozen&quot;:true},&quot;cde41d70-061c-4b21-8c57-9c3dafe33300&quot;:{&quot;type&quot;:&quot;FIGURE_OBJECT&quot;,&quot;id&quot;:&quot;cde41d70-061c-4b21-8c57-9c3dafe33300&quot;,&quot;relativeTransform&quot;:{&quot;translate&quot;:{&quot;x&quot;:-54.260011064267815,&quot;y&quot;:-80.32894891982983},&quot;rotate&quot;:-1.570796326794897},&quot;opacity&quot;:1,&quot;path&quot;:{&quot;type&quot;:&quot;POLY_LINE&quot;,&quot;points&quot;:[{&quot;x&quot;:-79.49259667483278,&quot;y&quot;:58.925870155628274},{&quot;x&quot;:-76.81646017309119,&quot;y&quot;:64.52944562754826},{&quot;x&quot;:-68.89222306978176,&quot;y&quot;:68.53877961713444}],&quot;closed&quot;:false,&quot;cornerRounding&quot;:{&quot;type&quot;:&quot;ARC_LENGTH&quot;,&quot;global&quot;:9.12488943539721},&quot;selectedObjectIds&quot;:[&quot;88bb5755-60f7-4074-84ea-9e9bf420804c&quot;]},&quot;pathStyles&quot;:[{&quot;type&quot;:&quot;FILL&quot;,&quot;fillStyle&quot;:&quot;rgba(0,0,0,0)&quot;},{&quot;type&quot;:&quot;STROKE&quot;,&quot;strokeStyle&quot;:{&quot;units&quot;:&quot;PATH_LENGTH&quot;,&quot;stops&quot;:{&quot;0&quot;:&quot;#70707100&quot;,&quot;1&quot;:&quot;#707071&quot;,&quot;0.45&quot;:&quot;#707071&quot;}},&quot;lineWidth&quot;:0.8182297583261936,&quot;lineJoin&quot;:&quot;round&quot;,&quot;dashArray&quot;:[2]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8c8a2c77-f18e-4368-97c6-1adca920e8a1&quot;,&quot;order&quot;:&quot;8&quot;},&quot;connectorInfo&quot;:{&quot;connectedObjects&quot;:[],&quot;type&quot;:&quot;ELBOW&quot;,&quot;offset&quot;:{&quot;x&quot;:0,&quot;y&quot;:0},&quot;bending&quot;:0.1,&quot;firstElementIsHead&quot;:true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98b88390-b04a-4459-85c2-aa7f9d1af9c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8b88390-b04a-4459-85c2-aa7f9d1af9c2&quot;:{&quot;type&quot;:&quot;FIGURE_OBJECT&quot;,&quot;id&quot;:&quot;98b88390-b04a-4459-85c2-aa7f9d1af9c2&quot;,&quot;parent&quot;:{&quot;type&quot;:&quot;CHILD&quot;,&quot;parentId&quot;:&quot;c567345a-1798-475c-b0aa-224d45a53e2e&quot;,&quot;order&quot;:&quot;999999999999999999999&quot;},&quot;relativeTransform&quot;:{&quot;translate&quot;:{&quot;x&quot;:-5.593912965258861,&quot;y&quot;:8.277245494691797},&quot;rotate&quot;:0,&quot;skewX&quot;:0,&quot;scale&quot;:{&quot;x&quot;:1,&quot;y&quot;:1}},&quot;opacity&quot;:0.29},&quot;e4a1652e-9b01-4bf1-8b31-ce0012aa93dc&quot;:{&quot;type&quot;:&quot;FIGURE_OBJECT&quot;,&quot;id&quot;:&quot;e4a1652e-9b01-4bf1-8b31-ce0012aa93dc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05&quot;}},&quot;c4f43af1-ff19-49f8-8803-47c26fa90dfe&quot;:{&quot;type&quot;:&quot;FIGURE_OBJECT&quot;,&quot;id&quot;:&quot;c4f43af1-ff19-49f8-8803-47c26fa90dfe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e4a1652e-9b01-4bf1-8b31-ce0012aa93dc&quot;,&quot;order&quot;:&quot;5&quot;}},&quot;f2fabb0d-17a5-4521-b656-43d0a92fbc15&quot;:{&quot;type&quot;:&quot;FIGURE_OBJECT&quot;,&quot;id&quot;:&quot;f2fabb0d-17a5-4521-b656-43d0a92fbc15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1&quot;}},&quot;41ffa2c7-5f94-4ed4-8948-f668fef02c0f&quot;:{&quot;type&quot;:&quot;FIGURE_OBJECT&quot;,&quot;id&quot;:&quot;41ffa2c7-5f94-4ed4-8948-f668fef02c0f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f2fabb0d-17a5-4521-b656-43d0a92fbc15&quot;,&quot;order&quot;:&quot;5&quot;}},&quot;9fe652a5-749b-427f-bb55-7d0734e979ed&quot;:{&quot;type&quot;:&quot;FIGURE_OBJECT&quot;,&quot;id&quot;:&quot;9fe652a5-749b-427f-bb55-7d0734e979ed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6&quot;}},&quot;0ee122b9-e754-423d-85db-84c0d2f90ac6&quot;:{&quot;type&quot;:&quot;FIGURE_OBJECT&quot;,&quot;id&quot;:&quot;0ee122b9-e754-423d-85db-84c0d2f90ac6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9fe652a5-749b-427f-bb55-7d0734e979ed&quot;,&quot;order&quot;:&quot;5&quot;}},&quot;0d733a51-b330-4d6d-9328-9a1fe8ec4484&quot;:{&quot;type&quot;:&quot;FIGURE_OBJECT&quot;,&quot;id&quot;:&quot;0d733a51-b330-4d6d-9328-9a1fe8ec4484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7&quot;}},&quot;bd5b1311-018a-4894-ace2-a6741356b929&quot;:{&quot;type&quot;:&quot;FIGURE_OBJECT&quot;,&quot;id&quot;:&quot;bd5b1311-018a-4894-ace2-a6741356b92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0d733a51-b330-4d6d-9328-9a1fe8ec4484&quot;,&quot;order&quot;:&quot;5&quot;}},&quot;fbe04355-3f94-432b-9e78-1e11c98caefb&quot;:{&quot;type&quot;:&quot;FIGURE_OBJECT&quot;,&quot;id&quot;:&quot;fbe04355-3f94-432b-9e78-1e11c98caefb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8&quot;}},&quot;408bf16f-1384-4116-a63a-7b262d2786cd&quot;:{&quot;type&quot;:&quot;FIGURE_OBJECT&quot;,&quot;id&quot;:&quot;408bf16f-1384-4116-a63a-7b262d2786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fbe04355-3f94-432b-9e78-1e11c98caefb&quot;,&quot;order&quot;:&quot;5&quot;}},&quot;bcea4ec5-008c-4a20-b8dd-cc2511731d0c&quot;:{&quot;type&quot;:&quot;FIGURE_OBJECT&quot;,&quot;id&quot;:&quot;bcea4ec5-008c-4a20-b8dd-cc2511731d0c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2&quot;}},&quot;c166f510-7b6c-4a11-8714-c003d7e8be07&quot;:{&quot;type&quot;:&quot;FIGURE_OBJECT&quot;,&quot;id&quot;:&quot;c166f510-7b6c-4a11-8714-c003d7e8be0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bcea4ec5-008c-4a20-b8dd-cc2511731d0c&quot;,&quot;order&quot;:&quot;5&quot;}},&quot;7949d9a2-2974-4bbb-afe3-ce55d59df3c0&quot;:{&quot;type&quot;:&quot;FIGURE_OBJECT&quot;,&quot;id&quot;:&quot;7949d9a2-2974-4bbb-afe3-ce55d59df3c0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a(192,56,48,1)&quot;,&quot;lineWidth&quot;:0.5355323164851955,&quot;lineJoin&quot;:&quot;round&quot;}],&quot;isLocked&quot;:true,&quot;parent&quot;:{&quot;type&quot;:&quot;CHILD&quot;,&quot;parentId&quot;:&quot;98b88390-b04a-4459-85c2-aa7f9d1af9c2&quot;,&quot;order&quot;:&quot;3&quot;}},&quot;72547b76-8eae-4f1a-90a2-375bac0f76ac&quot;:{&quot;type&quot;:&quot;FIGURE_OBJECT&quot;,&quot;id&quot;:&quot;72547b76-8eae-4f1a-90a2-375bac0f76ac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98b88390-b04a-4459-85c2-aa7f9d1af9c2&quot;,&quot;order&quot;:&quot;5&quot;}},&quot;3e9fff4c-1db5-4090-95c7-b765201ff5b0&quot;:{&quot;type&quot;:&quot;FIGURE_OBJECT&quot;,&quot;id&quot;:&quot;3e9fff4c-1db5-4090-95c7-b765201ff5b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72547b76-8eae-4f1a-90a2-375bac0f76ac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bc047ed5-3c76-4e89-a305-235cbd2a075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c047ed5-3c76-4e89-a305-235cbd2a075e&quot;:{&quot;type&quot;:&quot;FIGURE_OBJECT&quot;,&quot;id&quot;:&quot;bc047ed5-3c76-4e89-a305-235cbd2a075e&quot;,&quot;parent&quot;:{&quot;type&quot;:&quot;CHILD&quot;,&quot;parentId&quot;:&quot;c567345a-1798-475c-b0aa-224d45a53e2e&quot;,&quot;order&quot;:&quot;9999999999999999999995&quot;},&quot;relativeTransform&quot;:{&quot;translate&quot;:{&quot;x&quot;:-5.594155759230981,&quot;y&quot;:62.26905503758982},&quot;rotate&quot;:0,&quot;skewX&quot;:0,&quot;scale&quot;:{&quot;x&quot;:1,&quot;y&quot;:1}},&quot;opacity&quot;:0.29},&quot;0effaaca-f1f1-4fec-8608-98bf9ffdd48b&quot;:{&quot;type&quot;:&quot;FIGURE_OBJECT&quot;,&quot;id&quot;:&quot;0effaaca-f1f1-4fec-8608-98bf9ffdd48b&quot;,&quot;relativeTransform&quot;:{&quot;translate&quot;:{&quot;x&quot;:91.12555940452646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bc047ed5-3c76-4e89-a305-235cbd2a075e&quot;,&quot;order&quot;:&quot;05&quot;}},&quot;8052a4dd-6124-464c-a21b-4547a5064f5c&quot;:{&quot;type&quot;:&quot;FIGURE_OBJECT&quot;,&quot;id&quot;:&quot;8052a4dd-6124-464c-a21b-4547a5064f5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0effaaca-f1f1-4fec-8608-98bf9ffdd48b&quot;,&quot;order&quot;:&quot;5&quot;}},&quot;fa49048d-1766-4a8c-996e-d064981ef249&quot;:{&quot;type&quot;:&quot;FIGURE_OBJECT&quot;,&quot;id&quot;:&quot;fa49048d-1766-4a8c-996e-d064981ef249&quot;,&quot;relativeTransform&quot;:{&quot;translate&quot;:{&quot;x&quot;:107.88286508549064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1&quot;}},&quot;7f583deb-cc18-4d09-a83b-217b0a80e557&quot;:{&quot;type&quot;:&quot;FIGURE_OBJECT&quot;,&quot;id&quot;:&quot;7f583deb-cc18-4d09-a83b-217b0a80e557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fa49048d-1766-4a8c-996e-d064981ef249&quot;,&quot;order&quot;:&quot;5&quot;}},&quot;a3a101b5-33f1-437d-b24d-e2294cb06e0d&quot;:{&quot;type&quot;:&quot;FIGURE_OBJECT&quot;,&quot;id&quot;:&quot;a3a101b5-33f1-437d-b24d-e2294cb06e0d&quot;,&quot;relativeTransform&quot;:{&quot;translate&quot;:{&quot;x&quot;:124.593043922604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6&quot;}},&quot;ca00389f-4068-49cb-a16a-b7872e2e790c&quot;:{&quot;type&quot;:&quot;FIGURE_OBJECT&quot;,&quot;id&quot;:&quot;ca00389f-4068-49cb-a16a-b7872e2e790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a3a101b5-33f1-437d-b24d-e2294cb06e0d&quot;,&quot;order&quot;:&quot;5&quot;}},&quot;76771dad-b826-4953-bfbd-bfe54bbfe4a0&quot;:{&quot;type&quot;:&quot;FIGURE_OBJECT&quot;,&quot;id&quot;:&quot;76771dad-b826-4953-bfbd-bfe54bbfe4a0&quot;,&quot;relativeTransform&quot;:{&quot;translate&quot;:{&quot;x&quot;:141.35034960356833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7&quot;}},&quot;daa530c4-eb9a-44ea-a1bf-14f6ed74abe0&quot;:{&quot;type&quot;:&quot;FIGURE_OBJECT&quot;,&quot;id&quot;:&quot;daa530c4-eb9a-44ea-a1bf-14f6ed74abe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76771dad-b826-4953-bfbd-bfe54bbfe4a0&quot;,&quot;order&quot;:&quot;5&quot;}},&quot;d14ae37a-0a78-4d98-b27a-40bc78502ff2&quot;:{&quot;type&quot;:&quot;FIGURE_OBJECT&quot;,&quot;id&quot;:&quot;d14ae37a-0a78-4d98-b27a-40bc78502ff2&quot;,&quot;relativeTransform&quot;:{&quot;translate&quot;:{&quot;x&quot;:158.10765528453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8&quot;}},&quot;423312ef-aac7-48a1-9eec-6323a45cd812&quot;:{&quot;type&quot;:&quot;FIGURE_OBJECT&quot;,&quot;id&quot;:&quot;423312ef-aac7-48a1-9eec-6323a45cd81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d14ae37a-0a78-4d98-b27a-40bc78502ff2&quot;,&quot;order&quot;:&quot;5&quot;}},&quot;c3a19dcc-09cd-46e0-ba96-e07d218c9609&quot;:{&quot;type&quot;:&quot;FIGURE_OBJECT&quot;,&quot;id&quot;:&quot;c3a19dcc-09cd-46e0-ba96-e07d218c9609&quot;,&quot;relativeTransform&quot;:{&quot;translate&quot;:{&quot;x&quot;:174.8654964978131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2&quot;}},&quot;687755f6-9e4b-46a7-8930-d270ad369f8a&quot;:{&quot;type&quot;:&quot;FIGURE_OBJECT&quot;,&quot;id&quot;:&quot;687755f6-9e4b-46a7-8930-d270ad369f8a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c3a19dcc-09cd-46e0-ba96-e07d218c9609&quot;,&quot;order&quot;:&quot;5&quot;}},&quot;b00a03a5-ceba-42d2-a35b-404e8faaa9ab&quot;:{&quot;type&quot;:&quot;FIGURE_OBJECT&quot;,&quot;id&quot;:&quot;b00a03a5-ceba-42d2-a35b-404e8faaa9ab&quot;,&quot;relativeTransform&quot;:{&quot;translate&quot;:{&quot;x&quot;:191.60727174159925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true,&quot;parent&quot;:{&quot;type&quot;:&quot;CHILD&quot;,&quot;parentId&quot;:&quot;bc047ed5-3c76-4e89-a305-235cbd2a075e&quot;,&quot;order&quot;:&quot;3&quot;}},&quot;f6391667-1d13-4e52-8876-7847c6ecc50d&quot;:{&quot;type&quot;:&quot;FIGURE_OBJECT&quot;,&quot;id&quot;:&quot;f6391667-1d13-4e52-8876-7847c6ecc50d&quot;,&quot;relativeTransform&quot;:{&quot;translate&quot;:{&quot;x&quot;:74.3216624120281,&quot;y&quot;:-157.18240509041706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true,&quot;parent&quot;:{&quot;type&quot;:&quot;CHILD&quot;,&quot;parentId&quot;:&quot;bc047ed5-3c76-4e89-a305-235cbd2a075e&quot;,&quot;order&quot;:&quot;5&quot;}},&quot;df75295b-e279-408d-b2b1-9b75888c220b&quot;:{&quot;type&quot;:&quot;FIGURE_OBJECT&quot;,&quot;id&quot;:&quot;df75295b-e279-408d-b2b1-9b75888c220b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f6391667-1d13-4e52-8876-7847c6ecc50d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30258daf-9a6c-44e1-a880-efdc090a6e5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0258daf-9a6c-44e1-a880-efdc090a6e5e&quot;:{&quot;type&quot;:&quot;FIGURE_OBJECT&quot;,&quot;id&quot;:&quot;30258daf-9a6c-44e1-a880-efdc090a6e5e&quot;,&quot;relativeTransform&quot;:{&quot;translate&quot;:{&quot;x&quot;:0,&quot;y&quot;:0.972289742343214},&quot;rotate&quot;:0,&quot;skewX&quot;:0,&quot;scale&quot;:{&quot;x&quot;:1,&quot;y&quot;:1}},&quot;opacity&quot;:0.29,&quot;path&quot;:{&quot;type&quot;:&quot;POLY_LINE&quot;,&quot;points&quot;:[{&quot;x&quot;:60.64732103734353,&quot;y&quot;:-149.8774493380685},{&quot;x&quot;:40.20976787742693,&quot;y&quot;:-149.8774493380685},{&quot;x&quot;:29.132146623997137,&quot;y&quot;:-149.8774493380685},{&quot;x&quot;:29.132146623997137,&quot;y&quot;:-149.49465256784237},{&quot;x&quot;:29.132146623997137,&quot;y&quot;:-95.88563979517045},{&quot;x&quot;:60.64707824337141,&quot;y&quot;:-95.8856397951704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Start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7&quot;},&quot;connectorInfo&quot;:{&quot;connectedObjectAtLineStart&quot;:{&quot;objectId&quot;:&quot;98b88390-b04a-4459-85c2-aa7f9d1af9c2&quot;,&quot;coordinates&quot;:{&quot;x&quot;:0,&quot;y&quot;:0.5}},&quot;connectedObjectAtLineEnd&quot;:{&quot;objectId&quot;:&quot;bc047ed5-3c76-4e89-a305-235cbd2a075e&quot;,&quot;coordinates&quot;:{&quot;x&quot;:0,&quot;y&quot;:0.5}},&quot;type&quot;:&quot;ELBOW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26ccbefe-9c87-4327-8fe0-76f7cdd676b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6ccbefe-9c87-4327-8fe0-76f7cdd676b7&quot;:{&quot;type&quot;:&quot;FIGURE_OBJECT&quot;,&quot;id&quot;:&quot;26ccbefe-9c87-4327-8fe0-76f7cdd676b7&quot;,&quot;parent&quot;:{&quot;type&quot;:&quot;CHILD&quot;,&quot;parentId&quot;:&quot;c567345a-1798-475c-b0aa-224d45a53e2e&quot;,&quot;order&quot;:&quot;99999999999999999999996&quot;},&quot;relativeTransform&quot;:{&quot;translate&quot;:{&quot;x&quot;:-132.41727879185254,&quot;y&quot;:11.136717055467239},&quot;rotate&quot;:0,&quot;skewX&quot;:0,&quot;scale&quot;:{&quot;x&quot;:1,&quot;y&quot;:1}},&quot;opacity&quot;:0.29},&quot;42ed8a7f-c656-4747-a700-a56a16a16790&quot;:{&quot;type&quot;:&quot;FIGURE_OBJECT&quot;,&quot;id&quot;:&quot;42ed8a7f-c656-4747-a700-a56a16a16790&quot;,&quot;relativeTransform&quot;:{&quot;translate&quot;:{&quot;x&quot;:239.96226738403976,&quot;y&quot;:-8.908733458327681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26ccbefe-9c87-4327-8fe0-76f7cdd676b7&quot;,&quot;order&quot;:&quot;2&quot;}},&quot;21df5edd-0953-4104-9c96-af201c7dcf30&quot;:{&quot;type&quot;:&quot;FIGURE_OBJECT&quot;,&quot;id&quot;:&quot;21df5edd-0953-4104-9c96-af201c7dcf30&quot;,&quot;relativeTransform&quot;:{&quot;translate&quot;:{&quot;x&quot;:-27.773630688001166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184,23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1&quot;}},&quot;d3481474-dac0-4f7e-8fad-ca125cd9f788&quot;:{&quot;type&quot;:&quot;FIGURE_OBJECT&quot;,&quot;id&quot;:&quot;d3481474-dac0-4f7e-8fad-ca125cd9f788&quot;,&quot;relativeTransform&quot;:{&quot;translate&quot;:{&quot;x&quot;:-27.773630688001166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2&quot;}},&quot;efd416f4-25cb-47c3-a7f7-3831246083f1&quot;:{&quot;type&quot;:&quot;FIGURE_OBJECT&quot;,&quot;id&quot;:&quot;efd416f4-25cb-47c3-a7f7-3831246083f1&quot;,&quot;relativeTransform&quot;:{&quot;translate&quot;:{&quot;x&quot;:-27.77363068800116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5&quot;}},&quot;c1f00dc7-41a7-47f6-839d-18a86715b38b&quot;:{&quot;type&quot;:&quot;FIGURE_OBJECT&quot;,&quot;id&quot;:&quot;c1f00dc7-41a7-47f6-839d-18a86715b38b&quot;,&quot;relativeTransform&quot;:{&quot;translate&quot;:{&quot;x&quot;:-27.773630688001166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07&quot;}},&quot;1ed96301-a8de-4b85-bc25-ff3fcff598bc&quot;:{&quot;type&quot;:&quot;FIGURE_OBJECT&quot;,&quot;id&quot;:&quot;1ed96301-a8de-4b85-bc25-ff3fcff598bc&quot;,&quot;relativeTransform&quot;:{&quot;translate&quot;:{&quot;x&quot;:-27.773630688001166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&quot;}},&quot;6b724ec2-9639-4188-93ef-8ea2bf8001e1&quot;:{&quot;type&quot;:&quot;FIGURE_OBJECT&quot;,&quot;id&quot;:&quot;6b724ec2-9639-4188-93ef-8ea2bf8001e1&quot;,&quot;relativeTransform&quot;:{&quot;translate&quot;:{&quot;x&quot;:-27.773630688001166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1&quot;}},&quot;8df77ec9-4c16-4fb9-aee5-42d34b1929a8&quot;:{&quot;type&quot;:&quot;FIGURE_OBJECT&quot;,&quot;id&quot;:&quot;8df77ec9-4c16-4fb9-aee5-42d34b1929a8&quot;,&quot;relativeTransform&quot;:{&quot;translate&quot;:{&quot;x&quot;:-16.634482089221063,&quot;y&quot;:28.6200343307568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39, 138, 3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2&quot;}},&quot;92cb283a-3ff9-4a76-8bb1-ac2cf5cefca0&quot;:{&quot;type&quot;:&quot;FIGURE_OBJECT&quot;,&quot;id&quot;:&quot;92cb283a-3ff9-4a76-8bb1-ac2cf5cefca0&quot;,&quot;relativeTransform&quot;:{&quot;translate&quot;:{&quot;x&quot;:-16.634482089221063,&quot;y&quot;:16.90622482665338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5&quot;}},&quot;25f045d4-a2e2-423e-857c-303debe49aeb&quot;:{&quot;type&quot;:&quot;FIGURE_OBJECT&quot;,&quot;id&quot;:&quot;25f045d4-a2e2-423e-857c-303debe49aeb&quot;,&quot;relativeTransform&quot;:{&quot;translate&quot;:{&quot;x&quot;:-16.63448208922114,&quot;y&quot;:5.659509043092972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17&quot;}},&quot;13832817-ce43-4a0e-be8e-42ddd5988718&quot;:{&quot;type&quot;:&quot;FIGURE_OBJECT&quot;,&quot;id&quot;:&quot;13832817-ce43-4a0e-be8e-42ddd5988718&quot;,&quot;relativeTransform&quot;:{&quot;translate&quot;:{&quot;x&quot;:-16.634482089221063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&quot;}},&quot;08e9d63b-4f9d-4068-b07d-75abd9853d7b&quot;:{&quot;type&quot;:&quot;FIGURE_OBJECT&quot;,&quot;id&quot;:&quot;08e9d63b-4f9d-4068-b07d-75abd9853d7b&quot;,&quot;relativeTransform&quot;:{&quot;translate&quot;:{&quot;x&quot;:-16.634482089221063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1&quot;}},&quot;f3a19d78-bb49-4bdf-8861-cb2e3d9b5d9d&quot;:{&quot;type&quot;:&quot;FIGURE_OBJECT&quot;,&quot;id&quot;:&quot;f3a19d78-bb49-4bdf-8861-cb2e3d9b5d9d&quot;,&quot;relativeTransform&quot;:{&quot;translate&quot;:{&quot;x&quot;:-16.634482089221063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2&quot;}},&quot;91cce863-08e7-4962-a1cf-1ed67e54d47b&quot;:{&quot;type&quot;:&quot;FIGURE_OBJECT&quot;,&quot;id&quot;:&quot;91cce863-08e7-4962-a1cf-1ed67e54d47b&quot;,&quot;relativeTransform&quot;:{&quot;translate&quot;:{&quot;x&quot;:-5.494988276986352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5&quot;}},&quot;34befadd-bad4-4180-a983-3fac2f99b032&quot;:{&quot;type&quot;:&quot;FIGURE_OBJECT&quot;,&quot;id&quot;:&quot;34befadd-bad4-4180-a983-3fac2f99b032&quot;,&quot;relativeTransform&quot;:{&quot;translate&quot;:{&quot;x&quot;:-5.494988276986352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27&quot;}},&quot;7aa8bfc4-73fd-4268-b8a5-5c09fe058239&quot;:{&quot;type&quot;:&quot;FIGURE_OBJECT&quot;,&quot;id&quot;:&quot;7aa8bfc4-73fd-4268-b8a5-5c09fe058239&quot;,&quot;relativeTransform&quot;:{&quot;translate&quot;:{&quot;x&quot;:-5.494988276986351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48, 184, 2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3&quot;}},&quot;011f66a8-6f8d-4d77-ba46-d76bf585b87b&quot;:{&quot;type&quot;:&quot;FIGURE_OBJECT&quot;,&quot;id&quot;:&quot;011f66a8-6f8d-4d77-ba46-d76bf585b87b&quot;,&quot;relativeTransform&quot;:{&quot;translate&quot;:{&quot;x&quot;:-5.494988276986352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35&quot;}},&quot;193c911d-8cb0-4716-b275-68d8bf82c489&quot;:{&quot;type&quot;:&quot;FIGURE_OBJECT&quot;,&quot;id&quot;:&quot;193c911d-8cb0-4716-b275-68d8bf82c489&quot;,&quot;relativeTransform&quot;:{&quot;translate&quot;:{&quot;x&quot;:-5.494988276986352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4&quot;}},&quot;be9222c7-624a-4765-a725-ab025c31c06b&quot;:{&quot;type&quot;:&quot;FIGURE_OBJECT&quot;,&quot;id&quot;:&quot;be9222c7-624a-4765-a725-ab025c31c06b&quot;,&quot;relativeTransform&quot;:{&quot;translate&quot;:{&quot;x&quot;:-5.494988276986352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45&quot;}},&quot;02ee07c4-de5a-4115-bdd0-c0a40fc8ec08&quot;:{&quot;type&quot;:&quot;FIGURE_OBJECT&quot;,&quot;id&quot;:&quot;02ee07c4-de5a-4115-bdd0-c0a40fc8ec08&quot;,&quot;relativeTransform&quot;:{&quot;translate&quot;:{&quot;x&quot;:5.445118210204155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&quot;}},&quot;4a392bdc-c826-482d-8203-aac7aa8b48c4&quot;:{&quot;type&quot;:&quot;FIGURE_OBJECT&quot;,&quot;id&quot;:&quot;4a392bdc-c826-482d-8203-aac7aa8b48c4&quot;,&quot;relativeTransform&quot;:{&quot;translate&quot;:{&quot;x&quot;:5.445118210204155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1&quot;}},&quot;00057e4a-04c9-45a0-8022-1a9ca6cd46ca&quot;:{&quot;type&quot;:&quot;FIGURE_OBJECT&quot;,&quot;id&quot;:&quot;00057e4a-04c9-45a0-8022-1a9ca6cd46ca&quot;,&quot;relativeTransform&quot;:{&quot;translate&quot;:{&quot;x&quot;:5.445118210204156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2&quot;}},&quot;59a76f0e-363b-4c33-8b93-fa24326b455c&quot;:{&quot;type&quot;:&quot;FIGURE_OBJECT&quot;,&quot;id&quot;:&quot;59a76f0e-363b-4c33-8b93-fa24326b455c&quot;,&quot;relativeTransform&quot;:{&quot;translate&quot;:{&quot;x&quot;:5.445118210204155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5&quot;}},&quot;73e4a551-f563-41ab-9460-016ee00b05d2&quot;:{&quot;type&quot;:&quot;FIGURE_OBJECT&quot;,&quot;id&quot;:&quot;73e4a551-f563-41ab-9460-016ee00b05d2&quot;,&quot;relativeTransform&quot;:{&quot;translate&quot;:{&quot;x&quot;:5.445118210204155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57&quot;}},&quot;0605e489-ecef-4560-a4b0-f40929e0c5c0&quot;:{&quot;type&quot;:&quot;FIGURE_OBJECT&quot;,&quot;id&quot;:&quot;0605e489-ecef-4560-a4b0-f40929e0c5c0&quot;,&quot;relativeTransform&quot;:{&quot;translate&quot;:{&quot;x&quot;:5.445118210204155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32,161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&quot;}},&quot;2a631e6f-6499-441b-a2e0-8db6392e36fc&quot;:{&quot;type&quot;:&quot;FIGURE_OBJECT&quot;,&quot;id&quot;:&quot;2a631e6f-6499-441b-a2e0-8db6392e36fc&quot;,&quot;relativeTransform&quot;:{&quot;translate&quot;:{&quot;x&quot;:16.6509461155284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2&quot;}},&quot;d90fbd53-8f22-43a1-9d3c-7d3a7e722c7b&quot;:{&quot;type&quot;:&quot;FIGURE_OBJECT&quot;,&quot;id&quot;:&quot;d90fbd53-8f22-43a1-9d3c-7d3a7e722c7b&quot;,&quot;relativeTransform&quot;:{&quot;translate&quot;:{&quot;x&quot;:16.6509461155284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5&quot;}},&quot;d5ba8e35-46a5-4901-b899-2de6736b2d72&quot;:{&quot;type&quot;:&quot;FIGURE_OBJECT&quot;,&quot;id&quot;:&quot;d5ba8e35-46a5-4901-b899-2de6736b2d72&quot;,&quot;relativeTransform&quot;:{&quot;translate&quot;:{&quot;x&quot;:16.6509461155284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67&quot;}},&quot;0855ba43-1360-4f05-acf4-d8ca6bc85e58&quot;:{&quot;type&quot;:&quot;FIGURE_OBJECT&quot;,&quot;id&quot;:&quot;0855ba43-1360-4f05-acf4-d8ca6bc85e58&quot;,&quot;relativeTransform&quot;:{&quot;translate&quot;:{&quot;x&quot;:16.6509461155284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16, 9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&quot;}},&quot;0b6ac776-d8bc-4c55-9c0e-40842bd410d0&quot;:{&quot;type&quot;:&quot;FIGURE_OBJECT&quot;,&quot;id&quot;:&quot;0b6ac776-d8bc-4c55-9c0e-40842bd410d0&quot;,&quot;relativeTransform&quot;:{&quot;translate&quot;:{&quot;x&quot;:16.6509461155284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1&quot;}},&quot;b50cfa8c-e317-4f7c-bae9-06459135dbfc&quot;:{&quot;type&quot;:&quot;FIGURE_OBJECT&quot;,&quot;id&quot;:&quot;b50cfa8c-e317-4f7c-bae9-06459135dbfc&quot;,&quot;relativeTransform&quot;:{&quot;translate&quot;:{&quot;x&quot;:16.6509461155284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2&quot;}},&quot;66402a8c-6221-4886-b965-ce981ff048c2&quot;:{&quot;type&quot;:&quot;FIGURE_OBJECT&quot;,&quot;id&quot;:&quot;66402a8c-6221-4886-b965-ce981ff048c2&quot;,&quot;relativeTransform&quot;:{&quot;translate&quot;:{&quot;x&quot;:27.773630688001234,&quot;y&quot;:5.65950904309297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5&quot;}},&quot;4e44b703-a85c-44d8-999e-b3e3d402d2be&quot;:{&quot;type&quot;:&quot;FIGURE_OBJECT&quot;,&quot;id&quot;:&quot;4e44b703-a85c-44d8-999e-b3e3d402d2be&quot;,&quot;relativeTransform&quot;:{&quot;translate&quot;:{&quot;x&quot;:27.773630688001234,&quot;y&quot;:17.17177363805946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77&quot;}},&quot;9175eb36-6119-4ccf-b50a-0b8de06c948a&quot;:{&quot;type&quot;:&quot;FIGURE_OBJECT&quot;,&quot;id&quot;:&quot;9175eb36-6119-4ccf-b50a-0b8de06c948a&quot;,&quot;relativeTransform&quot;:{&quot;translate&quot;:{&quot;x&quot;:27.773630688001234,&quot;y&quot;:28.620034330756795},&quot;rotate&quot;:-2.548180707911721e-16,&quot;skewX&quot;:-1.9198621771937644e-17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45, 21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8&quot;}},&quot;53389d68-06dd-4461-b581-ab69b8d809ec&quot;:{&quot;type&quot;:&quot;FIGURE_OBJECT&quot;,&quot;id&quot;:&quot;53389d68-06dd-4461-b581-ab69b8d809ec&quot;,&quot;relativeTransform&quot;:{&quot;translate&quot;:{&quot;x&quot;:27.773630688001234,&quot;y&quot;:-5.724336146677493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32, 161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85&quot;}},&quot;0a8ce84c-947e-41c9-9704-3b2e2e9e9f4c&quot;:{&quot;type&quot;:&quot;FIGURE_OBJECT&quot;,&quot;id&quot;:&quot;0a8ce84c-947e-41c9-9704-3b2e2e9e9f4c&quot;,&quot;relativeTransform&quot;:{&quot;translate&quot;:{&quot;x&quot;:27.773630688001234,&quot;y&quot;:-17.172205818750005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9&quot;}},&quot;3c2373f2-9151-4720-abf9-52569217eb29&quot;:{&quot;type&quot;:&quot;FIGURE_OBJECT&quot;,&quot;id&quot;:&quot;3c2373f2-9151-4720-abf9-52569217eb29&quot;,&quot;relativeTransform&quot;:{&quot;translate&quot;:{&quot;x&quot;:27.773630688001234,&quot;y&quot;:-28.62003433075674},&quot;rotate&quot;:0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transparent&quot;,&quot;lineWidth&quot;:0.41160065767948956,&quot;lineJoin&quot;:&quot;round&quot;}],&quot;isLocked&quot;:false,&quot;parent&quot;:{&quot;type&quot;:&quot;CHILD&quot;,&quot;parentId&quot;:&quot;42ed8a7f-c656-4747-a700-a56a16a16790&quot;,&quot;order&quot;:&quot;95&quot;}},&quot;33668f0e-8bb7-4c29-b5e5-e295200929ea&quot;:{&quot;type&quot;:&quot;FIGURE_OBJECT&quot;,&quot;id&quot;:&quot;33668f0e-8bb7-4c29-b5e5-e295200929ea&quot;,&quot;relativeTransform&quot;:{&quot;translate&quot;:{&quot;x&quot;:239.41801121878225,&quot;y&quot;:-9.379040505463625},&quot;rotate&quot;:0},&quot;opacity&quot;:1,&quot;path&quot;:{&quot;type&quot;:&quot;RECT&quot;,&quot;size&quot;:{&quot;x&quot;:66.59698641254138,&quot;y&quot;:68.73730983247475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1160065767948956,&quot;lineJoin&quot;:&quot;round&quot;}],&quot;isLocked&quot;:false,&quot;parent&quot;:{&quot;type&quot;:&quot;CHILD&quot;,&quot;parentId&quot;:&quot;26ccbefe-9c87-4327-8fe0-76f7cdd676b7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fd2d031e-649f-4c9e-8482-39bbaba7dfd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d2d031e-649f-4c9e-8482-39bbaba7dfdd&quot;:{&quot;type&quot;:&quot;FIGURE_OBJECT&quot;,&quot;id&quot;:&quot;fd2d031e-649f-4c9e-8482-39bbaba7dfdd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&quot;},&quot;connectorInfo&quot;:{&quot;connectedObjectAtLineEnd&quot;:{&quot;objectId&quot;:&quot;26ccbefe-9c87-4327-8fe0-76f7cdd676b7&quot;,&quot;coordinates&quot;:{&quot;x&quot;:0,&quot;y&quot;:0.5}},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723fb653-737f-4e2b-af81-0fdfc40603b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23fb653-737f-4e2b-af81-0fdfc40603bd&quot;:{&quot;type&quot;:&quot;FIGURE_OBJECT&quot;,&quot;id&quot;:&quot;723fb653-737f-4e2b-af81-0fdfc40603bd&quot;,&quot;parent&quot;:{&quot;type&quot;:&quot;CHILD&quot;,&quot;parentId&quot;:&quot;c567345a-1798-475c-b0aa-224d45a53e2e&quot;,&quot;order&quot;:&quot;9999999999999999999999919&quot;},&quot;relativeTransform&quot;:{},&quot;opacity&quot;:0.29},&quot;db1317b4-0792-438b-98e4-4acec85dcbaa&quot;:{&quot;type&quot;:&quot;FIGURE_OBJECT&quot;,&quot;id&quot;:&quot;db1317b4-0792-438b-98e4-4acec85dcbaa&quot;,&quot;relativeTransform&quot;:{&quot;translate&quot;:{&quot;x&quot;:176.1155654880459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1&quot;}},&quot;fff7ae7a-d869-44a1-9e5f-96ea4cae3128&quot;:{&quot;type&quot;:&quot;FIGURE_OBJECT&quot;,&quot;id&quot;:&quot;fff7ae7a-d869-44a1-9e5f-96ea4cae3128&quot;,&quot;relativeTransform&quot;:{&quot;translate&quot;:{&quot;x&quot;:176.1155654880459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2&quot;}},&quot;eca449a6-00ce-4f1b-b1d0-1428a520963f&quot;:{&quot;type&quot;:&quot;FIGURE_OBJECT&quot;,&quot;id&quot;:&quot;eca449a6-00ce-4f1b-b1d0-1428a520963f&quot;,&quot;relativeTransform&quot;:{&quot;translate&quot;:{&quot;x&quot;:176.1155654880459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5&quot;}},&quot;f5fbafea-3809-4ba3-99eb-c4763e7dbd89&quot;:{&quot;type&quot;:&quot;FIGURE_OBJECT&quot;,&quot;id&quot;:&quot;f5fbafea-3809-4ba3-99eb-c4763e7dbd89&quot;,&quot;relativeTransform&quot;:{&quot;translate&quot;:{&quot;x&quot;:176.1155654880459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07&quot;}},&quot;c4d8b710-c6f5-4995-8221-0db23926e851&quot;:{&quot;type&quot;:&quot;FIGURE_OBJECT&quot;,&quot;id&quot;:&quot;c4d8b710-c6f5-4995-8221-0db23926e851&quot;,&quot;relativeTransform&quot;:{&quot;translate&quot;:{&quot;x&quot;:176.1155654880459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&quot;}},&quot;11f713e8-3426-4ccc-8fa1-64555521b02e&quot;:{&quot;type&quot;:&quot;FIGURE_OBJECT&quot;,&quot;id&quot;:&quot;11f713e8-3426-4ccc-8fa1-64555521b02e&quot;,&quot;relativeTransform&quot;:{&quot;translate&quot;:{&quot;x&quot;:176.1155654880459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1&quot;}},&quot;d135128b-4bf2-4300-a8fb-54882d017b01&quot;:{&quot;type&quot;:&quot;FIGURE_OBJECT&quot;,&quot;id&quot;:&quot;d135128b-4bf2-4300-a8fb-54882d017b01&quot;,&quot;relativeTransform&quot;:{&quot;translate&quot;:{&quot;x&quot;:187.25471408682606,&quot;y&quot;:30.84809230806165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2&quot;}},&quot;bfd00ea4-ff9a-45e4-a900-e4e710ad9bc6&quot;:{&quot;type&quot;:&quot;FIGURE_OBJECT&quot;,&quot;id&quot;:&quot;bfd00ea4-ff9a-45e4-a900-e4e710ad9bc6&quot;,&quot;relativeTransform&quot;:{&quot;translate&quot;:{&quot;x&quot;:187.25471408682606,&quot;y&quot;:19.134282803958236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5&quot;}},&quot;9e61ce16-ea88-4d1a-82a4-683646b501d5&quot;:{&quot;type&quot;:&quot;FIGURE_OBJECT&quot;,&quot;id&quot;:&quot;9e61ce16-ea88-4d1a-82a4-683646b501d5&quot;,&quot;relativeTransform&quot;:{&quot;translate&quot;:{&quot;x&quot;:187.25471408682597,&quot;y&quot;:7.887567020397829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17&quot;}},&quot;29fe81d6-18ca-4cdc-ae7b-1057f331c70d&quot;:{&quot;type&quot;:&quot;FIGURE_OBJECT&quot;,&quot;id&quot;:&quot;29fe81d6-18ca-4cdc-ae7b-1057f331c70d&quot;,&quot;relativeTransform&quot;:{&quot;translate&quot;:{&quot;x&quot;:187.25471408682603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&quot;}},&quot;6bb90809-82f0-46e5-a6a5-e8d6018f2fff&quot;:{&quot;type&quot;:&quot;FIGURE_OBJECT&quot;,&quot;id&quot;:&quot;6bb90809-82f0-46e5-a6a5-e8d6018f2fff&quot;,&quot;relativeTransform&quot;:{&quot;translate&quot;:{&quot;x&quot;:187.25471408682603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1&quot;}},&quot;0b607303-d955-47e9-9974-15ed0e21149b&quot;:{&quot;type&quot;:&quot;FIGURE_OBJECT&quot;,&quot;id&quot;:&quot;0b607303-d955-47e9-9974-15ed0e21149b&quot;,&quot;relativeTransform&quot;:{&quot;translate&quot;:{&quot;x&quot;:187.25471408682603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2&quot;}},&quot;7bbf85eb-5acc-468e-b3cf-896626605207&quot;:{&quot;type&quot;:&quot;FIGURE_OBJECT&quot;,&quot;id&quot;:&quot;7bbf85eb-5acc-468e-b3cf-896626605207&quot;,&quot;relativeTransform&quot;:{&quot;translate&quot;:{&quot;x&quot;:198.39420789906075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5&quot;}},&quot;2e3504bb-a0bb-4100-858a-e1644a3231c9&quot;:{&quot;type&quot;:&quot;FIGURE_OBJECT&quot;,&quot;id&quot;:&quot;2e3504bb-a0bb-4100-858a-e1644a3231c9&quot;,&quot;relativeTransform&quot;:{&quot;translate&quot;:{&quot;x&quot;:198.39420789906075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27&quot;}},&quot;a6f5a680-ca2f-4bf4-8e5a-9e2d27836f4f&quot;:{&quot;type&quot;:&quot;FIGURE_OBJECT&quot;,&quot;id&quot;:&quot;a6f5a680-ca2f-4bf4-8e5a-9e2d27836f4f&quot;,&quot;relativeTransform&quot;:{&quot;translate&quot;:{&quot;x&quot;:198.39420789906075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3&quot;}},&quot;f7ce23a1-1060-430c-973c-fc9f084c1195&quot;:{&quot;type&quot;:&quot;FIGURE_OBJECT&quot;,&quot;id&quot;:&quot;f7ce23a1-1060-430c-973c-fc9f084c1195&quot;,&quot;relativeTransform&quot;:{&quot;translate&quot;:{&quot;x&quot;:198.3942078990607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35&quot;}},&quot;ca8fe638-da30-4cbc-a521-dd5b585934bc&quot;:{&quot;type&quot;:&quot;FIGURE_OBJECT&quot;,&quot;id&quot;:&quot;ca8fe638-da30-4cbc-a521-dd5b585934bc&quot;,&quot;relativeTransform&quot;:{&quot;translate&quot;:{&quot;x&quot;:198.3942078990607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4&quot;}},&quot;4cb27cb4-826c-4b1f-833c-9e9817db9017&quot;:{&quot;type&quot;:&quot;FIGURE_OBJECT&quot;,&quot;id&quot;:&quot;4cb27cb4-826c-4b1f-833c-9e9817db9017&quot;,&quot;relativeTransform&quot;:{&quot;translate&quot;:{&quot;x&quot;:198.3942078990607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45&quot;}},&quot;b0f456bc-3e66-4352-9c8a-09e925b73317&quot;:{&quot;type&quot;:&quot;FIGURE_OBJECT&quot;,&quot;id&quot;:&quot;b0f456bc-3e66-4352-9c8a-09e925b73317&quot;,&quot;relativeTransform&quot;:{&quot;translate&quot;:{&quot;x&quot;:209.33431438625126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&quot;}},&quot;7a325d20-8d60-4a0d-88b2-5f3c6c00e039&quot;:{&quot;type&quot;:&quot;FIGURE_OBJECT&quot;,&quot;id&quot;:&quot;7a325d20-8d60-4a0d-88b2-5f3c6c00e039&quot;,&quot;relativeTransform&quot;:{&quot;translate&quot;:{&quot;x&quot;:209.33431438625126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1&quot;}},&quot;a364366e-132d-4498-b710-a3c0471ba2c1&quot;:{&quot;type&quot;:&quot;FIGURE_OBJECT&quot;,&quot;id&quot;:&quot;a364366e-132d-4498-b710-a3c0471ba2c1&quot;,&quot;relativeTransform&quot;:{&quot;translate&quot;:{&quot;x&quot;:209.33431438625126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2&quot;}},&quot;614af6f7-4f8f-4af8-b673-3632955447e8&quot;:{&quot;type&quot;:&quot;FIGURE_OBJECT&quot;,&quot;id&quot;:&quot;614af6f7-4f8f-4af8-b673-3632955447e8&quot;,&quot;relativeTransform&quot;:{&quot;translate&quot;:{&quot;x&quot;:209.0245129105970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5&quot;}},&quot;99381ee6-f10a-4771-8dae-172c138fddd8&quot;:{&quot;type&quot;:&quot;FIGURE_OBJECT&quot;,&quot;id&quot;:&quot;99381ee6-f10a-4771-8dae-172c138fddd8&quot;,&quot;relativeTransform&quot;:{&quot;translate&quot;:{&quot;x&quot;:209.33431438625124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57&quot;}},&quot;01390541-3bd0-42cb-8d52-f2dae790c636&quot;:{&quot;type&quot;:&quot;FIGURE_OBJECT&quot;,&quot;id&quot;:&quot;01390541-3bd0-42cb-8d52-f2dae790c636&quot;,&quot;relativeTransform&quot;:{&quot;translate&quot;:{&quot;x&quot;:209.33431438625124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&quot;}},&quot;51665315-7164-4169-ba53-cde46103eb7d&quot;:{&quot;type&quot;:&quot;FIGURE_OBJECT&quot;,&quot;id&quot;:&quot;51665315-7164-4169-ba53-cde46103eb7d&quot;,&quot;relativeTransform&quot;:{&quot;translate&quot;:{&quot;x&quot;:220.5401422915755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2&quot;}},&quot;b7e052f0-6216-4e92-9298-89a43b158502&quot;:{&quot;type&quot;:&quot;FIGURE_OBJECT&quot;,&quot;id&quot;:&quot;b7e052f0-6216-4e92-9298-89a43b158502&quot;,&quot;relativeTransform&quot;:{&quot;translate&quot;:{&quot;x&quot;:220.5401422915755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5&quot;}},&quot;b6407348-5a4d-4eaa-b161-4bb18ec4f3f0&quot;:{&quot;type&quot;:&quot;FIGURE_OBJECT&quot;,&quot;id&quot;:&quot;b6407348-5a4d-4eaa-b161-4bb18ec4f3f0&quot;,&quot;relativeTransform&quot;:{&quot;translate&quot;:{&quot;x&quot;:220.5401422915755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67&quot;}},&quot;6d49f0f6-5244-4bb6-b483-57656e69d1dc&quot;:{&quot;type&quot;:&quot;FIGURE_OBJECT&quot;,&quot;id&quot;:&quot;6d49f0f6-5244-4bb6-b483-57656e69d1dc&quot;,&quot;relativeTransform&quot;:{&quot;translate&quot;:{&quot;x&quot;:220.5401422915755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&quot;}},&quot;bf5ca530-dbe3-4216-aec6-0fe8f3894db7&quot;:{&quot;type&quot;:&quot;FIGURE_OBJECT&quot;,&quot;id&quot;:&quot;bf5ca530-dbe3-4216-aec6-0fe8f3894db7&quot;,&quot;relativeTransform&quot;:{&quot;translate&quot;:{&quot;x&quot;:220.2303408159213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1&quot;}},&quot;30187e3d-0379-4c37-9562-f17214b2b21a&quot;:{&quot;type&quot;:&quot;FIGURE_OBJECT&quot;,&quot;id&quot;:&quot;30187e3d-0379-4c37-9562-f17214b2b21a&quot;,&quot;relativeTransform&quot;:{&quot;translate&quot;:{&quot;x&quot;:220.2303408159213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2&quot;}},&quot;31a612d4-5179-4f5c-b117-925e9e421269&quot;:{&quot;type&quot;:&quot;FIGURE_OBJECT&quot;,&quot;id&quot;:&quot;31a612d4-5179-4f5c-b117-925e9e421269&quot;,&quot;relativeTransform&quot;:{&quot;translate&quot;:{&quot;x&quot;:231.66282686404833,&quot;y&quot;:7.88756702039783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5&quot;}},&quot;c88075df-d330-4245-9162-e8e1d77af36a&quot;:{&quot;type&quot;:&quot;FIGURE_OBJECT&quot;,&quot;id&quot;:&quot;c88075df-d330-4245-9162-e8e1d77af36a&quot;,&quot;relativeTransform&quot;:{&quot;translate&quot;:{&quot;x&quot;:231.66282686404833,&quot;y&quot;:19.39983161536432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77&quot;}},&quot;3aeda8dd-16d4-48f5-8635-bdff7126e2dc&quot;:{&quot;type&quot;:&quot;FIGURE_OBJECT&quot;,&quot;id&quot;:&quot;3aeda8dd-16d4-48f5-8635-bdff7126e2dc&quot;,&quot;relativeTransform&quot;:{&quot;translate&quot;:{&quot;x&quot;:231.66282686404833,&quot;y&quot;:30.848092308061652},&quot;rotate&quot;:-2.548180707911721e-16,&quot;skewX&quot;:-1.9198621771937638e-17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8&quot;}},&quot;3768c0d4-1e20-4f75-8faa-44506707528a&quot;:{&quot;type&quot;:&quot;FIGURE_OBJECT&quot;,&quot;id&quot;:&quot;3768c0d4-1e20-4f75-8faa-44506707528a&quot;,&quot;relativeTransform&quot;:{&quot;translate&quot;:{&quot;x&quot;:231.35302538839412,&quot;y&quot;:-3.496278169372636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85&quot;}},&quot;5646e5a7-07ff-447f-a0db-2a3039d95657&quot;:{&quot;type&quot;:&quot;FIGURE_OBJECT&quot;,&quot;id&quot;:&quot;5646e5a7-07ff-447f-a0db-2a3039d95657&quot;,&quot;relativeTransform&quot;:{&quot;translate&quot;:{&quot;x&quot;:231.35302538839412,&quot;y&quot;:-14.944147841445147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9&quot;}},&quot;b9a3472c-ea3d-46a8-afd0-fd72822a96ae&quot;:{&quot;type&quot;:&quot;FIGURE_OBJECT&quot;,&quot;id&quot;:&quot;b9a3472c-ea3d-46a8-afd0-fd72822a96ae&quot;,&quot;relativeTransform&quot;:{&quot;translate&quot;:{&quot;x&quot;:231.35302538839412,&quot;y&quot;:-26.391976353451884},&quot;rotate&quot;:0,&quot;skewX&quot;:0,&quot;scale&quot;:{&quot;x&quot;:1,&quot;y&quot;:1}},&quot;opacity&quot;:1,&quot;path&quot;:{&quot;type&quot;:&quot;RECT&quot;,&quot;size&quot;:{&quot;x&quot;:11.250555176791583,&quot;y&quot;:11.71706603928331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41160065767948956,&quot;lineJoin&quot;:&quot;round&quot;}],&quot;isLocked&quot;:false,&quot;parent&quot;:{&quot;type&quot;:&quot;CHILD&quot;,&quot;parentId&quot;:&quot;723fb653-737f-4e2b-af81-0fdfc40603bd&quot;,&quot;order&quot;:&quot;9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f1a7be14-10bd-4c1b-a75f-d2c7ffbc42a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1a7be14-10bd-4c1b-a75f-d2c7ffbc42af&quot;:{&quot;type&quot;:&quot;FIGURE_OBJECT&quot;,&quot;id&quot;:&quot;f1a7be14-10bd-4c1b-a75f-d2c7ffbc42af&quot;,&quot;relativeTransform&quot;:{&quot;translate&quot;:{&quot;x&quot;:96.34420758385988,&quot;y&quot;:0.00007438016530159075},&quot;rotate&quot;:0,&quot;skewX&quot;:0,&quot;scale&quot;:{&quot;x&quot;:1,&quot;y&quot;:1}},&quot;opacity&quot;:0.29,&quot;path&quot;:{&quot;type&quot;:&quot;POLY_LINE&quot;,&quot;points&quot;:[{&quot;x&quot;:45.80557038620793,&quot;y&quot;:1.5444668639031534},{&quot;x&quot;:73.70223922065901,&quot;y&quot;:2.047786290652121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5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dd979a19-f994-4578-9e98-a296c87141a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d979a19-f994-4578-9e98-a296c87141a8&quot;:{&quot;type&quot;:&quot;FIGURE_OBJECT&quot;,&quot;id&quot;:&quot;dd979a19-f994-4578-9e98-a296c87141a8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c567345a-1798-475c-b0aa-224d45a53e2e&quot;,&quot;order&quot;:&quot;999999999999999999999998&quot;},&quot;relativeTransform&quot;:{&quot;translate&quot;:{&quot;x&quot;:284.10381289777615,&quot;y&quot;:-123.4832599380851},&quot;rotate&quot;:0,&quot;skewX&quot;:0,&quot;scale&quot;:{&quot;x&quot;:1,&quot;y&quot;:1}},&quot;layout&quot;:{&quot;sizeRatio&quot;:{&quot;x&quot;:0.7071067811865476,&quot;y&quot;:0.7071067811865476},&quot;keepAspectRatio&quot;:true},&quot;opacity&quot;:0.29},&quot;edbe1068-39b8-42ec-8c46-968e49099c41&quot;:{&quot;id&quot;:&quot;edbe1068-39b8-42ec-8c46-968e49099c4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dd979a19-f994-4578-9e98-a296c87141a8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33b16703-4441-489c-8650-0ea4781a0de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3b16703-4441-489c-8650-0ea4781a0de0&quot;:{&quot;type&quot;:&quot;FIGURE_OBJECT&quot;,&quot;id&quot;:&quot;33b16703-4441-489c-8650-0ea4781a0de0&quot;,&quot;parent&quot;:{&quot;type&quot;:&quot;CHILD&quot;,&quot;parentId&quot;:&quot;c567345a-1798-475c-b0aa-224d45a53e2e&quot;,&quot;order&quot;:&quot;999999999999999999999999&quot;},&quot;relativeTransform&quot;:{&quot;translate&quot;:{&quot;x&quot;:116.402483726469,&quot;y&quot;:-246.02235262249508},&quot;rotate&quot;:0,&quot;skewX&quot;:0,&quot;scale&quot;:{&quot;x&quot;:1,&quot;y&quot;:1}},&quot;opacity&quot;:0.29},&quot;f524ab3e-dcc0-478c-8f48-ea7e1cece1c0&quot;:{&quot;type&quot;:&quot;FIGURE_OBJECT&quot;,&quot;id&quot;:&quot;f524ab3e-dcc0-478c-8f48-ea7e1cece1c0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1&quot;}},&quot;1f78a9ec-49a1-4c1f-a1eb-4bd42d919697&quot;:{&quot;type&quot;:&quot;FIGURE_OBJECT&quot;,&quot;id&quot;:&quot;1f78a9ec-49a1-4c1f-a1eb-4bd42d919697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2&quot;}},&quot;99032b3a-dbc2-453b-85c9-4ca1229062ed&quot;:{&quot;type&quot;:&quot;FIGURE_OBJECT&quot;,&quot;id&quot;:&quot;99032b3a-dbc2-453b-85c9-4ca1229062ed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5&quot;}},&quot;44b15198-9eed-4f53-bd7d-499e118985a4&quot;:{&quot;type&quot;:&quot;FIGURE_OBJECT&quot;,&quot;id&quot;:&quot;44b15198-9eed-4f53-bd7d-499e118985a4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07&quot;}},&quot;514192d9-ecd1-489a-a0e1-f05cb7839a15&quot;:{&quot;type&quot;:&quot;FIGURE_OBJECT&quot;,&quot;id&quot;:&quot;514192d9-ecd1-489a-a0e1-f05cb7839a15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&quot;}},&quot;a8a397d3-c230-4058-ac04-7d442ee87c11&quot;:{&quot;type&quot;:&quot;FIGURE_OBJECT&quot;,&quot;id&quot;:&quot;a8a397d3-c230-4058-ac04-7d442ee87c11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1&quot;}},&quot;50046076-def2-4f25-a1d0-ade5145f9f2b&quot;:{&quot;type&quot;:&quot;FIGURE_OBJECT&quot;,&quot;id&quot;:&quot;50046076-def2-4f25-a1d0-ade5145f9f2b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2&quot;}},&quot;ca8466f1-3d8e-4cfb-87c1-61c8caf28b8a&quot;:{&quot;type&quot;:&quot;FIGURE_OBJECT&quot;,&quot;id&quot;:&quot;ca8466f1-3d8e-4cfb-87c1-61c8caf28b8a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5&quot;}},&quot;8e5af1fa-169b-4f35-9c31-1192b1da9709&quot;:{&quot;type&quot;:&quot;FIGURE_OBJECT&quot;,&quot;id&quot;:&quot;8e5af1fa-169b-4f35-9c31-1192b1da9709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17&quot;}},&quot;967a0e25-305c-447c-b769-9095f6632af4&quot;:{&quot;type&quot;:&quot;FIGURE_OBJECT&quot;,&quot;id&quot;:&quot;967a0e25-305c-447c-b769-9095f6632af4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&quot;}},&quot;e7fd91cf-23e6-4762-898a-8673a0ee6c36&quot;:{&quot;type&quot;:&quot;FIGURE_OBJECT&quot;,&quot;id&quot;:&quot;e7fd91cf-23e6-4762-898a-8673a0ee6c36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1&quot;}},&quot;0f6bf09a-ecc4-49af-af90-178be52147be&quot;:{&quot;type&quot;:&quot;FIGURE_OBJECT&quot;,&quot;id&quot;:&quot;0f6bf09a-ecc4-49af-af90-178be52147be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2&quot;}},&quot;de46db08-f53f-4e3d-9098-901465c8756c&quot;:{&quot;type&quot;:&quot;FIGURE_OBJECT&quot;,&quot;id&quot;:&quot;de46db08-f53f-4e3d-9098-901465c8756c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5&quot;}},&quot;e12b4a86-a260-4a3d-8e75-a4b6570c5a9e&quot;:{&quot;type&quot;:&quot;FIGURE_OBJECT&quot;,&quot;id&quot;:&quot;e12b4a86-a260-4a3d-8e75-a4b6570c5a9e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27&quot;}},&quot;292c7feb-d466-42a2-a234-bde8590f43be&quot;:{&quot;type&quot;:&quot;FIGURE_OBJECT&quot;,&quot;id&quot;:&quot;292c7feb-d466-42a2-a234-bde8590f43be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3&quot;}},&quot;0f8ba6f1-0148-4f48-9085-03914ea5f983&quot;:{&quot;type&quot;:&quot;FIGURE_OBJECT&quot;,&quot;id&quot;:&quot;0f8ba6f1-0148-4f48-9085-03914ea5f983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35&quot;}},&quot;f6c80d66-1186-42c6-9e81-506c29749391&quot;:{&quot;type&quot;:&quot;FIGURE_OBJECT&quot;,&quot;id&quot;:&quot;f6c80d66-1186-42c6-9e81-506c29749391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4&quot;}},&quot;d3a237fc-185a-4f04-bcf2-2432ce9d0975&quot;:{&quot;type&quot;:&quot;FIGURE_OBJECT&quot;,&quot;id&quot;:&quot;d3a237fc-185a-4f04-bcf2-2432ce9d0975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45&quot;}},&quot;bba0d03c-6d4b-4de7-9ea9-2eaffbc277b6&quot;:{&quot;type&quot;:&quot;FIGURE_OBJECT&quot;,&quot;id&quot;:&quot;bba0d03c-6d4b-4de7-9ea9-2eaffbc277b6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&quot;}},&quot;1c899998-0885-4c57-956a-42dcf70bdb2a&quot;:{&quot;type&quot;:&quot;FIGURE_OBJECT&quot;,&quot;id&quot;:&quot;1c899998-0885-4c57-956a-42dcf70bdb2a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1&quot;}},&quot;50f5e609-d5ff-4047-91cd-7a37be1f2796&quot;:{&quot;type&quot;:&quot;FIGURE_OBJECT&quot;,&quot;id&quot;:&quot;50f5e609-d5ff-4047-91cd-7a37be1f2796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2&quot;}},&quot;938bef30-b792-44de-a597-a5801b69dc41&quot;:{&quot;type&quot;:&quot;FIGURE_OBJECT&quot;,&quot;id&quot;:&quot;938bef30-b792-44de-a597-a5801b69dc41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5&quot;}},&quot;5f4f9e5c-3665-4fa1-93b0-30ad2fc0ad79&quot;:{&quot;type&quot;:&quot;FIGURE_OBJECT&quot;,&quot;id&quot;:&quot;5f4f9e5c-3665-4fa1-93b0-30ad2fc0ad79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57&quot;}},&quot;fe5133a3-1286-4c04-a0ec-6781eaf6fe16&quot;:{&quot;type&quot;:&quot;FIGURE_OBJECT&quot;,&quot;id&quot;:&quot;fe5133a3-1286-4c04-a0ec-6781eaf6fe16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&quot;}},&quot;87385362-1b15-448f-b2dc-48773dd2a909&quot;:{&quot;type&quot;:&quot;FIGURE_OBJECT&quot;,&quot;id&quot;:&quot;87385362-1b15-448f-b2dc-48773dd2a909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2&quot;}},&quot;3dec2ab2-53e8-4870-becc-75a5d50e24d0&quot;:{&quot;type&quot;:&quot;FIGURE_OBJECT&quot;,&quot;id&quot;:&quot;3dec2ab2-53e8-4870-becc-75a5d50e24d0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5&quot;}},&quot;424a45a1-868d-4a00-8467-e4f3c6a2fbc6&quot;:{&quot;type&quot;:&quot;FIGURE_OBJECT&quot;,&quot;id&quot;:&quot;424a45a1-868d-4a00-8467-e4f3c6a2fbc6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67&quot;}},&quot;82b5227f-2152-4cdc-b2e1-ca91d80a3174&quot;:{&quot;type&quot;:&quot;FIGURE_OBJECT&quot;,&quot;id&quot;:&quot;82b5227f-2152-4cdc-b2e1-ca91d80a3174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&quot;}},&quot;366578a8-ec43-407c-9f5e-ac0e962b868d&quot;:{&quot;type&quot;:&quot;FIGURE_OBJECT&quot;,&quot;id&quot;:&quot;366578a8-ec43-407c-9f5e-ac0e962b868d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1&quot;}},&quot;b80f3093-3a47-4bb1-9b6d-d06bbc6cf95c&quot;:{&quot;type&quot;:&quot;FIGURE_OBJECT&quot;,&quot;id&quot;:&quot;b80f3093-3a47-4bb1-9b6d-d06bbc6cf95c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2&quot;}},&quot;6eb98f8f-dabd-45f8-aaf8-c4848c17ec2e&quot;:{&quot;type&quot;:&quot;FIGURE_OBJECT&quot;,&quot;id&quot;:&quot;6eb98f8f-dabd-45f8-aaf8-c4848c17ec2e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5&quot;}},&quot;e931076a-2a07-45ad-bd30-23013b0e5765&quot;:{&quot;type&quot;:&quot;FIGURE_OBJECT&quot;,&quot;id&quot;:&quot;e931076a-2a07-45ad-bd30-23013b0e5765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77&quot;}},&quot;264b4385-523d-4bc9-809a-9f07fd57cad6&quot;:{&quot;type&quot;:&quot;FIGURE_OBJECT&quot;,&quot;id&quot;:&quot;264b4385-523d-4bc9-809a-9f07fd57cad6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8&quot;}},&quot;ffe00886-6af4-430e-bff8-0e51f092020c&quot;:{&quot;type&quot;:&quot;FIGURE_OBJECT&quot;,&quot;id&quot;:&quot;ffe00886-6af4-430e-bff8-0e51f092020c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85&quot;}},&quot;07192c41-371e-4f6b-a425-75533e2a28e0&quot;:{&quot;type&quot;:&quot;FIGURE_OBJECT&quot;,&quot;id&quot;:&quot;07192c41-371e-4f6b-a425-75533e2a28e0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9&quot;}},&quot;38711303-2922-4433-9290-359ff7a50bcd&quot;:{&quot;type&quot;:&quot;FIGURE_OBJECT&quot;,&quot;id&quot;:&quot;38711303-2922-4433-9290-359ff7a50bcd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33b16703-4441-489c-8650-0ea4781a0de0&quot;,&quot;order&quot;:&quot;9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e58e662e-d29f-4008-864a-3c4a6fcde7bd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58e662e-d29f-4008-864a-3c4a6fcde7bd&quot;:{&quot;type&quot;:&quot;FIGURE_OBJECT&quot;,&quot;id&quot;:&quot;e58e662e-d29f-4008-864a-3c4a6fcde7bd&quot;,&quot;parent&quot;:{&quot;type&quot;:&quot;CHILD&quot;,&quot;parentId&quot;:&quot;c567345a-1798-475c-b0aa-224d45a53e2e&quot;,&quot;order&quot;:&quot;9999999999999999999999995&quot;},&quot;relativeTransform&quot;:{&quot;translate&quot;:{&quot;x&quot;:177.44387944353394,&quot;y&quot;:-246.0226545588157},&quot;rotate&quot;:0,&quot;skewX&quot;:0,&quot;scale&quot;:{&quot;x&quot;:1,&quot;y&quot;:1}},&quot;opacity&quot;:0.29},&quot;6bf1e638-9f46-4f40-8e88-e457f140f9d1&quot;:{&quot;type&quot;:&quot;FIGURE_OBJECT&quot;,&quot;id&quot;:&quot;6bf1e638-9f46-4f40-8e88-e457f140f9d1&quot;,&quot;relativeTransform&quot;:{&quot;translate&quot;:{&quot;x&quot;:121.1860755678611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1&quot;}},&quot;1b7de809-27da-4cd3-9bb5-9c17401c814b&quot;:{&quot;type&quot;:&quot;FIGURE_OBJECT&quot;,&quot;id&quot;:&quot;1b7de809-27da-4cd3-9bb5-9c17401c814b&quot;,&quot;relativeTransform&quot;:{&quot;translate&quot;:{&quot;x&quot;:121.1860755678611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2&quot;}},&quot;8fa27a68-fbb2-4f87-9299-2feb1c665ac7&quot;:{&quot;type&quot;:&quot;FIGURE_OBJECT&quot;,&quot;id&quot;:&quot;8fa27a68-fbb2-4f87-9299-2feb1c665ac7&quot;,&quot;relativeTransform&quot;:{&quot;translate&quot;:{&quot;x&quot;:121.1860755678611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5&quot;}},&quot;7b60decb-7bda-460a-97c8-f6615852a22d&quot;:{&quot;type&quot;:&quot;FIGURE_OBJECT&quot;,&quot;id&quot;:&quot;7b60decb-7bda-460a-97c8-f6615852a22d&quot;,&quot;relativeTransform&quot;:{&quot;translate&quot;:{&quot;x&quot;:121.18607556786107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07&quot;}},&quot;d79de589-7690-44fb-8103-32f9266bac2c&quot;:{&quot;type&quot;:&quot;FIGURE_OBJECT&quot;,&quot;id&quot;:&quot;d79de589-7690-44fb-8103-32f9266bac2c&quot;,&quot;relativeTransform&quot;:{&quot;translate&quot;:{&quot;x&quot;:121.1860755678610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&quot;}},&quot;5161c651-dd78-45a3-8b96-9699fc67e0d3&quot;:{&quot;type&quot;:&quot;FIGURE_OBJECT&quot;,&quot;id&quot;:&quot;5161c651-dd78-45a3-8b96-9699fc67e0d3&quot;,&quot;relativeTransform&quot;:{&quot;translate&quot;:{&quot;x&quot;:121.1860755678610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1&quot;}},&quot;264f919c-31d8-471d-98dd-a9b67726fd66&quot;:{&quot;type&quot;:&quot;FIGURE_OBJECT&quot;,&quot;id&quot;:&quot;264f919c-31d8-471d-98dd-a9b67726fd66&quot;,&quot;relativeTransform&quot;:{&quot;translate&quot;:{&quot;x&quot;:128.85098411874682,&quot;y&quot;:21.226739585507335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2&quot;}},&quot;51ea3c7c-f0b7-4220-b7cb-c5228d8795fa&quot;:{&quot;type&quot;:&quot;FIGURE_OBJECT&quot;,&quot;id&quot;:&quot;51ea3c7c-f0b7-4220-b7cb-c5228d8795fa&quot;,&quot;relativeTransform&quot;:{&quot;translate&quot;:{&quot;x&quot;:128.85098411874682,&quot;y&quot;:13.16640374967140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5&quot;}},&quot;fa9ea5b9-bea5-4db8-8d92-28c04284c1cb&quot;:{&quot;type&quot;:&quot;FIGURE_OBJECT&quot;,&quot;id&quot;:&quot;fa9ea5b9-bea5-4db8-8d92-28c04284c1cb&quot;,&quot;relativeTransform&quot;:{&quot;translate&quot;:{&quot;x&quot;:128.85098411874677,&quot;y&quot;:5.427477635674291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17&quot;}},&quot;a63ce53a-3d9b-49f6-8cd4-e8976b8c926d&quot;:{&quot;type&quot;:&quot;FIGURE_OBJECT&quot;,&quot;id&quot;:&quot;a63ce53a-3d9b-49f6-8cd4-e8976b8c926d&quot;,&quot;relativeTransform&quot;:{&quot;translate&quot;:{&quot;x&quot;:128.85098411874682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&quot;}},&quot;8588e24f-b3c0-4218-82a9-39e7d2eaac25&quot;:{&quot;type&quot;:&quot;FIGURE_OBJECT&quot;,&quot;id&quot;:&quot;8588e24f-b3c0-4218-82a9-39e7d2eaac25&quot;,&quot;relativeTransform&quot;:{&quot;translate&quot;:{&quot;x&quot;:128.85098411874682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1&quot;}},&quot;7f9e00a5-acba-429a-a698-f85aab354965&quot;:{&quot;type&quot;:&quot;FIGURE_OBJECT&quot;,&quot;id&quot;:&quot;7f9e00a5-acba-429a-a698-f85aab354965&quot;,&quot;relativeTransform&quot;:{&quot;translate&quot;:{&quot;x&quot;:128.85098411874682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2&quot;}},&quot;7358c045-4779-4fdd-bf23-788a4d611299&quot;:{&quot;type&quot;:&quot;FIGURE_OBJECT&quot;,&quot;id&quot;:&quot;7358c045-4779-4fdd-bf23-788a4d611299&quot;,&quot;relativeTransform&quot;:{&quot;translate&quot;:{&quot;x&quot;:136.51613021288253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5&quot;}},&quot;b1509413-d776-44cf-9502-de168844fa38&quot;:{&quot;type&quot;:&quot;FIGURE_OBJECT&quot;,&quot;id&quot;:&quot;b1509413-d776-44cf-9502-de168844fa38&quot;,&quot;relativeTransform&quot;:{&quot;translate&quot;:{&quot;x&quot;:136.51613021288253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9, 85, 57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27&quot;}},&quot;6d3a827c-5e51-4678-8852-4b02632151e1&quot;:{&quot;type&quot;:&quot;FIGURE_OBJECT&quot;,&quot;id&quot;:&quot;6d3a827c-5e51-4678-8852-4b02632151e1&quot;,&quot;relativeTransform&quot;:{&quot;translate&quot;:{&quot;x&quot;:136.51613021288253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3&quot;}},&quot;bc47a9a5-3010-4d08-90c3-fd99ac823c8d&quot;:{&quot;type&quot;:&quot;FIGURE_OBJECT&quot;,&quot;id&quot;:&quot;bc47a9a5-3010-4d08-90c3-fd99ac823c8d&quot;,&quot;relativeTransform&quot;:{&quot;translate&quot;:{&quot;x&quot;:136.516130212882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35&quot;}},&quot;bbadba92-fdcd-42aa-9221-899c7d36bc65&quot;:{&quot;type&quot;:&quot;FIGURE_OBJECT&quot;,&quot;id&quot;:&quot;bbadba92-fdcd-42aa-9221-899c7d36bc65&quot;,&quot;relativeTransform&quot;:{&quot;translate&quot;:{&quot;x&quot;:136.5161302128825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4&quot;}},&quot;8b5261e2-04a3-41d4-97f2-1df4d49513d2&quot;:{&quot;type&quot;:&quot;FIGURE_OBJECT&quot;,&quot;id&quot;:&quot;8b5261e2-04a3-41d4-97f2-1df4d49513d2&quot;,&quot;relativeTransform&quot;:{&quot;translate&quot;:{&quot;x&quot;:136.5161302128825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45&quot;}},&quot;dcf99bb1-36b6-4234-8231-d279413da9d5&quot;:{&quot;type&quot;:&quot;FIGURE_OBJECT&quot;,&quot;id&quot;:&quot;dcf99bb1-36b6-4234-8231-d279413da9d5&quot;,&quot;relativeTransform&quot;:{&quot;translate&quot;:{&quot;x&quot;:144.0440768075127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&quot;}},&quot;dd64df6d-ff31-4ffb-a033-9398fad6d3fb&quot;:{&quot;type&quot;:&quot;FIGURE_OBJECT&quot;,&quot;id&quot;:&quot;dd64df6d-ff31-4ffb-a033-9398fad6d3fb&quot;,&quot;relativeTransform&quot;:{&quot;translate&quot;:{&quot;x&quot;:144.0440768075127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1&quot;}},&quot;f896e651-6c0a-45a6-8c2e-7c175a36cfe7&quot;:{&quot;type&quot;:&quot;FIGURE_OBJECT&quot;,&quot;id&quot;:&quot;f896e651-6c0a-45a6-8c2e-7c175a36cfe7&quot;,&quot;relativeTransform&quot;:{&quot;translate&quot;:{&quot;x&quot;:144.0440768075127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2&quot;}},&quot;33883f3a-30c9-4021-abd7-0754ec5483af&quot;:{&quot;type&quot;:&quot;FIGURE_OBJECT&quot;,&quot;id&quot;:&quot;33883f3a-30c9-4021-abd7-0754ec5483af&quot;,&quot;relativeTransform&quot;:{&quot;translate&quot;:{&quot;x&quot;:143.83090073227135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5&quot;}},&quot;c0a2835b-91ae-494b-bdf3-597b0c7946b6&quot;:{&quot;type&quot;:&quot;FIGURE_OBJECT&quot;,&quot;id&quot;:&quot;c0a2835b-91ae-494b-bdf3-597b0c7946b6&quot;,&quot;relativeTransform&quot;:{&quot;translate&quot;:{&quot;x&quot;:144.0440768075127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57&quot;}},&quot;7bcc4b3b-31e2-4b8e-9150-c99ab78a225e&quot;:{&quot;type&quot;:&quot;FIGURE_OBJECT&quot;,&quot;id&quot;:&quot;7bcc4b3b-31e2-4b8e-9150-c99ab78a225e&quot;,&quot;relativeTransform&quot;:{&quot;translate&quot;:{&quot;x&quot;:144.0440768075127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&quot;}},&quot;e64d710d-5b3a-43fb-903a-1f109d190166&quot;:{&quot;type&quot;:&quot;FIGURE_OBJECT&quot;,&quot;id&quot;:&quot;e64d710d-5b3a-43fb-903a-1f109d190166&quot;,&quot;relativeTransform&quot;:{&quot;translate&quot;:{&quot;x&quot;:151.75486775078832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2&quot;}},&quot;f5b974a8-e86e-4cc6-b26c-15dbaebbc3e7&quot;:{&quot;type&quot;:&quot;FIGURE_OBJECT&quot;,&quot;id&quot;:&quot;f5b974a8-e86e-4cc6-b26c-15dbaebbc3e7&quot;,&quot;relativeTransform&quot;:{&quot;translate&quot;:{&quot;x&quot;:151.75486775078832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5&quot;}},&quot;b666cc55-c3a2-4402-8acb-6060c992116a&quot;:{&quot;type&quot;:&quot;FIGURE_OBJECT&quot;,&quot;id&quot;:&quot;b666cc55-c3a2-4402-8acb-6060c992116a&quot;,&quot;relativeTransform&quot;:{&quot;translate&quot;:{&quot;x&quot;:151.75486775078832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67&quot;}},&quot;03968a3c-be3b-4b17-9976-3cfad742c886&quot;:{&quot;type&quot;:&quot;FIGURE_OBJECT&quot;,&quot;id&quot;:&quot;03968a3c-be3b-4b17-9976-3cfad742c886&quot;,&quot;relativeTransform&quot;:{&quot;translate&quot;:{&quot;x&quot;:151.754867750788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&quot;}},&quot;6a733d84-8876-4db8-9f16-e5f721dfae27&quot;:{&quot;type&quot;:&quot;FIGURE_OBJECT&quot;,&quot;id&quot;:&quot;6a733d84-8876-4db8-9f16-e5f721dfae27&quot;,&quot;relativeTransform&quot;:{&quot;translate&quot;:{&quot;x&quot;:151.54169167554687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1&quot;}},&quot;57aae671-8d06-48cd-ba8a-01a2d7a969c3&quot;:{&quot;type&quot;:&quot;FIGURE_OBJECT&quot;,&quot;id&quot;:&quot;57aae671-8d06-48cd-ba8a-01a2d7a969c3&quot;,&quot;relativeTransform&quot;:{&quot;translate&quot;:{&quot;x&quot;:151.54169167554687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83,54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2&quot;}},&quot;db1f9a03-53f8-4f91-b3c2-ebc1169762c4&quot;:{&quot;type&quot;:&quot;FIGURE_OBJECT&quot;,&quot;id&quot;:&quot;db1f9a03-53f8-4f91-b3c2-ebc1169762c4&quot;,&quot;relativeTransform&quot;:{&quot;translate&quot;:{&quot;x&quot;:159.4084473158987,&quot;y&quot;:5.42747763567429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5&quot;}},&quot;6e7b5a65-2c17-46f4-a108-47118db95267&quot;:{&quot;type&quot;:&quot;FIGURE_OBJECT&quot;,&quot;id&quot;:&quot;6e7b5a65-2c17-46f4-a108-47118db95267&quot;,&quot;relativeTransform&quot;:{&quot;translate&quot;:{&quot;x&quot;:159.4084473158987,&quot;y&quot;:13.349129326691441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 224, 129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77&quot;}},&quot;f740d6d7-80af-4408-84c2-c56985c9c5ac&quot;:{&quot;type&quot;:&quot;FIGURE_OBJECT&quot;,&quot;id&quot;:&quot;f740d6d7-80af-4408-84c2-c56985c9c5ac&quot;,&quot;relativeTransform&quot;:{&quot;translate&quot;:{&quot;x&quot;:159.4084473158987,&quot;y&quot;:21.22673958550733},&quot;rotate&quot;:-2.548180707911721e-16,&quot;skewX&quot;:-1.9198621771937607e-17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8&quot;}},&quot;499e3f4c-2a54-443c-b7d0-b36c9bf0cc49&quot;:{&quot;type&quot;:&quot;FIGURE_OBJECT&quot;,&quot;id&quot;:&quot;499e3f4c-2a54-443c-b7d0-b36c9bf0cc49&quot;,&quot;relativeTransform&quot;:{&quot;translate&quot;:{&quot;x&quot;:159.1952712406573,&quot;y&quot;:-2.4058079662959404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55,255,255,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85&quot;}},&quot;a1c9e850-8572-44dc-a5a9-98b0e31a0342&quot;:{&quot;type&quot;:&quot;FIGURE_OBJECT&quot;,&quot;id&quot;:&quot;a1c9e850-8572-44dc-a5a9-98b0e31a0342&quot;,&quot;relativeTransform&quot;:{&quot;translate&quot;:{&quot;x&quot;:159.1952712406573,&quot;y&quot;:-10.283149161699653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4, 83, 54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9&quot;}},&quot;c47e5582-f992-46b6-88e4-ab991560a544&quot;:{&quot;type&quot;:&quot;FIGURE_OBJECT&quot;,&quot;id&quot;:&quot;c47e5582-f992-46b6-88e4-ab991560a544&quot;,&quot;relativeTransform&quot;:{&quot;translate&quot;:{&quot;x&quot;:159.1952712406573,&quot;y&quot;:-18.160462034638922},&quot;rotate&quot;:0},&quot;opacity&quot;:1,&quot;path&quot;:{&quot;type&quot;:&quot;RECT&quot;,&quot;size&quot;:{&quot;x&quot;:7.741568021297916,&quot;y&quot;:8.0625766753512},&quot;cornerRounding&quot;:{&quot;type&quot;:&quot;ARC_LENGTH&quot;,&quot;global&quot;:0}},&quot;pathStyles&quot;:[{&quot;type&quot;:&quot;FILL&quot;,&quot;fillStyle&quot;:&quot;rgba(225, 65, 63, 1)&quot;},{&quot;type&quot;:&quot;STROKE&quot;,&quot;strokeStyle&quot;:&quot;#000000&quot;,&quot;lineWidth&quot;:0.2832246443810989,&quot;lineJoin&quot;:&quot;round&quot;}],&quot;isLocked&quot;:false,&quot;parent&quot;:{&quot;type&quot;:&quot;CHILD&quot;,&quot;parentId&quot;:&quot;e58e662e-d29f-4008-864a-3c4a6fcde7bd&quot;,&quot;order&quot;:&quot;9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77ba73bf-0fa2-4fe4-9855-16ab70849d6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7ba73bf-0fa2-4fe4-9855-16ab70849d65&quot;:{&quot;type&quot;:&quot;FIGURE_OBJECT&quot;,&quot;id&quot;:&quot;77ba73bf-0fa2-4fe4-9855-16ab70849d65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194.12525670706862,&quot;y&quot;:-94.91335005282724},{&quot;x&quot;:233.43257558207708,&quot;y&quot;:-94.91335005282724},{&quot;x&quot;:233.43257558207708,&quot;y&quot;:-149.39392721809344},{&quot;x&quot;:194.85230471255255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c567345a-1798-475c-b0aa-224d45a53e2e&quot;,&quot;order&quot;:&quot;9999999999999999999999999&quot;},&quot;connectorInfo&quot;:{&quot;type&quot;:&quot;ELBOW&quot;,&quot;offset&quot;:{&quot;x&quot;:0,&quot;y&quot;:0},&quot;bending&quot;:0.1,&quot;customized&quot;:true,&quot;connectedObjectAtLineStart&quot;:{&quot;objectId&quot;:&quot;bc047ed5-3c76-4e89-a305-235cbd2a075e&quot;,&quot;coordinates&quot;:{&quot;x&quot;:1,&quot;y&quot;:0.5}}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9b163dc-265c-4631-b17e-27b5a34ec63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9b163dc-265c-4631-b17e-27b5a34ec630&quot;:{&quot;type&quot;:&quot;FIGURE_OBJECT&quot;,&quot;id&quot;:&quot;89b163dc-265c-4631-b17e-27b5a34ec630&quot;,&quot;relativeTransform&quot;:{&quot;translate&quot;:{&quot;x&quot;:121.76978316255799,&quot;y&quot;:-241.40782462585076},&quot;rotate&quot;:1.5707963267948966},&quot;opacity&quot;:0.29,&quot;path&quot;:{&quot;type&quot;:&quot;POLY_LINE&quot;,&quot;points&quot;:[{&quot;x&quot;:43.140930796129716,&quot;y&quot;:-128.49837153657865},{&quot;x&quot;:51.87629244938952,&quot;y&quot;:-128.49837153657865},{&quot;x&quot;:51.87629244938952,&quot;y&quot;:-202.2568622253296},{&quot;x&quot;:43.30250445337605,&quot;y&quot;:-202.256862225329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c567345a-1798-475c-b0aa-224d45a53e2e&quot;,&quot;order&quot;:&quot;99999999999999999999999995&quot;},&quot;connectorInfo&quot;:{&quot;type&quot;:&quot;ELBOW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baf6526d-6a7e-4501-8a16-dd4b6b81710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af6526d-6a7e-4501-8a16-dd4b6b817107&quot;:{&quot;type&quot;:&quot;FIGURE_OBJECT&quot;,&quot;id&quot;:&quot;baf6526d-6a7e-4501-8a16-dd4b6b817107&quot;,&quot;relativeTransform&quot;:{&quot;translate&quot;:{&quot;x&quot;:188.7820186542023,&quot;y&quot;:-124.90445248605316},&quot;rotate&quot;:0,&quot;skewX&quot;:0,&quot;scale&quot;:{&quot;x&quot;:1,&quot;y&quot;:1}},&quot;opacity&quot;:0.29,&quot;path&quot;:{&quot;type&quot;:&quot;POLY_LINE&quot;,&quot;points&quot;:[{&quot;x&quot;:45.80557038620793,&quot;y&quot;:1.5444668639031534},{&quot;x&quot;:92.29032661718671,&quot;y&quot;:1.54446686390315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7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567bcdb5-2d23-45b5-b0e0-d9ae8803f1c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67bcdb5-2d23-45b5-b0e0-d9ae8803f1ca&quot;:{&quot;type&quot;:&quot;FIGURE_OBJECT&quot;,&quot;id&quot;:&quot;567bcdb5-2d23-45b5-b0e0-d9ae8803f1ca&quot;,&quot;relativeTransform&quot;:{&quot;translate&quot;:{&quot;x&quot;:-0.5632754102803841,&quot;y&quot;:0},&quot;rotate&quot;:0,&quot;skewX&quot;:0,&quot;scale&quot;:{&quot;x&quot;:1,&quot;y&quot;:1}},&quot;opacity&quot;:0.29,&quot;path&quot;:{&quot;type&quot;:&quot;POLY_LINE&quot;,&quot;points&quot;:[{&quot;x&quot;:284.5874106723401,&quot;y&quot;:-188.6589652785927},{&quot;x&quot;:284.5874106723401,&quot;y&quot;:-127.6801863998030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8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9cb9bb7c-bb15-43c8-b184-6d000b50c7d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cb9bb7c-bb15-43c8-b184-6d000b50c7d9&quot;:{&quot;type&quot;:&quot;FIGURE_OBJECT&quot;,&quot;id&quot;:&quot;9cb9bb7c-bb15-43c8-b184-6d000b50c7d9&quot;,&quot;relativeTransform&quot;:{&quot;translate&quot;:{&quot;x&quot;:258.0615993711941,&quot;y&quot;:104.82324372113284},&quot;rotate&quot;:-1.5707963267948968,&quot;skewX&quot;:0,&quot;scale&quot;:{&quot;x&quot;:1,&quot;y&quot;:1}},&quot;opacity&quot;:0.29,&quot;path&quot;:{&quot;type&quot;:&quot;POLY_LINE&quot;,&quot;points&quot;:[{&quot;x&quot;:165.01944910458363,&quot;y&quot;:26.75413108808152},{&quot;x&quot;:165.01944910458366,&quot;y&quot;:-94.91335005282724},{&quot;x&quot;:165.01944910458366,&quot;y&quot;:-149.39392721809344},{&quot;x&quot;:137.74607035991042,&quot;y&quot;:-149.3939272180934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c567345a-1798-475c-b0aa-224d45a53e2e&quot;,&quot;order&quot;:&quot;99999999999999999999999999&quot;},&quot;connectorInfo&quot;:{&quot;type&quot;:&quot;ELBOW&quot;,&quot;offset&quot;:{&quot;x&quot;:0,&quot;y&quot;:0},&quot;bending&quot;:0.1,&quot;customized&quot;:tru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b3694983-2d94-4689-8b74-5cf9a2692bb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3694983-2d94-4689-8b74-5cf9a2692bbc&quot;:{&quot;type&quot;:&quot;FIGURE_OBJECT&quot;,&quot;id&quot;:&quot;b3694983-2d94-4689-8b74-5cf9a2692bbc&quot;,&quot;relativeTransform&quot;:{&quot;translate&quot;:{&quot;x&quot;:-1.718014756542082,&quot;y&quot;:-2.295019053992451},&quot;rotate&quot;:0,&quot;skewX&quot;:0,&quot;scale&quot;:{&quot;x&quot;:1,&quot;y&quot;:1}},&quot;opacity&quot;:0.29,&quot;path&quot;:{&quot;type&quot;:&quot;POLY_LINE&quot;,&quot;points&quot;:[{&quot;x&quot;:285.9709024667325,&quot;y&quot;:-57.22335950239241},{&quot;x&quot;:285.9709024667325,&quot;y&quot;:-116.7515942859315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5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4c6c9704-39d1-4b32-bd23-12d8e022564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c6c9704-39d1-4b32-bd23-12d8e0225640&quot;:{&quot;type&quot;:&quot;FIGURE_OBJECT&quot;,&quot;id&quot;:&quot;4c6c9704-39d1-4b32-bd23-12d8e0225640&quot;,&quot;relativeTransform&quot;:{&quot;translate&quot;:{&quot;x&quot;:170.36842324239421,&quot;y&quot;:0.5247463497546014},&quot;rotate&quot;:0},&quot;opacity&quot;:0.29,&quot;path&quot;:{&quot;type&quot;:&quot;POLY_LINE&quot;,&quot;points&quot;:[{&quot;x&quot;:67.32202951714218,&quot;y&quot;:1.5444668639031534},{&quot;x&quot;:108.3227276171344,&quot;y&quot;:2.0477862906521214}],&quot;closed&quot;:false},&quot;pathStyles&quot;:[{&quot;type&quot;:&quot;FILL&quot;,&quot;fillStyle&quot;:&quot;rgba(0,0,0,0)&quot;},{&quot;type&quot;:&quot;STROKE&quot;,&quot;strokeStyle&quot;:&quot;#232323&quot;,&quot;lineWidth&quot;:2.00000153542047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7&quot;},&quot;connectorInfo&quot;:{&quot;type&quot;:&quot;LINE&quot;,&quot;offset&quot;:{&quot;x&quot;:0,&quot;y&quot;:0},&quot;bending&quot;: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53bd5bda-fdba-4eeb-9172-92eb89517fc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3bd5bda-fdba-4eeb-9172-92eb89517fca&quot;:{&quot;type&quot;:&quot;FIGURE_OBJECT&quot;,&quot;id&quot;:&quot;53bd5bda-fdba-4eeb-9172-92eb89517fca&quot;,&quot;parent&quot;:{&quot;type&quot;:&quot;CHILD&quot;,&quot;parentId&quot;:&quot;c567345a-1798-475c-b0aa-224d45a53e2e&quot;,&quot;order&quot;:&quot;9999999999999999999999999997&quot;},&quot;relativeTransform&quot;:{&quot;translate&quot;:{&quot;x&quot;:-20.088631040149117,&quot;y&quot;:7.2319071744536805},&quot;rotate&quot;:0,&quot;skewX&quot;:0,&quot;scale&quot;:{&quot;x&quot;:1,&quot;y&quot;:1}},&quot;opacity&quot;:0.29},&quot;4b955e21-b29c-4645-90c3-2f4c70682595&quot;:{&quot;type&quot;:&quot;FIGURE_OBJECT&quot;,&quot;id&quot;:&quot;4b955e21-b29c-4645-90c3-2f4c70682595&quot;,&quot;relativeTransform&quot;:{&quot;translate&quot;:{&quot;x&quot;:329.820825874497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05&quot;}},&quot;ded465be-54a5-4c76-9a87-9d65242e84b5&quot;:{&quot;type&quot;:&quot;FIGURE_OBJECT&quot;,&quot;id&quot;:&quot;ded465be-54a5-4c76-9a87-9d65242e84b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2.384184818720144,&quot;y&quot;:6},&quot;targetSize&quot;:{&quot;x&quot;:12.384184818720144,&quot;y&quot;:2},&quot;format&quot;:&quot;BETTER_TEXT&quot;,&quot;verticalAlign&quot;:&quot;TOP&quot;},&quot;parent&quot;:{&quot;type&quot;:&quot;CHILD&quot;,&quot;parentId&quot;:&quot;4b955e21-b29c-4645-90c3-2f4c70682595&quot;,&quot;order&quot;:&quot;5&quot;}},&quot;0f333e62-db31-4602-bc9a-fc653708811d&quot;:{&quot;type&quot;:&quot;FIGURE_OBJECT&quot;,&quot;id&quot;:&quot;0f333e62-db31-4602-bc9a-fc653708811d&quot;,&quot;relativeTransform&quot;:{&quot;translate&quot;:{&quot;x&quot;:346.5781315554616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4483218797759,&quot;y&quot;:16.54483218797759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1&quot;}},&quot;908fe72a-2356-4680-9835-e174b5448989&quot;:{&quot;type&quot;:&quot;FIGURE_OBJECT&quot;,&quot;id&quot;:&quot;908fe72a-2356-4680-9835-e174b5448989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4.953066399360068,&quot;y&quot;:6},&quot;targetSize&quot;:{&quot;x&quot;:14.953066399360068,&quot;y&quot;:2},&quot;format&quot;:&quot;BETTER_TEXT&quot;,&quot;verticalAlign&quot;:&quot;TOP&quot;},&quot;parent&quot;:{&quot;type&quot;:&quot;CHILD&quot;,&quot;parentId&quot;:&quot;0f333e62-db31-4602-bc9a-fc653708811d&quot;,&quot;order&quot;:&quot;5&quot;}},&quot;1ac8dd98-9d10-4bc8-95c1-8f4349775ea7&quot;:{&quot;type&quot;:&quot;FIGURE_OBJECT&quot;,&quot;id&quot;:&quot;1ac8dd98-9d10-4bc8-95c1-8f4349775ea7&quot;,&quot;relativeTransform&quot;:{&quot;translate&quot;:{&quot;x&quot;:363.288310392575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6&quot;}},&quot;c998053a-2c2e-4712-9268-124bd31e9ffc&quot;:{&quot;type&quot;:&quot;FIGURE_OBJECT&quot;,&quot;id&quot;:&quot;c998053a-2c2e-4712-9268-124bd31e9ffc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90716559653772,&quot;y&quot;:6},&quot;targetSize&quot;:{&quot;x&quot;:12.90716559653772,&quot;y&quot;:2},&quot;format&quot;:&quot;BETTER_TEXT&quot;,&quot;verticalAlign&quot;:&quot;TOP&quot;},&quot;parent&quot;:{&quot;type&quot;:&quot;CHILD&quot;,&quot;parentId&quot;:&quot;1ac8dd98-9d10-4bc8-95c1-8f4349775ea7&quot;,&quot;order&quot;:&quot;5&quot;}},&quot;8f2ebe48-a178-4df4-9a29-87a7a295f198&quot;:{&quot;type&quot;:&quot;FIGURE_OBJECT&quot;,&quot;id&quot;:&quot;8f2ebe48-a178-4df4-9a29-87a7a295f198&quot;,&quot;relativeTransform&quot;:{&quot;translate&quot;:{&quot;x&quot;:380.0456160735393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5633490678746,&quot;y&quot;:16.5633490678746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53bd5bda-fdba-4eeb-9172-92eb89517fca&quot;,&quot;order&quot;:&quot;7&quot;}},&quot;6e74cd59-7f11-410a-b69d-887a6313c960&quot;:{&quot;type&quot;:&quot;FIGURE_OBJECT&quot;,&quot;id&quot;:&quot;6e74cd59-7f11-410a-b69d-887a6313c960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4.96980178425023,&quot;y&quot;:6},&quot;targetSize&quot;:{&quot;x&quot;:14.96980178425023,&quot;y&quot;:2},&quot;format&quot;:&quot;BETTER_TEXT&quot;,&quot;verticalAlign&quot;:&quot;TOP&quot;},&quot;parent&quot;:{&quot;type&quot;:&quot;CHILD&quot;,&quot;parentId&quot;:&quot;8f2ebe48-a178-4df4-9a29-87a7a295f198&quot;,&quot;order&quot;:&quot;5&quot;}},&quot;9fce99d7-0152-41c3-b40c-3ec1331dfa24&quot;:{&quot;type&quot;:&quot;FIGURE_OBJECT&quot;,&quot;id&quot;:&quot;9fce99d7-0152-41c3-b40c-3ec1331dfa24&quot;,&quot;relativeTransform&quot;:{&quot;translate&quot;:{&quot;x&quot;:396.8029217545035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53bd5bda-fdba-4eeb-9172-92eb89517fca&quot;,&quot;order&quot;:&quot;8&quot;}},&quot;cc4f164c-e9e1-423a-b2cd-cef5578f2a1d&quot;:{&quot;type&quot;:&quot;FIGURE_OBJECT&quot;,&quot;id&quot;:&quot;cc4f164c-e9e1-423a-b2cd-cef5578f2a1d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9fce99d7-0152-41c3-b40c-3ec1331dfa24&quot;,&quot;order&quot;:&quot;5&quot;}},&quot;3bd085c2-d1dd-4916-a4f6-0f005c6b7a57&quot;:{&quot;type&quot;:&quot;FIGURE_OBJECT&quot;,&quot;id&quot;:&quot;3bd085c2-d1dd-4916-a4f6-0f005c6b7a57&quot;,&quot;relativeTransform&quot;:{&quot;translate&quot;:{&quot;x&quot;:413.5607629677841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a(185,219,244,1)&quot;},{&quot;type&quot;:&quot;STROKE&quot;,&quot;strokeStyle&quot;:&quot;rgba(49,126,194,1)&quot;,&quot;lineWidth&quot;:0.5355323164851955,&quot;lineJoin&quot;:&quot;round&quot;}],&quot;isLocked&quot;:false,&quot;parent&quot;:{&quot;type&quot;:&quot;CHILD&quot;,&quot;parentId&quot;:&quot;53bd5bda-fdba-4eeb-9172-92eb89517fca&quot;,&quot;order&quot;:&quot;2&quot;}},&quot;9062a009-8407-464c-ac09-d67e1a502e12&quot;:{&quot;type&quot;:&quot;FIGURE_OBJECT&quot;,&quot;id&quot;:&quot;9062a009-8407-464c-ac09-d67e1a502e12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(0,0,0)&quot;,&quot;fontWeight&quot;:&quot;bold&quot;,&quot;fontStyle&quot;:&quot;normal&quot;,&quot;decoration&quot;:&quot;none&quot;,&quot;script&quot;:&quot;none&quot;}}],&quot;verticalAlign&quot;:&quot;TOP&quot;},&quot;size&quot;:{&quot;x&quot;:13.34646944990448,&quot;y&quot;:6},&quot;targetSize&quot;:{&quot;x&quot;:13.34646944990448,&quot;y&quot;:2},&quot;format&quot;:&quot;BETTER_TEXT&quot;,&quot;verticalAlign&quot;:&quot;TOP&quot;},&quot;parent&quot;:{&quot;type&quot;:&quot;CHILD&quot;,&quot;parentId&quot;:&quot;3bd085c2-d1dd-4916-a4f6-0f005c6b7a57&quot;,&quot;order&quot;:&quot;5&quot;}},&quot;82aa6819-6d5d-4e66-8c80-0ac1a8b1ed53&quot;:{&quot;type&quot;:&quot;FIGURE_OBJECT&quot;,&quot;id&quot;:&quot;82aa6819-6d5d-4e66-8c80-0ac1a8b1ed53&quot;,&quot;relativeTransform&quot;:{&quot;translate&quot;:{&quot;x&quot;:430.3025382115702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224281449400696,&quot;y&quot;:16.05880378795061}},&quot;pathStyles&quot;:[{&quot;type&quot;:&quot;FILL&quot;,&quot;fillStyle&quot;:&quot;rgba(243,205,204,1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3&quot;}},&quot;149b2a4f-5a70-4ee1-93a2-062a4bee18f2&quot;:{&quot;type&quot;:&quot;FIGURE_OBJECT&quot;,&quot;id&quot;:&quot;149b2a4f-5a70-4ee1-93a2-062a4bee18f2&quot;,&quot;relativeTransform&quot;:{&quot;translate&quot;:{&quot;x&quot;:313.01692888199904,&quot;y&quot;:-4.173663056754279},&quot;rotate&quot;:0,&quot;skewX&quot;:0,&quot;scale&quot;:{&quot;x&quot;:1,&quot;y&quot;:1}},&quot;layout&quot;:{&quot;sizeRatio&quot;:{&quot;x&quot;:0.9037907565013449,&quot;y&quot;:0.5991281520889367},&quot;keepAspectRatio&quot;:true},&quot;opacity&quot;:1,&quot;path&quot;:{&quot;type&quot;:&quot;ELLIPSE&quot;,&quot;size&quot;:{&quot;x&quot;:16.160856818851407,&quot;y&quot;:16.160856818851407}},&quot;pathStyles&quot;:[{&quot;type&quot;:&quot;FILL&quot;,&quot;fillStyle&quot;:&quot;rgb(243, 205, 204)&quot;},{&quot;type&quot;:&quot;STROKE&quot;,&quot;strokeStyle&quot;:&quot;rgb(192, 56, 48)&quot;,&quot;lineWidth&quot;:0.5355323164851955,&quot;lineJoin&quot;:&quot;round&quot;}],&quot;isLocked&quot;:false,&quot;parent&quot;:{&quot;type&quot;:&quot;CHILD&quot;,&quot;parentId&quot;:&quot;53bd5bda-fdba-4eeb-9172-92eb89517fca&quot;,&quot;order&quot;:&quot;5&quot;}},&quot;22a38aed-dc3e-4f81-a7c9-f6ae1c8e7b85&quot;:{&quot;type&quot;:&quot;FIGURE_OBJECT&quot;,&quot;id&quot;:&quot;22a38aed-dc3e-4f81-a7c9-f6ae1c8e7b8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712344709175419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14.312937927311356,&quot;y&quot;:6},&quot;targetSize&quot;:{&quot;x&quot;:14.312937927311356,&quot;y&quot;:2},&quot;format&quot;:&quot;BETTER_TEXT&quot;,&quot;verticalAlign&quot;:&quot;TOP&quot;},&quot;parent&quot;:{&quot;type&quot;:&quot;CHILD&quot;,&quot;parentId&quot;:&quot;149b2a4f-5a70-4ee1-93a2-062a4bee18f2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d777cf1c-92a9-4318-ad1d-903509eb889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777cf1c-92a9-4318-ad1d-903509eb8891&quot;:{&quot;type&quot;:&quot;FIGURE_OBJECT&quot;,&quot;id&quot;:&quot;d777cf1c-92a9-4318-ad1d-903509eb8891&quot;,&quot;path&quot;:{&quot;type&quot;:&quot;RECT&quot;,&quot;size&quot;:{&quot;x&quot;:71.0362585240259,&quot;y&quot;:93.22559001038267},&quot;cornerRounding&quot;:{&quot;type&quot;:&quot;ARC_LENGTH&quot;,&quot;global&quot;:11.736575130929413}},&quot;pathStyles&quot;:[{&quot;type&quot;:&quot;FILL&quot;,&quot;fillStyle&quot;:&quot;rgba(253,238,237,1)&quot;},{&quot;type&quot;:&quot;STROKE&quot;,&quot;strokeStyle&quot;:&quot;#DA291C&quot;,&quot;lineWidth&quot;:2.24152073646819,&quot;lineJoin&quot;:&quot;round&quot;}],&quot;parent&quot;:{&quot;type&quot;:&quot;CHILD&quot;,&quot;parentId&quot;:&quot;c567345a-1798-475c-b0aa-224d45a53e2e&quot;,&quot;order&quot;:&quot;999999999999999999999999999975&quot;},&quot;relativeTransform&quot;:{&quot;translate&quot;:{&quot;x&quot;:570.2674278174193,&quot;y&quot;:-74.01261731988085},&quot;rotate&quot;:0,&quot;skewX&quot;:0,&quot;scale&quot;:{&quot;x&quot;:1,&quot;y&quot;:1}},&quot;layout&quot;:{&quot;sizeRatio&quot;:{&quot;x&quot;:0.88,&quot;y&quot;:0.88},&quot;keepAspectRatio&quot;:false},&quot;opacity&quot;:0.29},&quot;b5512244-48be-49d4-939c-9a9b50fca0e1&quot;:{&quot;id&quot;:&quot;b5512244-48be-49d4-939c-9a9b50fca0e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947240138024293,&quot;color&quot;:&quot;black&quot;,&quot;fontWeight&quot;:&quot;normal&quot;,&quot;fontStyle&quot;:&quot;normal&quot;,&quot;decoration&quot;:&quot;none&quot;}}]},&quot;format&quot;:&quot;BETTER_TEXT&quot;,&quot;size&quot;:{&quot;x&quot;:62.511907501142794,&quot;y&quot;:16},&quot;targetSize&quot;:{&quot;x&quot;:62.511907501142794,&quot;y&quot;:2}},&quot;parent&quot;:{&quot;type&quot;:&quot;CHILD&quot;,&quot;parentId&quot;:&quot;d777cf1c-92a9-4318-ad1d-903509eb8891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a81b6f72-a1ec-477d-89cb-323c7bfccb9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81b6f72-a1ec-477d-89cb-323c7bfccb99&quot;:{&quot;id&quot;:&quot;a81b6f72-a1ec-477d-89cb-323c7bfccb99&quot;,&quot;name&quot;:&quot;Screenshot 2026-06-04 at 2.53.35 AM.png&quot;,&quot;type&quot;:&quot;FIGURE_OBJECT&quot;,&quot;relativeTransform&quot;:{&quot;translate&quot;:{&quot;x&quot;:571.3891464656748,&quot;y&quot;:-54.08590189030214},&quot;rotate&quot;:0,&quot;skewX&quot;:0,&quot;scale&quot;:{&quot;x&quot;:0.16340601645927594,&quot;y&quot;:0.1034864132914718}},&quot;image&quot;:{&quot;url&quot;:&quot;https://core.services.biorender.com/api/uploads/noredirect/6a212f01f9351a879b8dc8c5/1780559617795_d4dd4bff-e83a-46a6-9590-85a43d7e6d68_icon.png&quot;,&quot;isPremium&quot;:false,&quot;isSignedURL&quot;:true,&quot;size&quot;:{&quot;x&quot;:300,&quot;y&quot;:427.39726027397256}},&quot;source&quot;:{&quot;id&quot;:&quot;6a212f01f9351a879b8dc8c5&quot;,&quot;type&quot;:&quot;UPLOADS&quot;},&quot;isPremium&quot;:false,&quot;parent&quot;:{&quot;type&quot;:&quot;CHILD&quot;,&quot;parentId&quot;:&quot;c567345a-1798-475c-b0aa-224d45a53e2e&quot;,&quot;order&quot;:&quot;99999999999999999999999999999&quot;},&quot;opacity&quot;:0.29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fdf63e85-0d07-4302-a906-3693e5ca213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df63e85-0d07-4302-a906-3693e5ca2130&quot;:{&quot;type&quot;:&quot;FIGURE_OBJECT&quot;,&quot;id&quot;:&quot;fdf63e85-0d07-4302-a906-3693e5ca2130&quot;,&quot;path&quot;:{&quot;type&quot;:&quot;ELLIPSE&quot;,&quot;size&quot;:{&quot;x&quot;:8.393852923435844,&quot;y&quot;:8.393852923435842}},&quot;pathStyles&quot;:[{&quot;type&quot;:&quot;FILL&quot;,&quot;fillStyle&quot;:&quot;#000000&quot;},{&quot;type&quot;:&quot;STROKE&quot;,&quot;strokeStyle&quot;:&quot;#000000&quot;,&quot;lineWidth&quot;:0.1678770584687169,&quot;lineJoin&quot;:&quot;round&quot;}],&quot;parent&quot;:{&quot;type&quot;:&quot;CHILD&quot;,&quot;parentId&quot;:&quot;c567345a-1798-475c-b0aa-224d45a53e2e&quot;,&quot;order&quot;:&quot;999999999999999999999999999995&quot;},&quot;relativeTransform&quot;:{&quot;translate&quot;:{&quot;x&quot;:478.711011483446,&quot;y&quot;:-74.26562896492034},&quot;rotate&quot;:0,&quot;skewX&quot;:0,&quot;scale&quot;:{&quot;x&quot;:1,&quot;y&quot;:1}},&quot;layout&quot;:{&quot;sizeRatio&quot;:{&quot;x&quot;:0.7071067811865476,&quot;y&quot;:0.7071067811865476},&quot;keepAspectRatio&quot;:true},&quot;opacity&quot;:0.29},&quot;c83adf2e-f3c5-47bd-be2f-f2224df1dfdd&quot;:{&quot;id&quot;:&quot;c83adf2e-f3c5-47bd-be2f-f2224df1dfd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.5668525457080242,&quot;color&quot;:&quot;black&quot;,&quot;fontWeight&quot;:&quot;normal&quot;,&quot;fontStyle&quot;:&quot;normal&quot;,&quot;decoration&quot;:&quot;none&quot;}}]},&quot;format&quot;:&quot;BETTER_TEXT&quot;,&quot;size&quot;:{&quot;x&quot;:5.9353503224440125,&quot;y&quot;:1.8466476431558858},&quot;targetSize&quot;:{&quot;x&quot;:5.9353503224440125,&quot;y&quot;:2}},&quot;parent&quot;:{&quot;type&quot;:&quot;CHILD&quot;,&quot;parentId&quot;:&quot;fdf63e85-0d07-4302-a906-3693e5ca2130&quot;,&quot;order&quot;:&quot;5&quot;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b987d8ba-77a7-4d66-bab8-2d0c4e93fa7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987d8ba-77a7-4d66-bab8-2d0c4e93fa75&quot;:{&quot;type&quot;:&quot;FIGURE_OBJECT&quot;,&quot;id&quot;:&quot;b987d8ba-77a7-4d66-bab8-2d0c4e93fa75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82.9079379451639,&quot;y&quot;:-74.552231398097},{&quot;x&quot;:534.6250255051473,&quot;y&quot;:-74.552231398097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7&quot;},&quot;connectorInfo&quot;:{&quot;type&quot;:&quot;LINE&quot;,&quot;offset&quot;:{&quot;x&quot;:0,&quot;y&quot;:0},&quot;bending&quot;:0.1,&quot;customized&quot;:false,&quot;connectedObjectAtLineStart&quot;:{&quot;objectId&quot;:&quot;fdf63e85-0d07-4302-a906-3693e5ca2130&quot;,&quot;coordinates&quot;:{&quot;x&quot;:1,&quot;y&quot;:0.4658556760773749}}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e6cbb399-951f-4abd-9f5f-ab75d51e23f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6cbb399-951f-4abd-9f5f-ab75d51e23f1&quot;:{&quot;type&quot;:&quot;FIGURE_OBJECT&quot;,&quot;id&quot;:&quot;e6cbb399-951f-4abd-9f5f-ab75d51e23f1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77.92451872406184,&quot;y&quot;:-165.0688756673609},{&quot;x&quot;:477.92451872406184,&quot;y&quot;:-78.46255542663826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8&quot;},&quot;connectorInfo&quot;:{&quot;type&quot;:&quot;LINE&quot;,&quot;offset&quot;:{&quot;x&quot;:0,&quot;y&quot;:0},&quot;bending&quot;:0.1,&quot;customized&quot;:false,&quot;connectedObjectAtLineEnd&quot;:{&quot;objectId&quot;:&quot;fdf63e85-0d07-4302-a906-3693e5ca2130&quot;,&quot;coordinates&quot;:{&quot;x&quot;:0.4063013414032723,&quot;y&quot;:0}}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82ddc7c7-d823-4b73-bf78-6175e5a61b5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2ddc7c7-d823-4b73-bf78-6175e5a61b5e&quot;:{&quot;type&quot;:&quot;FIGURE_OBJECT&quot;,&quot;id&quot;:&quot;82ddc7c7-d823-4b73-bf78-6175e5a61b5e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418.32604789612145,&quot;y&quot;:3.0582441176994015},{&quot;x&quot;:478.711011483446,&quot;y&quot;:3.0582441176994015},{&quot;x&quot;:478.711011483446,&quot;y&quot;:-70.0687025032024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9&quot;},&quot;connectorInfo&quot;:{&quot;connectedObjectAtLineStart&quot;:{&quot;objectId&quot;:&quot;53bd5bda-fdba-4eeb-9172-92eb89517fca&quot;,&quot;coordinates&quot;:{&quot;x&quot;:1,&quot;y&quot;:0.5}},&quot;connectedObjectAtLineEnd&quot;:{&quot;objectId&quot;:&quot;fdf63e85-0d07-4302-a906-3693e5ca2130&quot;,&quot;coordinates&quot;:{&quot;x&quot;:0.5,&quot;y&quot;:1}},&quot;type&quot;:&quot;ELBOW&quot;,&quot;offset&quot;:{&quot;x&quot;:0,&quot;y&quot;:0},&quot;bending&quot;:-0.1,&quot;customized&quot;:false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4-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567345a-1798-475c-b0aa-224d45a53e2e"/>
  <p:tag name="SELECTIONIDS" val="513eabae-3cb1-4dde-91b8-27a947ec298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13eabae-3cb1-4dde-91b8-27a947ec2987&quot;:{&quot;type&quot;:&quot;FIGURE_OBJECT&quot;,&quot;id&quot;:&quot;513eabae-3cb1-4dde-91b8-27a947ec2987&quot;,&quot;relativeTransform&quot;:{&quot;translate&quot;:{&quot;x&quot;:0,&quot;y&quot;:0},&quot;rotate&quot;:0,&quot;skewX&quot;:0,&quot;scale&quot;:{&quot;x&quot;:1,&quot;y&quot;:1}},&quot;opacity&quot;:0.29,&quot;path&quot;:{&quot;type&quot;:&quot;POLY_LINE&quot;,&quot;points&quot;:[{&quot;x&quot;:288.30073935949406,&quot;y&quot;:-123.4832599380851},{&quot;x&quot;:381.40741219061107,&quot;y&quot;:-123.4832599380851},{&quot;x&quot;:381.40741219061107,&quot;y&quot;:-74.26562896492034},{&quot;x&quot;:474.5140850217281,&quot;y&quot;:-74.2656289649203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67345a-1798-475c-b0aa-224d45a53e2e&quot;,&quot;order&quot;:&quot;9999999999999999999999999999995&quot;},&quot;connectorInfo&quot;:{&quot;type&quot;:&quot;ELBOW&quot;,&quot;offset&quot;:{&quot;x&quot;:0,&quot;y&quot;:0},&quot;bending&quot;:-0.1,&quot;customized&quot;:false,&quot;connectedObjectAtLineStart&quot;:{&quot;objectId&quot;:&quot;dd979a19-f994-4578-9e98-a296c87141a8&quot;,&quot;coordinates&quot;:{&quot;x&quot;:1,&quot;y&quot;:0.5}},&quot;connectedObjectAtLineEnd&quot;:{&quot;objectId&quot;:&quot;fdf63e85-0d07-4302-a906-3693e5ca2130&quot;,&quot;coordinates&quot;:{&quot;x&quot;:0,&quot;y&quot;:0.5}}}},&quot;c567345a-1798-475c-b0aa-224d45a53e2e&quot;:{&quot;id&quot;:&quot;c567345a-1798-475c-b0aa-224d45a53e2e&quot;,&quot;type&quot;:&quot;FIGURE_OBJECT&quot;,&quot;document&quot;:{&quot;type&quot;:&quot;FIGURE&quot;,&quot;canvasType&quot;:&quot;FIGURE&quot;,&quot;units&quot;:&quot;cm&quot;,&quot;title&quot;:&quot;Data Analysis Workflow&quot;,&quot;aspectRatio&quot;:1.7777777777777777},&quot;parent&quot;:{&quot;type&quot;:&quot;DOCUMENT&quot;,&quot;parentId&quot;:&quot;d32a9ec0-4d3c-463c-b1e3-283488fd0be2&quot;,&quot;order&quot;:&quot;67&quot;},&quot;source&quot;:{&quot;id&quot;:&quot;67095a7b453fec58a69dc8c2&quot;,&quot;type&quot;:&quot;TEMPLATES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297ecb86-ebd1-4c33-9a90-ba55f2af3a0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492ff3ed-e932-4bb1-ab80-a26561ed3baf&quot;:{&quot;id&quot;:&quot;492ff3ed-e932-4bb1-ab80-a26561ed3baf&quot;,&quot;name&quot;:&quot;X mark (thin)&quot;,&quot;displayName&quot;:&quot;&quot;,&quot;type&quot;:&quot;FIGURE_OBJECT&quot;,&quot;relativeTransform&quot;:{&quot;translate&quot;:{&quot;x&quot;:500.96031558833715,&quot;y&quot;:114.52720684284436},&quot;rotate&quot;:0,&quot;skewX&quot;:0,&quot;scale&quot;:{&quot;x&quot;:0.2503928453258366,&quot;y&quot;:0.2503928453258366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297ecb86-ebd1-4c33-9a90-ba55f2af3a0e&quot;,&quot;order&quot;:&quot;999&quot;}},&quot;1c07125e-4abd-4df2-ab27-2157a62ed2c3&quot;:{&quot;id&quot;:&quot;1c07125e-4abd-4df2-ab27-2157a62ed2c3&quot;,&quot;name&quot;:&quot;X mark (thin)&quot;,&quot;displayName&quot;:&quot;&quot;,&quot;type&quot;:&quot;FIGURE_OBJECT&quot;,&quot;relativeTransform&quot;:{&quot;translate&quot;:{&quot;x&quot;:501.1244802252072,&quot;y&quot;:151.53646828836855},&quot;rotate&quot;:0,&quot;skewX&quot;:0,&quot;scale&quot;:{&quot;x&quot;:0.2503928453258366,&quot;y&quot;:0.2503928453258366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297ecb86-ebd1-4c33-9a90-ba55f2af3a0e&quot;,&quot;order&quot;:&quot;998&quot;}},&quot;e6de0e97-943d-44cd-aaef-875719ec9af8&quot;:{&quot;id&quot;:&quot;e6de0e97-943d-44cd-aaef-875719ec9af8&quot;,&quot;name&quot;:&quot;X mark (thin)&quot;,&quot;displayName&quot;:&quot;&quot;,&quot;type&quot;:&quot;FIGURE_OBJECT&quot;,&quot;relativeTransform&quot;:{&quot;translate&quot;:{&quot;x&quot;:500.01812428246853,&quot;y&quot;:187.27520915428394},&quot;rotate&quot;:0,&quot;skewX&quot;:0,&quot;scale&quot;:{&quot;x&quot;:0.2503928453258366,&quot;y&quot;:0.2503928453258366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297ecb86-ebd1-4c33-9a90-ba55f2af3a0e&quot;,&quot;order&quot;:&quot;997&quot;}},&quot;cfd180b2-84e9-4174-a2a6-c7e6a556cca6&quot;:{&quot;id&quot;:&quot;cfd180b2-84e9-4174-a2a6-c7e6a556cca6&quot;,&quot;type&quot;:&quot;FIGURE_OBJECT&quot;,&quot;relativeTransform&quot;:{&quot;translate&quot;:{&quot;x&quot;:697.8439985420149,&quot;y&quot;:138.2122679038002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2,&quot;color&quot;:&quot;black&quot;,&quot;fontWeight&quot;:&quot;bold&quot;,&quot;fontStyle&quot;:&quot;normal&quot;,&quot;decoration&quot;:&quot;none&quot;},&quot;range&quot;:[0,8]}],&quot;text&quot;:&quot;Excluded:&quot;},{&quot;textIndent&quot;:{&quot;type&quot;:&quot;none&quot;,&quot;indent&quot;:1,&quot;symbol&quot;:&quot; &quot;,&quot;unit&quot;:&quot;levels&quot;},&quot;runs&quot;:[{&quot;style&quot;:{&quot;fontFamily&quot;:&quot;Roboto&quot;,&quot;fontSize&quot;:32,&quot;color&quot;:&quot;black&quot;,&quot;fontWeight&quot;:&quot;normal&quot;,&quot;fontStyle&quot;:&quot;normal&quot;,&quot;decoration&quot;:&quot;none&quot;},&quot;range&quot;:[0,17]}],&quot;text&quot;:&quot;HLA signal peptide&quot;},{&quot;textIndent&quot;:{&quot;type&quot;:&quot;none&quot;,&quot;indent&quot;:1,&quot;symbol&quot;:&quot; &quot;,&quot;unit&quot;:&quot;levels&quot;},&quot;runs&quot;:[{&quot;style&quot;:{&quot;fontFamily&quot;:&quot;Roboto&quot;,&quot;fontSize&quot;:32,&quot;color&quot;:&quot;black&quot;,&quot;fontWeight&quot;:&quot;normal&quot;,&quot;fontStyle&quot;:&quot;normal&quot;,&quot;decoration&quot;:&quot;none&quot;,&quot;script&quot;:&quot;none&quot;},&quot;range&quot;:[0,23]}],&quot;text&quot;:&quot;HLA transmembrane domain&quot;},{&quot;textIndent&quot;:{&quot;type&quot;:&quot;none&quot;,&quot;indent&quot;:1,&quot;symbol&quot;:&quot; &quot;,&quot;unit&quot;:&quot;levels&quot;},&quot;runs&quot;:[{&quot;style&quot;:{&quot;fontFamily&quot;:&quot;Roboto&quot;,&quot;fontSize&quot;:32,&quot;color&quot;:&quot;black&quot;,&quot;fontWeight&quot;:&quot;normal&quot;,&quot;fontStyle&quot;:&quot;normal&quot;,&quot;decoration&quot;:&quot;none&quot;,&quot;script&quot;:&quot;none&quot;},&quot;range&quot;:[0,17]}],&quot;text&quot;:&quot;B2M signal peptide&quot;}],&quot;_lastCaretLocation&quot;:{&quot;lineIndex&quot;:3,&quot;runIndex&quot;:-1,&quot;charIndex&quot;:-1,&quot;endOfLine&quot;:true}},&quot;format&quot;:&quot;BETTER_TEXT&quot;,&quot;size&quot;:{&quot;x&quot;:482.79782492418315,&quot;y&quot;:165.62887250973074},&quot;targetSize&quot;:{&quot;x&quot;:482.79782492418315,&quot;y&quot;:165.62887250973074}},&quot;parent&quot;:{&quot;type&quot;:&quot;CHILD&quot;,&quot;parentId&quot;:&quot;297ecb86-ebd1-4c33-9a90-ba55f2af3a0e&quot;,&quot;order&quot;:&quot;995&quot;}},&quot;b4cd7671-20da-4a52-a20d-b1a6ecb32828&quot;:{&quot;id&quot;:&quot;b4cd7671-20da-4a52-a20d-b1a6ecb32828&quot;,&quot;type&quot;:&quot;FIGURE_OBJECT&quot;,&quot;relativeTransform&quot;:{&quot;translate&quot;:{&quot;x&quot;:3.0715655404808047,&quot;y&quot;:-29.87819004091606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2,&quot;color&quot;:&quot;rgba(192,56,48,1)&quot;,&quot;fontWeight&quot;:&quot;bold&quot;,&quot;fontStyle&quot;:&quot;normal&quot;,&quot;decoration&quot;:&quot;none&quot;},&quot;range&quot;:[0,10]}],&quot;text&quot;:&quot;HLA-A*02:01&quot;}],&quot;_lastCaretLocation&quot;:{&quot;lineIndex&quot;:0,&quot;runIndex&quot;:-1,&quot;charIndex&quot;:-1,&quot;endOfLine&quot;:true}},&quot;format&quot;:&quot;BETTER_TEXT&quot;,&quot;size&quot;:{&quot;x&quot;:202.3543596754148,&quot;y&quot;:38},&quot;targetSize&quot;:{&quot;x&quot;:202.3543596754148,&quot;y&quot;:38}},&quot;parent&quot;:{&quot;type&quot;:&quot;CHILD&quot;,&quot;parentId&quot;:&quot;297ecb86-ebd1-4c33-9a90-ba55f2af3a0e&quot;,&quot;order&quot;:&quot;99&quot;}},&quot;71e9bd99-6a97-40a5-9a3f-1802b7af07b8&quot;:{&quot;id&quot;:&quot;71e9bd99-6a97-40a5-9a3f-1802b7af07b8&quot;,&quot;type&quot;:&quot;FIGURE_OBJECT&quot;,&quot;relativeTransform&quot;:{&quot;translate&quot;:{&quot;x&quot;:331.8651094576903,&quot;y&quot;:20.4938382984879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2,&quot;color&quot;:&quot;rgba(130,92,166,1)&quot;,&quot;fontWeight&quot;:&quot;bold&quot;,&quot;fontStyle&quot;:&quot;normal&quot;,&quot;decoration&quot;:&quot;none&quot;},&quot;range&quot;:[0,2]}],&quot;text&quot;:&quot;B2M&quot;}],&quot;_lastCaretLocation&quot;:{&quot;lineIndex&quot;:0,&quot;runIndex&quot;:-1,&quot;charIndex&quot;:-1,&quot;endOfLine&quot;:true}},&quot;format&quot;:&quot;BETTER_TEXT&quot;,&quot;size&quot;:{&quot;x&quot;:76.23123255853564,&quot;y&quot;:41.85620212801316},&quot;targetSize&quot;:{&quot;x&quot;:76.23123255853564,&quot;y&quot;:41.85620212801316}},&quot;parent&quot;:{&quot;type&quot;:&quot;CHILD&quot;,&quot;parentId&quot;:&quot;297ecb86-ebd1-4c33-9a90-ba55f2af3a0e&quot;,&quot;order&quot;:&quot;98&quot;}},&quot;0142b76b-803c-4d0a-98be-e7f2dbaff286&quot;:{&quot;id&quot;:&quot;0142b76b-803c-4d0a-98be-e7f2dbaff286&quot;,&quot;type&quot;:&quot;FIGURE_OBJECT&quot;,&quot;relativeTransform&quot;:{&quot;translate&quot;:{&quot;x&quot;:623.517980215107,&quot;y&quot;:-170.906988307826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2,&quot;color&quot;:&quot;black&quot;,&quot;fontWeight&quot;:&quot;normal&quot;,&quot;fontStyle&quot;:&quot;normal&quot;,&quot;decoration&quot;:&quot;none&quot;},&quot;range&quot;:[0,20]}],&quot;text&quot;:&quot;129 Candidate 9-mers:&quot;},{&quot;textIndent&quot;:{&quot;type&quot;:&quot;bullet&quot;,&quot;indent&quot;:1,&quot;symbol&quot;:&quot;●&quot;,&quot;unit&quot;:&quot;levels&quot;},&quot;runs&quot;:[{&quot;style&quot;:{&quot;fontFamily&quot;:&quot;Roboto&quot;,&quot;fontSize&quot;:32,&quot;color&quot;:&quot;black&quot;,&quot;fontWeight&quot;:&quot;normal&quot;,&quot;fontStyle&quot;:&quot;normal&quot;,&quot;decoration&quot;:&quot;none&quot;,&quot;script&quot;:&quot;none&quot;},&quot;range&quot;:[0,7]}],&quot;text&quot;:&quot;49: 1-AA&quot;},{&quot;textIndent&quot;:{&quot;type&quot;:&quot;bullet&quot;,&quot;indent&quot;:1,&quot;symbol&quot;:&quot;●&quot;,&quot;unit&quot;:&quot;levels&quot;},&quot;runs&quot;:[{&quot;style&quot;:{&quot;fontFamily&quot;:&quot;Roboto&quot;,&quot;fontSize&quot;:32,&quot;color&quot;:&quot;black&quot;,&quot;fontWeight&quot;:&quot;normal&quot;,&quot;fontStyle&quot;:&quot;normal&quot;,&quot;decoration&quot;:&quot;none&quot;,&quot;script&quot;:&quot;none&quot;},&quot;range&quot;:[0,7]}],&quot;text&quot;:&quot;50: 2-AA&quot;},{&quot;textIndent&quot;:{&quot;type&quot;:&quot;bullet&quot;,&quot;indent&quot;:1,&quot;symbol&quot;:&quot;●&quot;,&quot;unit&quot;:&quot;levels&quot;},&quot;runs&quot;:[{&quot;style&quot;:{&quot;fontFamily&quot;:&quot;Roboto&quot;,&quot;fontSize&quot;:32,&quot;color&quot;:&quot;black&quot;,&quot;fontWeight&quot;:&quot;normal&quot;,&quot;fontStyle&quot;:&quot;normal&quot;,&quot;decoration&quot;:&quot;none&quot;,&quot;script&quot;:&quot;none&quot;},&quot;range&quot;:[0,13]}],&quot;text&quot;:&quot;30: CPL guided&quot;}],&quot;_lastCaretLocation&quot;:{&quot;lineIndex&quot;:3,&quot;runIndex&quot;:-1,&quot;charIndex&quot;:-1,&quot;endOfLine&quot;:true}},&quot;format&quot;:&quot;BETTER_TEXT&quot;,&quot;size&quot;:{&quot;x&quot;:334.1469145904933,&quot;y&quot;:152},&quot;targetSize&quot;:{&quot;x&quot;:334.1469145904933,&quot;y&quot;:42.97024333029842}},&quot;parent&quot;:{&quot;type&quot;:&quot;CHILD&quot;,&quot;parentId&quot;:&quot;297ecb86-ebd1-4c33-9a90-ba55f2af3a0e&quot;,&quot;order&quot;:&quot;97&quot;}},&quot;82d046b9-219e-4460-b9e0-e32895881fb7&quot;:{&quot;type&quot;:&quot;FIGURE_OBJECT&quot;,&quot;id&quot;:&quot;82d046b9-219e-4460-b9e0-e32895881fb7&quot;,&quot;relativeTransform&quot;:{&quot;translate&quot;:{&quot;x&quot;:285.49780062332184,&quot;y&quot;:-185.04145703322683},&quot;rotate&quot;:2.4657944107428795,&quot;skewX&quot;:0,&quot;scale&quot;:{&quot;x&quot;:1,&quot;y&quot;:1}},&quot;opacity&quot;:1,&quot;path&quot;:{&quot;type&quot;:&quot;POLY_LINE&quot;,&quot;points&quot;:[{&quot;x&quot;:46.32693295102534,&quot;y&quot;:14.011535136043605},{&quot;x&quot;:23.86538970204336,&quot;y&quot;:-14.002900921249033},{&quot;x&quot;:-1.403846453061374,&quot;y&quot;:11.266335233855695},{&quot;x&quot;:-29.48077551428885,&quot;y&quot;:-14.002900921249033},{&quot;x&quot;:-46.32693295102534,&quot;y&quot;:14.011535136043605}],&quot;closed&quot;:false},&quot;pathStyles&quot;:[{&quot;type&quot;:&quot;FILL&quot;,&quot;fillStyle&quot;:&quot;rgba(0,0,0,0)&quot;},{&quot;type&quot;:&quot;STROKE&quot;,&quot;strokeStyle&quot;:&quot;rgba(192, 56, 48, 1)&quot;,&quot;lineWidth&quot;:7.515730678319317,&quot;lineJoin&quot;:&quot;round&quot;}],&quot;pathSmoothing&quot;:{&quot;type&quot;:&quot;CATMULL_SMOOTHING&quot;,&quot;smoothing&quot;:0.2},&quot;isLocked&quot;:false,&quot;parent&quot;:{&quot;type&quot;:&quot;CHILD&quot;,&quot;parentId&quot;:&quot;297ecb86-ebd1-4c33-9a90-ba55f2af3a0e&quot;,&quot;order&quot;:&quot;95&quot;}},&quot;d08852c6-3ed2-43cd-ad45-2ab34dc47c9e&quot;:{&quot;type&quot;:&quot;FIGURE_OBJECT&quot;,&quot;id&quot;:&quot;d08852c6-3ed2-43cd-ad45-2ab34dc47c9e&quot;,&quot;relativeTransform&quot;:{&quot;translate&quot;:{&quot;x&quot;:82.13199365398498,&quot;y&quot;:-178.75937466046878},&quot;rotate&quot;:0,&quot;skewX&quot;:0,&quot;scale&quot;:{&quot;x&quot;:1,&quot;y&quot;:1}},&quot;opacity&quot;:1,&quot;path&quot;:{&quot;type&quot;:&quot;POLY_LINE&quot;,&quot;points&quot;:[{&quot;x&quot;:-36.32622934816372,&quot;y&quot;:33.201284338555716},{&quot;x&quot;:-0.41976677818609587,&quot;y&quot;:33.43686541760471},{&quot;x&quot;:-4.09440437232999,&quot;y&quot;:-2.1098029252457824},{&quot;x&quot;:33.222932345448235,&quot;y&quot;:-7.963401960334216},{&quot;x&quot;:22.105827024464023,&quot;y&quot;:-38.70444321260135}],&quot;closed&quot;:false},&quot;pathStyles&quot;:[{&quot;type&quot;:&quot;FILL&quot;,&quot;fillStyle&quot;:&quot;rgba(0,0,0,0)&quot;},{&quot;type&quot;:&quot;STROKE&quot;,&quot;strokeStyle&quot;:&quot;rgb(41, 116, 18)&quot;,&quot;lineWidth&quot;:7.515730678319317,&quot;lineJoin&quot;:&quot;round&quot;}],&quot;pathSmoothing&quot;:{&quot;type&quot;:&quot;CATMULL_SMOOTHING&quot;,&quot;smoothing&quot;:0.2},&quot;isLocked&quot;:false,&quot;parent&quot;:{&quot;type&quot;:&quot;CHILD&quot;,&quot;parentId&quot;:&quot;297ecb86-ebd1-4c33-9a90-ba55f2af3a0e&quot;,&quot;order&quot;:&quot;9&quot;}},&quot;e6d2facb-af7b-42c8-b70d-66b24d045aae&quot;:{&quot;type&quot;:&quot;FIGURE_OBJECT&quot;,&quot;id&quot;:&quot;e6d2facb-af7b-42c8-b70d-66b24d045aae&quot;,&quot;relativeTransform&quot;:{&quot;translate&quot;:{&quot;x&quot;:194.9924432941309,&quot;y&quot;:-224.72348341955023},&quot;rotate&quot;:-0.4413105726068125,&quot;skewX&quot;:0,&quot;scale&quot;:{&quot;x&quot;:1,&quot;y&quot;:1}},&quot;opacity&quot;:1,&quot;path&quot;:{&quot;type&quot;:&quot;POLY_LINE&quot;,&quot;points&quot;:[{&quot;x&quot;:46.32693295102533,&quot;y&quot;:14.011535136043603},{&quot;x&quot;:23.865389702043355,&quot;y&quot;:-14.002900921249031},{&quot;x&quot;:-29.480775514288847,&quot;y&quot;:-14.002900921249031},{&quot;x&quot;:-46.32693295102533,&quot;y&quot;:14.011535136043603}],&quot;closed&quot;:false},&quot;pathStyles&quot;:[{&quot;type&quot;:&quot;FILL&quot;,&quot;fillStyle&quot;:&quot;rgba(0,0,0,0)&quot;},{&quot;type&quot;:&quot;STROKE&quot;,&quot;strokeStyle&quot;:&quot;rgb(168, 96, 24)&quot;,&quot;lineWidth&quot;:7.515730678319315,&quot;lineJoin&quot;:&quot;round&quot;}],&quot;pathSmoothing&quot;:{&quot;type&quot;:&quot;CATMULL_SMOOTHING&quot;,&quot;smoothing&quot;:0.2},&quot;isLocked&quot;:false,&quot;parent&quot;:{&quot;type&quot;:&quot;CHILD&quot;,&quot;parentId&quot;:&quot;297ecb86-ebd1-4c33-9a90-ba55f2af3a0e&quot;,&quot;order&quot;:&quot;85&quot;}},&quot;94e2ad96-fa60-4ad3-8a71-41aa915877b7&quot;:{&quot;id&quot;:&quot;94e2ad96-fa60-4ad3-8a71-41aa915877b7&quot;,&quot;name&quot;:&quot;HLA class 1 (schematic)&quot;,&quot;displayName&quot;:&quot;&quot;,&quot;type&quot;:&quot;FIGURE_OBJECT&quot;,&quot;relativeTransform&quot;:{&quot;translate&quot;:{&quot;x&quot;:193.79765863454094,&quot;y&quot;:85.10186597202181},&quot;rotate&quot;:0,&quot;skewX&quot;:0,&quot;scale&quot;:{&quot;x&quot;:2.610947173697617,&quot;y&quot;:2.610947173697617}},&quot;image&quot;:{&quot;url&quot;:&quot;https://icons.cdn.biorender.com/biorender/5ce7e5a9053c6b330009f9b3/20190524123858/image/5ce7e5a9053c6b330009f9b3.png&quot;,&quot;isPremium&quot;:false,&quot;isOrgIcon&quot;:false,&quot;size&quot;:{&quot;x&quot;:100,&quot;y&quot;:197.16981132075472}},&quot;source&quot;:{&quot;id&quot;:&quot;5ce7e5a9053c6b330009f9b3&quot;,&quot;version&quot;:&quot;20190524123858&quot;,&quot;type&quot;:&quot;ASSETS&quot;},&quot;isPremium&quot;:false,&quot;parent&quot;:{&quot;type&quot;:&quot;CHILD&quot;,&quot;parentId&quot;:&quot;297ecb86-ebd1-4c33-9a90-ba55f2af3a0e&quot;,&quot;order&quot;:&quot;8&quot;}},&quot;c242c459-f92c-40fd-a117-2dbbc17345e8&quot;:{&quot;id&quot;:&quot;c242c459-f92c-40fd-a117-2dbbc17345e8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5]}],&quot;text&quot;:&quot;AlphaFold3 Input &amp; Metrics&quot;}],&quot;_lastCaretLocation&quot;:{&quot;lineIndex&quot;:1,&quot;runIndex&quot;:-1,&quot;charIndex&quot;:-1,&quot;endOfLine&quot;:true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297ecb86-ebd1-4c33-9a90-ba55f2af3a0e&quot;,&quot;order&quot;:&quot;7&quot;}},&quot;80459e2d-e918-43a3-9d5b-0bcd2fd97abd&quot;:{&quot;id&quot;:&quot;80459e2d-e918-43a3-9d5b-0bcd2fd97abd&quot;,&quot;type&quot;:&quot;FIGURE_OBJECT&quot;,&quot;relativeTransform&quot;:{&quot;translate&quot;:{&quot;x&quot;:388.88885033072563,&quot;y&quot;:-1.4904302327412893},&quot;rotate&quot;:0,&quot;skewX&quot;:0,&quot;scale&quot;:{&quot;x&quot;:1,&quot;y&quot;:1}},&quot;path&quot;:{&quot;type&quot;:&quot;RECT&quot;,&quot;size&quot;:{&quot;x&quot;:1256.3284674534661,&quot;y&quot;:717.0900056762496}},&quot;pathStyles&quot;:[{&quot;type&quot;:&quot;FILL&quot;,&quot;fillStyle&quot;:&quot;rgba(0,0,0,0)&quot;}],&quot;parent&quot;:{&quot;type&quot;:&quot;FRAME&quot;,&quot;parentId&quot;:&quot;297ecb86-ebd1-4c33-9a90-ba55f2af3a0e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94e2ad96-fa60-4ad3-8a71-41aa915877b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4e2ad96-fa60-4ad3-8a71-41aa915877b7&quot;:{&quot;id&quot;:&quot;94e2ad96-fa60-4ad3-8a71-41aa915877b7&quot;,&quot;name&quot;:&quot;HLA class 1 (schematic)&quot;,&quot;displayName&quot;:&quot;&quot;,&quot;type&quot;:&quot;FIGURE_OBJECT&quot;,&quot;relativeTransform&quot;:{&quot;translate&quot;:{&quot;x&quot;:193.79765863454094,&quot;y&quot;:85.10186597202181},&quot;rotate&quot;:0,&quot;skewX&quot;:0,&quot;scale&quot;:{&quot;x&quot;:2.610947173697617,&quot;y&quot;:2.610947173697617}},&quot;image&quot;:{&quot;url&quot;:&quot;https://icons.cdn.biorender.com/biorender/5ce7e5a9053c6b330009f9b3/20190524123858/image/5ce7e5a9053c6b330009f9b3.png&quot;,&quot;isPremium&quot;:false,&quot;isOrgIcon&quot;:false,&quot;size&quot;:{&quot;x&quot;:100,&quot;y&quot;:197.16981132075472}},&quot;source&quot;:{&quot;id&quot;:&quot;5ce7e5a9053c6b330009f9b3&quot;,&quot;version&quot;:&quot;20190524123858&quot;,&quot;type&quot;:&quot;ASSETS&quot;},&quot;isPremium&quot;:false,&quot;parent&quot;:{&quot;type&quot;:&quot;CHILD&quot;,&quot;parentId&quot;:&quot;297ecb86-ebd1-4c33-9a90-ba55f2af3a0e&quot;,&quot;order&quot;:&quot;8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e6d2facb-af7b-42c8-b70d-66b24d045aa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6d2facb-af7b-42c8-b70d-66b24d045aae&quot;:{&quot;type&quot;:&quot;FIGURE_OBJECT&quot;,&quot;id&quot;:&quot;e6d2facb-af7b-42c8-b70d-66b24d045aae&quot;,&quot;relativeTransform&quot;:{&quot;translate&quot;:{&quot;x&quot;:194.9924432941309,&quot;y&quot;:-224.72348341955023},&quot;rotate&quot;:-0.4413105726068125,&quot;skewX&quot;:0,&quot;scale&quot;:{&quot;x&quot;:1,&quot;y&quot;:1}},&quot;opacity&quot;:1,&quot;path&quot;:{&quot;type&quot;:&quot;POLY_LINE&quot;,&quot;points&quot;:[{&quot;x&quot;:46.32693295102533,&quot;y&quot;:14.011535136043603},{&quot;x&quot;:23.865389702043355,&quot;y&quot;:-14.002900921249031},{&quot;x&quot;:-29.480775514288847,&quot;y&quot;:-14.002900921249031},{&quot;x&quot;:-46.32693295102533,&quot;y&quot;:14.011535136043603}],&quot;closed&quot;:false},&quot;pathStyles&quot;:[{&quot;type&quot;:&quot;FILL&quot;,&quot;fillStyle&quot;:&quot;rgba(0,0,0,0)&quot;},{&quot;type&quot;:&quot;STROKE&quot;,&quot;strokeStyle&quot;:&quot;rgb(168, 96, 24)&quot;,&quot;lineWidth&quot;:7.515730678319315,&quot;lineJoin&quot;:&quot;round&quot;}],&quot;pathSmoothing&quot;:{&quot;type&quot;:&quot;CATMULL_SMOOTHING&quot;,&quot;smoothing&quot;:0.2},&quot;isLocked&quot;:false,&quot;parent&quot;:{&quot;type&quot;:&quot;CHILD&quot;,&quot;parentId&quot;:&quot;297ecb86-ebd1-4c33-9a90-ba55f2af3a0e&quot;,&quot;order&quot;:&quot;85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d08852c6-3ed2-43cd-ad45-2ab34dc47c9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08852c6-3ed2-43cd-ad45-2ab34dc47c9e&quot;:{&quot;type&quot;:&quot;FIGURE_OBJECT&quot;,&quot;id&quot;:&quot;d08852c6-3ed2-43cd-ad45-2ab34dc47c9e&quot;,&quot;relativeTransform&quot;:{&quot;translate&quot;:{&quot;x&quot;:82.13199365398498,&quot;y&quot;:-178.75937466046878},&quot;rotate&quot;:0,&quot;skewX&quot;:0,&quot;scale&quot;:{&quot;x&quot;:1,&quot;y&quot;:1}},&quot;opacity&quot;:1,&quot;path&quot;:{&quot;type&quot;:&quot;POLY_LINE&quot;,&quot;points&quot;:[{&quot;x&quot;:-36.32622934816372,&quot;y&quot;:33.201284338555716},{&quot;x&quot;:-0.41976677818609587,&quot;y&quot;:33.43686541760471},{&quot;x&quot;:-4.09440437232999,&quot;y&quot;:-2.1098029252457824},{&quot;x&quot;:33.222932345448235,&quot;y&quot;:-7.963401960334216},{&quot;x&quot;:22.105827024464023,&quot;y&quot;:-38.70444321260135}],&quot;closed&quot;:false},&quot;pathStyles&quot;:[{&quot;type&quot;:&quot;FILL&quot;,&quot;fillStyle&quot;:&quot;rgba(0,0,0,0)&quot;},{&quot;type&quot;:&quot;STROKE&quot;,&quot;strokeStyle&quot;:&quot;rgb(41, 116, 18)&quot;,&quot;lineWidth&quot;:7.515730678319317,&quot;lineJoin&quot;:&quot;round&quot;}],&quot;pathSmoothing&quot;:{&quot;type&quot;:&quot;CATMULL_SMOOTHING&quot;,&quot;smoothing&quot;:0.2},&quot;isLocked&quot;:false,&quot;parent&quot;:{&quot;type&quot;:&quot;CHILD&quot;,&quot;parentId&quot;:&quot;297ecb86-ebd1-4c33-9a90-ba55f2af3a0e&quot;,&quot;order&quot;:&quot;9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82d046b9-219e-4460-b9e0-e32895881fb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2d046b9-219e-4460-b9e0-e32895881fb7&quot;:{&quot;type&quot;:&quot;FIGURE_OBJECT&quot;,&quot;id&quot;:&quot;82d046b9-219e-4460-b9e0-e32895881fb7&quot;,&quot;relativeTransform&quot;:{&quot;translate&quot;:{&quot;x&quot;:285.49780062332184,&quot;y&quot;:-185.04145703322683},&quot;rotate&quot;:2.4657944107428795,&quot;skewX&quot;:0,&quot;scale&quot;:{&quot;x&quot;:1,&quot;y&quot;:1}},&quot;opacity&quot;:1,&quot;path&quot;:{&quot;type&quot;:&quot;POLY_LINE&quot;,&quot;points&quot;:[{&quot;x&quot;:46.32693295102534,&quot;y&quot;:14.011535136043605},{&quot;x&quot;:23.86538970204336,&quot;y&quot;:-14.002900921249033},{&quot;x&quot;:-1.403846453061374,&quot;y&quot;:11.266335233855695},{&quot;x&quot;:-29.48077551428885,&quot;y&quot;:-14.002900921249033},{&quot;x&quot;:-46.32693295102534,&quot;y&quot;:14.011535136043605}],&quot;closed&quot;:false},&quot;pathStyles&quot;:[{&quot;type&quot;:&quot;FILL&quot;,&quot;fillStyle&quot;:&quot;rgba(0,0,0,0)&quot;},{&quot;type&quot;:&quot;STROKE&quot;,&quot;strokeStyle&quot;:&quot;rgba(192, 56, 48, 1)&quot;,&quot;lineWidth&quot;:7.515730678319317,&quot;lineJoin&quot;:&quot;round&quot;}],&quot;pathSmoothing&quot;:{&quot;type&quot;:&quot;CATMULL_SMOOTHING&quot;,&quot;smoothing&quot;:0.2},&quot;isLocked&quot;:false,&quot;parent&quot;:{&quot;type&quot;:&quot;CHILD&quot;,&quot;parentId&quot;:&quot;297ecb86-ebd1-4c33-9a90-ba55f2af3a0e&quot;,&quot;order&quot;:&quot;95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e6de0e97-943d-44cd-aaef-875719ec9af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6de0e97-943d-44cd-aaef-875719ec9af8&quot;:{&quot;id&quot;:&quot;e6de0e97-943d-44cd-aaef-875719ec9af8&quot;,&quot;name&quot;:&quot;X mark (thin)&quot;,&quot;displayName&quot;:&quot;&quot;,&quot;type&quot;:&quot;FIGURE_OBJECT&quot;,&quot;relativeTransform&quot;:{&quot;translate&quot;:{&quot;x&quot;:500.01812428246853,&quot;y&quot;:187.27520915428394},&quot;rotate&quot;:0,&quot;skewX&quot;:0,&quot;scale&quot;:{&quot;x&quot;:0.2503928453258366,&quot;y&quot;:0.2503928453258366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297ecb86-ebd1-4c33-9a90-ba55f2af3a0e&quot;,&quot;order&quot;:&quot;997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1c07125e-4abd-4df2-ab27-2157a62ed2c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c07125e-4abd-4df2-ab27-2157a62ed2c3&quot;:{&quot;id&quot;:&quot;1c07125e-4abd-4df2-ab27-2157a62ed2c3&quot;,&quot;name&quot;:&quot;X mark (thin)&quot;,&quot;displayName&quot;:&quot;&quot;,&quot;type&quot;:&quot;FIGURE_OBJECT&quot;,&quot;relativeTransform&quot;:{&quot;translate&quot;:{&quot;x&quot;:501.1244802252072,&quot;y&quot;:151.53646828836855},&quot;rotate&quot;:0,&quot;skewX&quot;:0,&quot;scale&quot;:{&quot;x&quot;:0.2503928453258366,&quot;y&quot;:0.2503928453258366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297ecb86-ebd1-4c33-9a90-ba55f2af3a0e&quot;,&quot;order&quot;:&quot;998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5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297ecb86-ebd1-4c33-9a90-ba55f2af3a0e"/>
  <p:tag name="SELECTIONIDS" val="492ff3ed-e932-4bb1-ab80-a26561ed3baf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92ff3ed-e932-4bb1-ab80-a26561ed3baf&quot;:{&quot;id&quot;:&quot;492ff3ed-e932-4bb1-ab80-a26561ed3baf&quot;,&quot;name&quot;:&quot;X mark (thin)&quot;,&quot;displayName&quot;:&quot;&quot;,&quot;type&quot;:&quot;FIGURE_OBJECT&quot;,&quot;relativeTransform&quot;:{&quot;translate&quot;:{&quot;x&quot;:500.96031558833715,&quot;y&quot;:114.52720684284436},&quot;rotate&quot;:0,&quot;skewX&quot;:0,&quot;scale&quot;:{&quot;x&quot;:0.2503928453258366,&quot;y&quot;:0.2503928453258366}},&quot;image&quot;:{&quot;url&quot;:&quot;https://icons.cdn.biorender.com/biorender/5b36759f9f109a0014d21acd/20180629180929/image/5b36759f9f109a0014d21acd.png&quot;,&quot;isPremium&quot;:false,&quot;isOrgIcon&quot;:false,&quot;size&quot;:{&quot;x&quot;:100,&quot;y&quot;:100}},&quot;source&quot;:{&quot;id&quot;:&quot;5b36759f9f109a0014d21acd&quot;,&quot;version&quot;:&quot;20180629180929&quot;,&quot;type&quot;:&quot;ASSETS&quot;},&quot;isPremium&quot;:false,&quot;parent&quot;:{&quot;type&quot;:&quot;CHILD&quot;,&quot;parentId&quot;:&quot;297ecb86-ebd1-4c33-9a90-ba55f2af3a0e&quot;,&quot;order&quot;:&quot;999&quot;}},&quot;297ecb86-ebd1-4c33-9a90-ba55f2af3a0e&quot;:{&quot;id&quot;:&quot;297ecb86-ebd1-4c33-9a90-ba55f2af3a0e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75&quot;},&quot;source&quot;:{&quot;id&quot;:&quot;670fec1d3441cb01bf892654&quot;,&quot;type&quot;:&quot;TEMPLATES&quot;},&quot;layout&quot;:{&quot;sizeRatio&quot;:{&quot;x&quot;:0.88,&quot;y&quot;:0.88},&quot;keepAspectRatio&quot;:fals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c6f32d13-522f-4243-b4fa-1736ec5dbfb8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206cc8bf-f33d-4073-8039-76525c44211d&quot;:{&quot;id&quot;:&quot;206cc8bf-f33d-4073-8039-76525c44211d&quot;,&quot;type&quot;:&quot;FIGURE_OBJECT&quot;,&quot;relativeTransform&quot;:{&quot;translate&quot;:{&quot;x&quot;:386.9130009463912,&quot;y&quot;:491.077534925782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Weight&quot;:&quot;bold&quot;,&quot;fontStyle&quot;:&quot;normal&quot;,&quot;fontSize&quot;:21.333333333333332,&quot;fontFamily&quot;:&quot;Roboto&quot;,&quot;color&quot;:&quot;black&quot;,&quot;decoration&quot;:&quot;none&quot;,&quot;script&quot;:&quot;none&quot;},&quot;range&quot;:[0,15]}],&quot;text&quot;:&quot;Why we use both?&quot;,&quot;baseStyle&quot;:{&quot;fontFamily&quot;:&quot;Roboto&quot;,&quot;fontSize&quot;:21.333333333333332,&quot;color&quot;:&quot;black&quot;,&quot;fontWeight&quot;:&quot;bold&quot;,&quot;fontStyle&quot;:&quot;normal&quot;,&quot;decoration&quot;:&quot;none&quot;,&quot;script&quot;:&quot;none&quot;}},{&quot;runs&quot;:[{&quot;style&quot;:{&quot;fontWeight&quot;:&quot;normal&quot;,&quot;fontStyle&quot;:&quot;normal&quot;,&quot;fontSize&quot;:21.333333333333332,&quot;fontFamily&quot;:&quot;Roboto&quot;,&quot;color&quot;:&quot;black&quot;,&quot;decoration&quot;:&quot;none&quot;},&quot;range&quot;:[0,23]},{&quot;style&quot;:{&quot;fontWeight&quot;:&quot;normal&quot;,&quot;fontStyle&quot;:&quot;normal&quot;,&quot;fontSize&quot;:21.333333333333332,&quot;fontFamily&quot;:&quot;DejaVu Sans&quot;,&quot;color&quot;:&quot;black&quot;,&quot;decoration&quot;:&quot;none&quot;},&quot;range&quot;:[24,26]},{&quot;style&quot;:{&quot;fontWeight&quot;:&quot;normal&quot;,&quot;fontStyle&quot;:&quot;normal&quot;,&quot;fontSize&quot;:21.333333333333332,&quot;fontFamily&quot;:&quot;Roboto&quot;,&quot;color&quot;:&quot;black&quot;,&quot;decoration&quot;:&quot;none&quot;},&quot;range&quot;:[27,84]}],&quot;text&quot;:&quot;[ AF3: Deep Learning ]  ──►  Predicts highly accurate global backbone topology &amp; pose&quot;,&quot;baseStyle&quot;:{&quot;fontFamily&quot;:&quot;Roboto&quot;,&quot;fontSize&quot;:21.333333333333332,&quot;color&quot;:&quot;black&quot;,&quot;fontWeight&quot;:&quot;normal&quot;,&quot;fontStyle&quot;:&quot;normal&quot;,&quot;decoration&quot;:&quot;none&quot;,&quot;script&quot;:&quot;none&quot;}},{&quot;runs&quot;:[{&quot;style&quot;:{&quot;fontWeight&quot;:&quot;normal&quot;,&quot;fontStyle&quot;:&quot;normal&quot;,&quot;fontSize&quot;:21.333333333333332,&quot;fontFamily&quot;:&quot;Roboto&quot;,&quot;color&quot;:&quot;black&quot;,&quot;decoration&quot;:&quot;none&quot;},&quot;range&quot;:[0,23]},{&quot;style&quot;:{&quot;fontWeight&quot;:&quot;normal&quot;,&quot;fontStyle&quot;:&quot;normal&quot;,&quot;fontSize&quot;:21.333333333333332,&quot;fontFamily&quot;:&quot;DejaVu Sans&quot;,&quot;color&quot;:&quot;black&quot;,&quot;decoration&quot;:&quot;none&quot;},&quot;range&quot;:[24,26]},{&quot;style&quot;:{&quot;fontWeight&quot;:&quot;normal&quot;,&quot;fontStyle&quot;:&quot;normal&quot;,&quot;fontSize&quot;:21.333333333333332,&quot;fontFamily&quot;:&quot;Roboto&quot;,&quot;color&quot;:&quot;black&quot;,&quot;decoration&quot;:&quot;none&quot;},&quot;range&quot;:[27,88]}],&quot;text&quot;:&quot;[ Rosetta: Physics ]    ──►  Repacks sidechains &amp; calculates physical binding energy (ΔG)&quot;,&quot;baseStyle&quot;:{&quot;fontFamily&quot;:&quot;DejaVu Sans&quot;,&quot;fontSize&quot;:21.33333333333333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875.8939137436978,&quot;y&quot;:75},&quot;targetSize&quot;:{&quot;x&quot;:875.8939137436978,&quot;y&quot;:65.73640582170222}},&quot;parent&quot;:{&quot;type&quot;:&quot;CHILD&quot;,&quot;parentId&quot;:&quot;c6f32d13-522f-4243-b4fa-1736ec5dbfb8&quot;,&quot;order&quot;:&quot;997&quot;}},&quot;582810a3-cb0a-457d-ac28-5aa94f43dbaf&quot;:{&quot;type&quot;:&quot;FIGURE_OBJECT&quot;,&quot;id&quot;:&quot;582810a3-cb0a-457d-ac28-5aa94f43dbaf&quot;,&quot;relativeTransform&quot;:{&quot;translate&quot;:{&quot;x&quot;:641.5675897900782,&quot;y&quot;:376.2523949233548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39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40,54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55,123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Outputs physical binding free energy (ΔG in kcal/mol). Computationally intensive; sensitive to poor backbone starting poses.&quot;,&quot;baseStyle&quot;:{&quot;fontFamily&quot;:&quot;Roboto&quot;,&quot;fontSize&quot;:15.940746124158803,&quot;color&quot;:&quot;rgba(70,69,70,1)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1,&quot;charIndex&quot;:40}},&quot;size&quot;:{&quot;x&quot;:320.02361896348117,&quot;y&quot;:83.46149169193066},&quot;targetSize&quot;:{&quot;x&quot;:320.02361896348117,&quot;y&quot;:83.46149169193066},&quot;format&quot;:&quot;BETTER_TEXT&quot;,&quot;verticalAlign&quot;:&quot;TOP&quot;},&quot;isLocked&quot;:false,&quot;parent&quot;:{&quot;type&quot;:&quot;CHILD&quot;,&quot;parentId&quot;:&quot;c6f32d13-522f-4243-b4fa-1736ec5dbfb8&quot;,&quot;order&quot;:&quot;995&quot;}},&quot;e4258521-ce81-4522-aa54-6a165b61e533&quot;:{&quot;type&quot;:&quot;FIGURE_OBJECT&quot;,&quot;id&quot;:&quot;e4258521-ce81-4522-aa54-6a165b61e533&quot;,&quot;relativeTransform&quot;:{&quot;translate&quot;:{&quot;x&quot;:317.5885147910944,&quot;y&quot;:371.94853399552994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41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42,84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85,86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Outputs confidence scores (pLDDT,, ipTM). Does not calculate physical free energy (ΔG).&quot;,&quot;baseStyle&quot;:{&quot;fontFamily&quot;:&quot;Roboto&quot;,&quot;fontSize&quot;:15.940746124158803,&quot;color&quot;:&quot;rgba(70,69,70,1)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0,&quot;charIndex&quot;:33}},&quot;size&quot;:{&quot;x&quot;:260.4657316453066,&quot;y&quot;:65.06737950272657},&quot;targetSize&quot;:{&quot;x&quot;:260.4657316453066,&quot;y&quot;:65.06737950272657},&quot;format&quot;:&quot;BETTER_TEXT&quot;,&quot;verticalAlign&quot;:&quot;TOP&quot;},&quot;isLocked&quot;:false,&quot;parent&quot;:{&quot;type&quot;:&quot;CHILD&quot;,&quot;parentId&quot;:&quot;c6f32d13-522f-4243-b4fa-1736ec5dbfb8&quot;,&quot;order&quot;:&quot;993&quot;}},&quot;2991f0bc-091a-445b-b3e2-ed329ea9c1ea&quot;:{&quot;type&quot;:&quot;FIGURE_OBJECT&quot;,&quot;id&quot;:&quot;2991f0bc-091a-445b-b3e2-ed329ea9c1ea&quot;,&quot;relativeTransform&quot;:{&quot;translate&quot;:{&quot;x&quot;:60.303778448331705,&quot;y&quot;:367.8532619472719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26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Primary Metric &amp; Limitation&quot;}],&quot;verticalAlign&quot;:&quot;TOP&quot;,&quot;_lastCaretLocation&quot;:{&quot;lineIndex&quot;:0,&quot;runIndex&quot;:-1,&quot;charIndex&quot;:-1,&quot;endOfLine&quot;:true}},&quot;size&quot;:{&quot;x&quot;:168.0713110327674,&quot;y&quot;:38},&quot;targetSize&quot;:{&quot;x&quot;:168.0713110327674,&quot;y&quot;:18.013043120299447},&quot;format&quot;:&quot;BETTER_TEXT&quot;,&quot;verticalAlign&quot;:&quot;TOP&quot;},&quot;isLocked&quot;:false,&quot;parent&quot;:{&quot;type&quot;:&quot;CHILD&quot;,&quot;parentId&quot;:&quot;c6f32d13-522f-4243-b4fa-1736ec5dbfb8&quot;,&quot;order&quot;:&quot;992&quot;}},&quot;ad9f6c05-f593-483d-b6e5-4f3c94388241&quot;:{&quot;type&quot;:&quot;FIGURE_OBJECT&quot;,&quot;id&quot;:&quot;ad9f6c05-f593-483d-b6e5-4f3c94388241&quot;,&quot;relativeTransform&quot;:{&quot;translate&quot;:{&quot;x&quot;:388.504042166757,&quot;y&quot;:324.58210329834196},&quot;rotate&quot;:0,&quot;skewX&quot;:0,&quot;scale&quot;:{&quot;x&quot;:1,&quot;y&quot;:1}},&quot;opacity&quot;:1,&quot;path&quot;:{&quot;type&quot;:&quot;POLY_LINE&quot;,&quot;points&quot;:[{&quot;x&quot;:-430.7603175244963,&quot;y&quot;:0},{&quot;x&quot;:430.7603175244963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991&quot;}},&quot;96580e90-ab03-48b9-a281-0c76fc5f3583&quot;:{&quot;type&quot;:&quot;FIGURE_OBJECT&quot;,&quot;id&quot;:&quot;96580e90-ab03-48b9-a281-0c76fc5f3583&quot;,&quot;relativeTransform&quot;:{&quot;translate&quot;:{&quot;x&quot;:650.5409296936053,&quot;y&quot;:-71.7719443177373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36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37,43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44,120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Semi-classical physical force field (ref2015) parameterized from biophysical constants and statistical rotamer libraries.&quot;}],&quot;verticalAlign&quot;:&quot;TOP&quot;,&quot;_lastCaretLocation&quot;:{&quot;lineIndex&quot;:0,&quot;runIndex&quot;:-1,&quot;charIndex&quot;:-1,&quot;endOfLine&quot;:true}},&quot;size&quot;:{&quot;x&quot;:324.5962868679535,&quot;y&quot;:95.38964681624901},&quot;targetSize&quot;:{&quot;x&quot;:324.5962868679535,&quot;y&quot;:95.38964681624901},&quot;format&quot;:&quot;BETTER_TEXT&quot;,&quot;verticalAlign&quot;:&quot;TOP&quot;},&quot;isLocked&quot;:false,&quot;parent&quot;:{&quot;type&quot;:&quot;CHILD&quot;,&quot;parentId&quot;:&quot;c6f32d13-522f-4243-b4fa-1736ec5dbfb8&quot;,&quot;order&quot;:&quot;99&quot;}},&quot;d1116219-6fc7-44bc-9505-5da446329d6d&quot;:{&quot;type&quot;:&quot;FIGURE_OBJECT&quot;,&quot;id&quot;:&quot;d1116219-6fc7-44bc-9505-5da446329d6d&quot;,&quot;relativeTransform&quot;:{&quot;translate&quot;:{&quot;x&quot;:317.5890777329033,&quot;y&quot;:-80.95345190291677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121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Deep neural network (Pairformer + Generative Diffusion Module) trained end-to-end on experimental 3D structures in the PDB&quot;}],&quot;verticalAlign&quot;:&quot;TOP&quot;},&quot;size&quot;:{&quot;x&quot;:276.46201639085086,&quot;y&quot;:77.02623746767294},&quot;targetSize&quot;:{&quot;x&quot;:276.46201639085086,&quot;y&quot;:77.02623746767294},&quot;format&quot;:&quot;BETTER_TEXT&quot;,&quot;verticalAlign&quot;:&quot;TOP&quot;},&quot;isLocked&quot;:false,&quot;parent&quot;:{&quot;type&quot;:&quot;CHILD&quot;,&quot;parentId&quot;:&quot;c6f32d13-522f-4243-b4fa-1736ec5dbfb8&quot;,&quot;order&quot;:&quot;98&quot;}},&quot;7620a888-2d5e-44f4-a5ac-5f360f4a601a&quot;:{&quot;type&quot;:&quot;FIGURE_OBJECT&quot;,&quot;id&quot;:&quot;7620a888-2d5e-44f4-a5ac-5f360f4a601a&quot;,&quot;relativeTransform&quot;:{&quot;translate&quot;:{&quot;x&quot;:58.6880486354477,&quot;y&quot;:36.58048385301934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29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Prediction &amp; Scoring Mechanics&quot;}],&quot;verticalAlign&quot;:&quot;TOP&quot;,&quot;_lastCaretLocation&quot;:{&quot;lineIndex&quot;:0,&quot;runIndex&quot;:-1,&quot;charIndex&quot;:-1,&quot;endOfLine&quot;:true}},&quot;size&quot;:{&quot;x&quot;:172.51032798248673,&quot;y&quot;:38},&quot;targetSize&quot;:{&quot;x&quot;:172.51032798248673,&quot;y&quot;:18.013043120299447},&quot;format&quot;:&quot;BETTER_TEXT&quot;,&quot;verticalAlign&quot;:&quot;TOP&quot;},&quot;isLocked&quot;:false,&quot;parent&quot;:{&quot;type&quot;:&quot;CHILD&quot;,&quot;parentId&quot;:&quot;c6f32d13-522f-4243-b4fa-1736ec5dbfb8&quot;,&quot;order&quot;:&quot;93&quot;}},&quot;bc7a1288-5d27-44da-a0e3-67b08ec71c54&quot;:{&quot;type&quot;:&quot;FIGURE_OBJECT&quot;,&quot;id&quot;:&quot;bc7a1288-5d27-44da-a0e3-67b08ec71c54&quot;,&quot;relativeTransform&quot;:{&quot;translate&quot;:{&quot;x&quot;:650.3993574421235,&quot;y&quot;:270.4576643398917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133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Explicit thermodynamics: van der Waals, implicit solvation (Lazaridis-Karplus), hydrogen-bonding geometry, and Coulomb electrostatics.&quot;}],&quot;verticalAlign&quot;:&quot;TOP&quot;,&quot;_lastCaretLocation&quot;:{&quot;lineIndex&quot;:0,&quot;runIndex&quot;:-1,&quot;charIndex&quot;:-1,&quot;endOfLine&quot;:true}},&quot;size&quot;:{&quot;x&quot;:305.9129399083413,&quot;y&quot;:76},&quot;targetSize&quot;:{&quot;x&quot;:305.9129399083413,&quot;y&quot;:65.14271080654368},&quot;format&quot;:&quot;BETTER_TEXT&quot;,&quot;verticalAlign&quot;:&quot;TOP&quot;},&quot;isLocked&quot;:false,&quot;parent&quot;:{&quot;type&quot;:&quot;CHILD&quot;,&quot;parentId&quot;:&quot;c6f32d13-522f-4243-b4fa-1736ec5dbfb8&quot;,&quot;order&quot;:&quot;8&quot;}},&quot;0d2bd72d-468f-42de-a937-d664f3a114e5&quot;:{&quot;type&quot;:&quot;FIGURE_OBJECT&quot;,&quot;id&quot;:&quot;0d2bd72d-468f-42de-a937-d664f3a114e5&quot;,&quot;relativeTransform&quot;:{&quot;translate&quot;:{&quot;x&quot;:647.4754529583242,&quot;y&quot;:36.60077331559991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49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50,58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59,134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Performs Monte Carlo sampling of torsional space (FastRelax), followed by explicit sidechain repacking and gradient-based minimization.&quot;}],&quot;verticalAlign&quot;:&quot;TOP&quot;},&quot;size&quot;:{&quot;x&quot;:300.0652784121812,&quot;y&quot;:88.4492015456974},&quot;targetSize&quot;:{&quot;x&quot;:300.0652784121812,&quot;y&quot;:88.4492015456974},&quot;format&quot;:&quot;BETTER_TEXT&quot;,&quot;verticalAlign&quot;:&quot;TOP&quot;},&quot;isLocked&quot;:false,&quot;parent&quot;:{&quot;type&quot;:&quot;CHILD&quot;,&quot;parentId&quot;:&quot;c6f32d13-522f-4243-b4fa-1736ec5dbfb8&quot;,&quot;order&quot;:&quot;78&quot;}},&quot;304c97ab-b90e-4749-a4e4-6778bdcbcdc9&quot;:{&quot;type&quot;:&quot;FIGURE_OBJECT&quot;,&quot;id&quot;:&quot;304c97ab-b90e-4749-a4e4-6778bdcbcdc9&quot;,&quot;relativeTransform&quot;:{&quot;translate&quot;:{&quot;x&quot;:642.4556137397011,&quot;y&quot;:155.36559862964924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32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33,107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Thermodynamic energy minimization based on fundamental atomic interactions and empirical physical chemistry.&quot;}],&quot;verticalAlign&quot;:&quot;TOP&quot;},&quot;size&quot;:{&quot;x&quot;:290.02599186634774,&quot;y&quot;:79.76877068048128},&quot;targetSize&quot;:{&quot;x&quot;:290.02599186634774,&quot;y&quot;:79.76877068048128},&quot;format&quot;:&quot;BETTER_TEXT&quot;,&quot;verticalAlign&quot;:&quot;TOP&quot;},&quot;isLocked&quot;:false,&quot;parent&quot;:{&quot;type&quot;:&quot;CHILD&quot;,&quot;parentId&quot;:&quot;c6f32d13-522f-4243-b4fa-1736ec5dbfb8&quot;,&quot;order&quot;:&quot;775&quot;}},&quot;b0f57353-88ba-42a0-a6d3-e80c2f394e72&quot;:{&quot;type&quot;:&quot;FIGURE_OBJECT&quot;,&quot;id&quot;:&quot;b0f57353-88ba-42a0-a6d3-e80c2f394e72&quot;,&quot;relativeTransform&quot;:{&quot;translate&quot;:{&quot;x&quot;:647.0810241647245,&quot;y&quot;:-169.07713735539525},&quot;rotate&quot;:0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8],&quot;style&quot;:{&quot;fontWeight&quot;:&quot;bold&quot;,&quot;fontStyle&quot;:&quot;normal&quot;,&quot;fontSize&quot;:19.128895348990564,&quot;fontFamily&quot;:&quot;Roboto&quot;,&quot;color&quot;:&quot;rgba(70,69,70,1)&quot;,&quot;decoration&quot;:&quot;none&quot;}},{&quot;range&quot;:[9,17],&quot;style&quot;:{&quot;fontWeight&quot;:&quot;bold&quot;,&quot;fontStyle&quot;:&quot;normal&quot;,&quot;fontSize&quot;:19.128895348990564,&quot;fontFamily&quot;:&quot;Roboto&quot;,&quot;color&quot;:&quot;rgba(70,69,70,1)&quot;,&quot;decoration&quot;:&quot;none&quot;}},{&quot;range&quot;:[18,20],&quot;style&quot;:{&quot;fontWeight&quot;:&quot;bold&quot;,&quot;fontStyle&quot;:&quot;normal&quot;,&quot;fontSize&quot;:19.128895348990564,&quot;fontFamily&quot;:&quot;Roboto&quot;,&quot;color&quot;:&quot;rgba(70,69,70,1)&quot;,&quot;decoration&quot;:&quot;none&quot;}},{&quot;range&quot;:[21,37],&quot;style&quot;:{&quot;fontWeight&quot;:&quot;bold&quot;,&quot;fontStyle&quot;:&quot;normal&quot;,&quot;fontSize&quot;:19.128895348990564,&quot;fontFamily&quot;:&quot;Roboto&quot;,&quot;color&quot;:&quot;rgba(70,69,70,1)&quot;,&quot;decoration&quot;:&quot;none&quot;}},{&quot;range&quot;:[38,38],&quot;style&quot;:{&quot;fontWeight&quot;:&quot;bold&quot;,&quot;fontStyle&quot;:&quot;normal&quot;,&quot;fontSize&quot;:19.128895348990564,&quot;fontFamily&quot;:&quot;Roboto&quot;,&quot;color&quot;:&quot;rgba(70,69,70,1)&quot;,&quot;decoration&quot;:&quot;none&quot;}}],&quot;text&quot;:&quot;Rosetta (FastRelax / InterfaceAnalyzer)&quot;}],&quot;verticalAlign&quot;:&quot;TOP&quot;,&quot;_lastCaretLocation&quot;:{&quot;lineIndex&quot;:0,&quot;runIndex&quot;:-1,&quot;charIndex&quot;:-1,&quot;endOfLine&quot;:true}},&quot;size&quot;:{&quot;x&quot;:347.2165537553873,&quot;y&quot;:31.12790360218129},&quot;targetSize&quot;:{&quot;x&quot;:347.2165537553873,&quot;y&quot;:31.12790360218129},&quot;format&quot;:&quot;BETTER_TEXT&quot;,&quot;verticalAlign&quot;:&quot;TOP&quot;},&quot;isLocked&quot;:false,&quot;parent&quot;:{&quot;type&quot;:&quot;CHILD&quot;,&quot;parentId&quot;:&quot;c6f32d13-522f-4243-b4fa-1736ec5dbfb8&quot;,&quot;order&quot;:&quot;77&quot;}},&quot;ef299fe4-96a4-4576-8cf2-bdd9cc6bc5f6&quot;:{&quot;type&quot;:&quot;FIGURE_OBJECT&quot;,&quot;id&quot;:&quot;ef299fe4-96a4-4576-8cf2-bdd9cc6bc5f6&quot;,&quot;relativeTransform&quot;:{&quot;translate&quot;:{&quot;x&quot;:321.2494212560015,&quot;y&quot;:270.45718894367167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102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Implicit stereochemical packing, spatial distance distributions, and inter-residue contact likelihoods.&quot;}],&quot;verticalAlign&quot;:&quot;TOP&quot;,&quot;_lastCaretLocation&quot;:{&quot;lineIndex&quot;:0,&quot;runIndex&quot;:-1,&quot;charIndex&quot;:-1,&quot;endOfLine&quot;:true}},&quot;size&quot;:{&quot;x&quot;:276.3480185157002,&quot;y&quot;:76},&quot;targetSize&quot;:{&quot;x&quot;:276.3480185157002,&quot;y&quot;:76},&quot;format&quot;:&quot;BETTER_TEXT&quot;,&quot;verticalAlign&quot;:&quot;TOP&quot;},&quot;isLocked&quot;:false,&quot;parent&quot;:{&quot;type&quot;:&quot;CHILD&quot;,&quot;parentId&quot;:&quot;c6f32d13-522f-4243-b4fa-1736ec5dbfb8&quot;,&quot;order&quot;:&quot;765&quot;}},&quot;0ce7531c-c850-4004-8dd7-910bc9c9ab94&quot;:{&quot;type&quot;:&quot;FIGURE_OBJECT&quot;,&quot;id&quot;:&quot;0ce7531c-c850-4004-8dd7-910bc9c9ab94&quot;,&quot;relativeTransform&quot;:{&quot;translate&quot;:{&quot;x&quot;:321.1928948538258,&quot;y&quot;:40.80196250636302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134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Generates 3D atomic coordinates directly via a denoising diffusion process; outputs predicted distance error probability distributions.&quot;}],&quot;verticalAlign&quot;:&quot;TOP&quot;,&quot;_lastCaretLocation&quot;:{&quot;lineIndex&quot;:0,&quot;runIndex&quot;:-1,&quot;charIndex&quot;:-1,&quot;endOfLine&quot;:true}},&quot;size&quot;:{&quot;x&quot;:276.4622575940894,&quot;y&quot;:98.34552548550461},&quot;targetSize&quot;:{&quot;x&quot;:276.4622575940894,&quot;y&quot;:98.34552548550461},&quot;format&quot;:&quot;BETTER_TEXT&quot;,&quot;verticalAlign&quot;:&quot;TOP&quot;},&quot;isLocked&quot;:false,&quot;parent&quot;:{&quot;type&quot;:&quot;CHILD&quot;,&quot;parentId&quot;:&quot;c6f32d13-522f-4243-b4fa-1736ec5dbfb8&quot;,&quot;order&quot;:&quot;76&quot;}},&quot;6ddfebea-f6a1-465c-a390-e5b504c7c471&quot;:{&quot;type&quot;:&quot;FIGURE_OBJECT&quot;,&quot;id&quot;:&quot;6ddfebea-f6a1-465c-a390-e5b504c7c471&quot;,&quot;relativeTransform&quot;:{&quot;translate&quot;:{&quot;x&quot;:316.89673195781546,&quot;y&quot;:154.41741393160478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40],&quot;style&quot;:{&quot;fontWeight&quot;:&quot;normal&quot;,&quot;fontStyle&quot;:&quot;normal&quot;,&quot;fontSize&quot;:15.940746124158803,&quot;fontFamily&quot;:&quot;Roboto&quot;,&quot;color&quot;:&quot;rgba(70,69,70,1)&quot;,&quot;decoration&quot;:&quot;none&quot;}},{&quot;range&quot;:[41,96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Statistical co-evolution &amp; spatial priors learned from solved crystallographic/cryo-EM databases.&quot;}],&quot;verticalAlign&quot;:&quot;TOP&quot;,&quot;_lastCaretLocation&quot;:{&quot;lineIndex&quot;:0,&quot;runIndex&quot;:-1,&quot;charIndex&quot;:-1,&quot;endOfLine&quot;:true}},&quot;size&quot;:{&quot;x&quot;:285.05464636742204,&quot;y&quot;:60.747165651908645},&quot;targetSize&quot;:{&quot;x&quot;:285.05464636742204,&quot;y&quot;:60.747165651908645},&quot;format&quot;:&quot;BETTER_TEXT&quot;,&quot;verticalAlign&quot;:&quot;TOP&quot;},&quot;isLocked&quot;:false,&quot;parent&quot;:{&quot;type&quot;:&quot;CHILD&quot;,&quot;parentId&quot;:&quot;c6f32d13-522f-4243-b4fa-1736ec5dbfb8&quot;,&quot;order&quot;:&quot;755&quot;}},&quot;6604af20-a447-4671-aca3-53aef4694ce6&quot;:{&quot;type&quot;:&quot;FIGURE_OBJECT&quot;,&quot;id&quot;:&quot;6604af20-a447-4671-aca3-53aef4694ce6&quot;,&quot;relativeTransform&quot;:{&quot;translate&quot;:{&quot;x&quot;:317.5885607905664,&quot;y&quot;:-173.59650636366652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15],&quot;style&quot;:{&quot;fontWeight&quot;:&quot;bold&quot;,&quot;fontStyle&quot;:&quot;normal&quot;,&quot;fontSize&quot;:19.128895348990564,&quot;fontFamily&quot;:&quot;Roboto&quot;,&quot;color&quot;:&quot;rgba(70,69,70,1)&quot;,&quot;decoration&quot;:&quot;none&quot;}}],&quot;text&quot;:&quot;AlphaFold3 (AF3)&quot;}],&quot;verticalAlign&quot;:&quot;TOP&quot;,&quot;_lastCaretLocation&quot;:{&quot;lineIndex&quot;:0,&quot;runIndex&quot;:-1,&quot;charIndex&quot;:-1,&quot;endOfLine&quot;:true}},&quot;size&quot;:{&quot;x&quot;:151.8606548794334,&quot;y&quot;:23},&quot;targetSize&quot;:{&quot;x&quot;:151.8606548794334,&quot;y&quot;:21.61565174435934},&quot;format&quot;:&quot;BETTER_TEXT&quot;,&quot;verticalAlign&quot;:&quot;TOP&quot;},&quot;isLocked&quot;:false,&quot;parent&quot;:{&quot;type&quot;:&quot;CHILD&quot;,&quot;parentId&quot;:&quot;c6f32d13-522f-4243-b4fa-1736ec5dbfb8&quot;,&quot;order&quot;:&quot;75&quot;}},&quot;8dea007c-b0be-49aa-959f-259207849407&quot;:{&quot;type&quot;:&quot;FIGURE_OBJECT&quot;,&quot;id&quot;:&quot;8dea007c-b0be-49aa-959f-259207849407&quot;,&quot;relativeTransform&quot;:{&quot;translate&quot;:{&quot;x&quot;:60.30363004196673,&quot;y&quot;:268.3646065409649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28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Physical Properties Evaluated&quot;}],&quot;verticalAlign&quot;:&quot;TOP&quot;,&quot;_lastCaretLocation&quot;:{&quot;lineIndex&quot;:0,&quot;runIndex&quot;:-1,&quot;charIndex&quot;:-1,&quot;endOfLine&quot;:true}},&quot;size&quot;:{&quot;x&quot;:168.0713110327674,&quot;y&quot;:38},&quot;targetSize&quot;:{&quot;x&quot;:168.0713110327674,&quot;y&quot;:18.013043120299447},&quot;format&quot;:&quot;BETTER_TEXT&quot;,&quot;verticalAlign&quot;:&quot;TOP&quot;},&quot;isLocked&quot;:false,&quot;parent&quot;:{&quot;type&quot;:&quot;CHILD&quot;,&quot;parentId&quot;:&quot;c6f32d13-522f-4243-b4fa-1736ec5dbfb8&quot;,&quot;order&quot;:&quot;73&quot;}},&quot;16d95495-d31b-441c-ad15-43cfa04f69d9&quot;:{&quot;type&quot;:&quot;FIGURE_OBJECT&quot;,&quot;id&quot;:&quot;16d95495-d31b-441c-ad15-43cfa04f69d9&quot;,&quot;relativeTransform&quot;:{&quot;translate&quot;:{&quot;x&quot;:58.08464010569445,&quot;y&quot;:148.33887986889005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17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Ground Truth Basis&quot;}],&quot;verticalAlign&quot;:&quot;TOP&quot;,&quot;_lastCaretLocation&quot;:{&quot;lineIndex&quot;:0,&quot;runIndex&quot;:-1,&quot;charIndex&quot;:-1,&quot;endOfLine&quot;:true}},&quot;size&quot;:{&quot;x&quot;:172.51032798248673,&quot;y&quot;:19},&quot;targetSize&quot;:{&quot;x&quot;:172.51032798248673,&quot;y&quot;:18.013043120299447},&quot;format&quot;:&quot;BETTER_TEXT&quot;,&quot;verticalAlign&quot;:&quot;TOP&quot;},&quot;isLocked&quot;:false,&quot;parent&quot;:{&quot;type&quot;:&quot;CHILD&quot;,&quot;parentId&quot;:&quot;c6f32d13-522f-4243-b4fa-1736ec5dbfb8&quot;,&quot;order&quot;:&quot;725&quot;}},&quot;62acd746-82c7-430c-86ca-68d08d4dc7d7&quot;:{&quot;type&quot;:&quot;FIGURE_OBJECT&quot;,&quot;id&quot;:&quot;62acd746-82c7-430c-86ca-68d08d4dc7d7&quot;,&quot;relativeTransform&quot;:{&quot;translate&quot;:{&quot;x&quot;:58.19153788131922,&quot;y&quot;:-90.96726742992959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28],&quot;style&quot;:{&quot;fontWeight&quot;:&quot;normal&quot;,&quot;fontStyle&quot;:&quot;normal&quot;,&quot;fontSize&quot;:15.940746124158803,&quot;fontFamily&quot;:&quot;Roboto&quot;,&quot;color&quot;:&quot;rgba(70,69,70,1)&quot;,&quot;decoration&quot;:&quot;none&quot;}}],&quot;text&quot;:&quot;Model Architecture &amp; Training&quot;}],&quot;verticalAlign&quot;:&quot;TOP&quot;,&quot;_lastCaretLocation&quot;:{&quot;lineIndex&quot;:0,&quot;runIndex&quot;:-1,&quot;charIndex&quot;:-1,&quot;endOfLine&quot;:true}},&quot;size&quot;:{&quot;x&quot;:138.50148081269987,&quot;y&quot;:57},&quot;targetSize&quot;:{&quot;x&quot;:138.50148081269987,&quot;y&quot;:18.013043120299447},&quot;format&quot;:&quot;BETTER_TEXT&quot;,&quot;verticalAlign&quot;:&quot;TOP&quot;},&quot;isLocked&quot;:false,&quot;parent&quot;:{&quot;type&quot;:&quot;CHILD&quot;,&quot;parentId&quot;:&quot;c6f32d13-522f-4243-b4fa-1736ec5dbfb8&quot;,&quot;order&quot;:&quot;72&quot;}},&quot;dd8dead6-314f-4456-8407-06ee7526931a&quot;:{&quot;type&quot;:&quot;FIGURE_OBJECT&quot;,&quot;id&quot;:&quot;dd8dead6-314f-4456-8407-06ee7526931a&quot;,&quot;relativeTransform&quot;:{&quot;translate&quot;:{&quot;x&quot;:62.16379474420584,&quot;y&quot;:-173.5972486551251},&quot;rotate&quot;:0,&quot;skewX&quot;:0,&quot;scale&quot;:{&quot;x&quot;:1,&quot;y&quot;:1}},&quot;opacity&quot;:1,&quot;pathStyles&quot;:[{&quot;type&quot;:&quot;FILL&quot;,&quot;fillStyle&quot;:&quot;rgba(70,69,70,1)&quot;}],&quot;text&quot;:{&quot;textData&quot;:{&quot;lineSpacing&quot;:&quot;normal&quot;,&quot;alignment&quot;:&quot;center&quot;,&quot;lines&quot;:[{&quot;runs&quot;:[{&quot;range&quot;:[0,8],&quot;style&quot;:{&quot;fontWeight&quot;:&quot;bold&quot;,&quot;fontStyle&quot;:&quot;normal&quot;,&quot;fontSize&quot;:19.128895348990564,&quot;fontFamily&quot;:&quot;Roboto&quot;,&quot;color&quot;:&quot;rgba(70,69,70,1)&quot;,&quot;decoration&quot;:&quot;none&quot;}}],&quot;text&quot;:&quot;Dimension&quot;}],&quot;verticalAlign&quot;:&quot;TOP&quot;,&quot;_lastCaretLocation&quot;:{&quot;lineIndex&quot;:0,&quot;runIndex&quot;:-1,&quot;charIndex&quot;:-1,&quot;endOfLine&quot;:true}},&quot;size&quot;:{&quot;x&quot;:168.46659301703392,&quot;y&quot;:23},&quot;targetSize&quot;:{&quot;x&quot;:168.46659301703392,&quot;y&quot;:21.61565174435934},&quot;format&quot;:&quot;BETTER_TEXT&quot;,&quot;verticalAlign&quot;:&quot;TOP&quot;},&quot;isLocked&quot;:false,&quot;parent&quot;:{&quot;type&quot;:&quot;CHILD&quot;,&quot;parentId&quot;:&quot;c6f32d13-522f-4243-b4fa-1736ec5dbfb8&quot;,&quot;order&quot;:&quot;715&quot;}},&quot;ee252d8c-d779-4f1e-aa78-60d8c4be0f82&quot;:{&quot;type&quot;:&quot;FIGURE_OBJECT&quot;,&quot;id&quot;:&quot;ee252d8c-d779-4f1e-aa78-60d8c4be0f82&quot;,&quot;relativeTransform&quot;:{&quot;translate&quot;:{&quot;x&quot;:369.15229851247534,&quot;y&quot;:-230.4073425150202},&quot;rotate&quot;:0,&quot;skewX&quot;:0,&quot;scale&quot;:{&quot;x&quot;:1,&quot;y&quot;:1}},&quot;opacity&quot;:1,&quot;pathStyles&quot;:[{&quot;type&quot;:&quot;FILL&quot;,&quot;fillStyle&quot;:&quot;rgba(21,82,137,1)&quot;}],&quot;text&quot;:{&quot;textData&quot;:{&quot;lineSpacing&quot;:&quot;normal&quot;,&quot;alignment&quot;:&quot;left&quot;,&quot;lines&quot;:[{&quot;runs&quot;:[{&quot;range&quot;:[0,19],&quot;style&quot;:{&quot;fontWeight&quot;:&quot;bold&quot;,&quot;fontStyle&quot;:&quot;normal&quot;,&quot;fontSize&quot;:27.896305717277905,&quot;fontFamily&quot;:&quot;Roboto&quot;,&quot;color&quot;:&quot;rgba(21,82,137,1)&quot;,&quot;decoration&quot;:&quot;none&quot;}}],&quot;text&quot;:&quot;Comparative Overview&quot;}],&quot;verticalAlign&quot;:&quot;TOP&quot;,&quot;_lastCaretLocation&quot;:{&quot;lineIndex&quot;:0,&quot;runIndex&quot;:-1,&quot;charIndex&quot;:-1,&quot;endOfLine&quot;:true}},&quot;size&quot;:{&quot;x&quot;:815.7789687516815,&quot;y&quot;:33},&quot;targetSize&quot;:{&quot;x&quot;:815.7789687516815,&quot;y&quot;:31.522825460524025},&quot;format&quot;:&quot;BETTER_TEXT&quot;,&quot;verticalAlign&quot;:&quot;TOP&quot;},&quot;isLocked&quot;:false,&quot;parent&quot;:{&quot;type&quot;:&quot;CHILD&quot;,&quot;parentId&quot;:&quot;c6f32d13-522f-4243-b4fa-1736ec5dbfb8&quot;,&quot;order&quot;:&quot;71&quot;}},&quot;c4a4abfd-b9ac-4f29-aaef-bb2eba8c7639&quot;:{&quot;type&quot;:&quot;FIGURE_OBJECT&quot;,&quot;id&quot;:&quot;c4a4abfd-b9ac-4f29-aaef-bb2eba8c7639&quot;,&quot;relativeTransform&quot;:{&quot;translate&quot;:{&quot;x&quot;:388.8891772458407,&quot;y&quot;:113.48429147496839},&quot;rotate&quot;:0,&quot;skewX&quot;:0,&quot;scale&quot;:{&quot;x&quot;:1,&quot;y&quot;:1}},&quot;opacity&quot;:1,&quot;path&quot;:{&quot;type&quot;:&quot;RECT&quot;,&quot;size&quot;:{&quot;x&quot;:863.7434076776333,&quot;y&quot;:617.1007058663836},&quot;cornerRounding&quot;:{&quot;type&quot;:&quot;ARC_LENGTH&quot;,&quot;global&quot;:0}},&quot;pathStyles&quot;:[{&quot;type&quot;:&quot;FILL&quot;,&quot;fillStyle&quot;:&quot;rgba(0,0,0,0)&quot;},{&quot;type&quot;:&quot;STROKE&quot;,&quot;strokeStyle&quot;:&quot;rgba(89,110,145,1)&quot;,&quot;lineWidth&quot;:1.6835868207526314,&quot;lineJoin&quot;:&quot;round&quot;}],&quot;isLocked&quot;:false,&quot;parent&quot;:{&quot;type&quot;:&quot;CHILD&quot;,&quot;parentId&quot;:&quot;c6f32d13-522f-4243-b4fa-1736ec5dbfb8&quot;,&quot;order&quot;:&quot;708&quot;}},&quot;939b93df-7e45-41ca-8cb1-40d4ffbf239c&quot;:{&quot;type&quot;:&quot;FIGURE_OBJECT&quot;,&quot;id&quot;:&quot;939b93df-7e45-41ca-8cb1-40d4ffbf239c&quot;,&quot;relativeTransform&quot;:{&quot;translate&quot;:{&quot;x&quot;:163.95219361733575,&quot;y&quot;:114.51520471224526},&quot;rotate&quot;:0,&quot;skewX&quot;:0,&quot;scale&quot;:{&quot;x&quot;:1,&quot;y&quot;:1}},&quot;opacity&quot;:1,&quot;path&quot;:{&quot;type&quot;:&quot;POLY_LINE&quot;,&quot;points&quot;:[{&quot;x&quot;:0,&quot;y&quot;:-307.84216577163954},{&quot;x&quot;:0,&quot;y&quot;:307.84216577163954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55&quot;}},&quot;ba5e0fb4-11f7-4750-9d8d-f0a304d1cb26&quot;:{&quot;type&quot;:&quot;FIGURE_OBJECT&quot;,&quot;id&quot;:&quot;ba5e0fb4-11f7-4750-9d8d-f0a304d1cb26&quot;,&quot;relativeTransform&quot;:{&quot;translate&quot;:{&quot;x&quot;:63.89868637735799,&quot;y&quot;:-0.0007881371376754487},&quot;rotate&quot;:0,&quot;skewX&quot;:0,&quot;scale&quot;:{&quot;x&quot;:1,&quot;y&quot;:1}},&quot;opacity&quot;:1,&quot;path&quot;:{&quot;type&quot;:&quot;POLY_LINE&quot;,&quot;points&quot;:[{&quot;x&quot;:407.32666368083204,&quot;y&quot;:-195.12053702896864},{&quot;x&quot;:407.32666368083204,&quot;y&quot;:420.7973120943357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5&quot;},&quot;connectorInfo&quot;:{&quot;type&quot;:&quot;LINE&quot;,&quot;offset&quot;:{&quot;x&quot;:0,&quot;y&quot;:0},&quot;bending&quot;:0.1,&quot;customized&quot;:true}},&quot;70cd0469-b5b0-45ba-a8d6-4bb165d7c169&quot;:{&quot;type&quot;:&quot;FIGURE_OBJECT&quot;,&quot;id&quot;:&quot;70cd0469-b5b0-45ba-a8d6-4bb165d7c169&quot;,&quot;relativeTransform&quot;:{&quot;translate&quot;:{&quot;x&quot;:388.8890232430722,&quot;y&quot;:97.67033450542549},&quot;rotate&quot;:0,&quot;skewX&quot;:0,&quot;scale&quot;:{&quot;x&quot;:1,&quot;y&quot;:1}},&quot;opacity&quot;:1,&quot;path&quot;:{&quot;type&quot;:&quot;POLY_LINE&quot;,&quot;points&quot;:[{&quot;x&quot;:-430.7603175244962,&quot;y&quot;:0},{&quot;x&quot;:430.76031752449614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3&quot;}},&quot;9538971e-f509-4155-bac2-3933306d2ae1&quot;:{&quot;type&quot;:&quot;FIGURE_OBJECT&quot;,&quot;id&quot;:&quot;9538971e-f509-4155-bac2-3933306d2ae1&quot;,&quot;relativeTransform&quot;:{&quot;translate&quot;:{&quot;x&quot;:388.81914336498966,&quot;y&quot;:215.98287015352258},&quot;rotate&quot;:0,&quot;skewX&quot;:0,&quot;scale&quot;:{&quot;x&quot;:1,&quot;y&quot;:1}},&quot;opacity&quot;:1,&quot;path&quot;:{&quot;type&quot;:&quot;POLY_LINE&quot;,&quot;points&quot;:[{&quot;x&quot;:-430.7603175244963,&quot;y&quot;:0},{&quot;x&quot;:430.7603175244963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25&quot;}},&quot;1a27b570-d346-416a-bd00-ce735c74dfdb&quot;:{&quot;type&quot;:&quot;FIGURE_OBJECT&quot;,&quot;id&quot;:&quot;1a27b570-d346-416a-bd00-ce735c74dfdb&quot;,&quot;relativeTransform&quot;:{&quot;translate&quot;:{&quot;x&quot;:388.4660211704932,&quot;y&quot;:-154.0548903576902},&quot;rotate&quot;:0,&quot;skewX&quot;:0,&quot;scale&quot;:{&quot;x&quot;:1,&quot;y&quot;:1}},&quot;opacity&quot;:1,&quot;path&quot;:{&quot;type&quot;:&quot;POLY_LINE&quot;,&quot;points&quot;:[{&quot;x&quot;:-431.70418706415967,&quot;y&quot;:0},{&quot;x&quot;:431.70418706415956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2&quot;}},&quot;e0c3bbb7-1425-4b8a-8e20-848bea05d32e&quot;:{&quot;type&quot;:&quot;FIGURE_OBJECT&quot;,&quot;id&quot;:&quot;e0c3bbb7-1425-4b8a-8e20-848bea05d32e&quot;,&quot;relativeTransform&quot;:{&quot;translate&quot;:{&quot;x&quot;:389.7789089963644,&quot;y&quot;:-27.902890067785385},&quot;rotate&quot;:0,&quot;skewX&quot;:0,&quot;scale&quot;:{&quot;x&quot;:1,&quot;y&quot;:1}},&quot;opacity&quot;:1,&quot;path&quot;:{&quot;type&quot;:&quot;POLY_LINE&quot;,&quot;points&quot;:[{&quot;x&quot;:-431.30454561685775,&quot;y&quot;:0},{&quot;x&quot;:431.30454561685775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1&quot;}},&quot;847ce52d-d43d-47c2-91e8-d14d4c8bad18&quot;:{&quot;type&quot;:&quot;FIGURE_OBJECT&quot;,&quot;id&quot;:&quot;847ce52d-d43d-47c2-91e8-d14d4c8bad18&quot;,&quot;relativeTransform&quot;:{&quot;translate&quot;:{&quot;x&quot;:389.27707982415274,&quot;y&quot;:-174.29360360906296},&quot;rotate&quot;:0},&quot;opacity&quot;:1,&quot;path&quot;:{&quot;type&quot;:&quot;RECT&quot;,&quot;size&quot;:{&quot;x&quot;:862.8247199523828,&quot;y&quot;:41.56114105504421},&quot;cornerRounding&quot;:{&quot;type&quot;:&quot;ARC_LENGTH&quot;,&quot;global&quot;:0}},&quot;pathStyles&quot;:[{&quot;type&quot;:&quot;FILL&quot;,&quot;fillStyle&quot;:&quot;rgba(238,244,251,1)&quot;},{&quot;type&quot;:&quot;STROKE&quot;,&quot;strokeStyle&quot;:&quot;rgba(193, 192, 228, 1)&quot;,&quot;lineWidth&quot;:0,&quot;lineJoin&quot;:&quot;round&quot;}],&quot;isLocked&quot;:false,&quot;parent&quot;:{&quot;type&quot;:&quot;CHILD&quot;,&quot;parentId&quot;:&quot;c6f32d13-522f-4243-b4fa-1736ec5dbfb8&quot;,&quot;order&quot;:&quot;7005&quot;}},&quot;16bc3b46-1011-4d0d-b151-e3de569fb53b&quot;:{&quot;id&quot;:&quot;16bc3b46-1011-4d0d-b151-e3de569fb53b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0]}],&quot;text&quot;:&quot;AlphaFold3 vs Rosetta&quot;}],&quot;_lastCaretLocation&quot;:{&quot;lineIndex&quot;:1,&quot;runIndex&quot;:-1,&quot;charIndex&quot;:-1,&quot;endOfLine&quot;:true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c6f32d13-522f-4243-b4fa-1736ec5dbfb8&quot;,&quot;order&quot;:&quot;7&quot;}},&quot;d627d06b-649a-4630-a1b8-90398b12f07e&quot;:{&quot;id&quot;:&quot;d627d06b-649a-4630-a1b8-90398b12f07e&quot;,&quot;type&quot;:&quot;FIGURE_OBJECT&quot;,&quot;relativeTransform&quot;:{&quot;translate&quot;:{&quot;x&quot;:388.88885033072563,&quot;y&quot;:111.98191850767046},&quot;rotate&quot;:0,&quot;skewX&quot;:0,&quot;scale&quot;:{&quot;x&quot;:1,&quot;y&quot;:1}},&quot;path&quot;:{&quot;type&quot;:&quot;RECT&quot;,&quot;size&quot;:{&quot;x&quot;:1256.3284674534661,&quot;y&quot;:944.0347031570731}},&quot;pathStyles&quot;:[{&quot;type&quot;:&quot;FILL&quot;,&quot;fillStyle&quot;:&quot;rgba(0,0,0,0)&quot;}],&quot;parent&quot;:{&quot;type&quot;:&quot;FRAME&quot;,&quot;parentId&quot;:&quot;c6f32d13-522f-4243-b4fa-1736ec5dbfb8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847ce52d-d43d-47c2-91e8-d14d4c8bad18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847ce52d-d43d-47c2-91e8-d14d4c8bad18&quot;:{&quot;type&quot;:&quot;FIGURE_OBJECT&quot;,&quot;id&quot;:&quot;847ce52d-d43d-47c2-91e8-d14d4c8bad18&quot;,&quot;relativeTransform&quot;:{&quot;translate&quot;:{&quot;x&quot;:389.27707982415274,&quot;y&quot;:-174.29360360906296},&quot;rotate&quot;:0},&quot;opacity&quot;:1,&quot;path&quot;:{&quot;type&quot;:&quot;RECT&quot;,&quot;size&quot;:{&quot;x&quot;:862.8247199523828,&quot;y&quot;:41.56114105504421},&quot;cornerRounding&quot;:{&quot;type&quot;:&quot;ARC_LENGTH&quot;,&quot;global&quot;:0}},&quot;pathStyles&quot;:[{&quot;type&quot;:&quot;FILL&quot;,&quot;fillStyle&quot;:&quot;rgba(238,244,251,1)&quot;},{&quot;type&quot;:&quot;STROKE&quot;,&quot;strokeStyle&quot;:&quot;rgba(193, 192, 228, 1)&quot;,&quot;lineWidth&quot;:0,&quot;lineJoin&quot;:&quot;round&quot;}],&quot;isLocked&quot;:false,&quot;parent&quot;:{&quot;type&quot;:&quot;CHILD&quot;,&quot;parentId&quot;:&quot;c6f32d13-522f-4243-b4fa-1736ec5dbfb8&quot;,&quot;order&quot;:&quot;7005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e0c3bbb7-1425-4b8a-8e20-848bea05d32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0c3bbb7-1425-4b8a-8e20-848bea05d32e&quot;:{&quot;type&quot;:&quot;FIGURE_OBJECT&quot;,&quot;id&quot;:&quot;e0c3bbb7-1425-4b8a-8e20-848bea05d32e&quot;,&quot;relativeTransform&quot;:{&quot;translate&quot;:{&quot;x&quot;:389.7789089963644,&quot;y&quot;:-27.902890067785385},&quot;rotate&quot;:0,&quot;skewX&quot;:0,&quot;scale&quot;:{&quot;x&quot;:1,&quot;y&quot;:1}},&quot;opacity&quot;:1,&quot;path&quot;:{&quot;type&quot;:&quot;POLY_LINE&quot;,&quot;points&quot;:[{&quot;x&quot;:-431.30454561685775,&quot;y&quot;:0},{&quot;x&quot;:431.30454561685775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1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1a27b570-d346-416a-bd00-ce735c74dfd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a27b570-d346-416a-bd00-ce735c74dfdb&quot;:{&quot;type&quot;:&quot;FIGURE_OBJECT&quot;,&quot;id&quot;:&quot;1a27b570-d346-416a-bd00-ce735c74dfdb&quot;,&quot;relativeTransform&quot;:{&quot;translate&quot;:{&quot;x&quot;:388.4660211704932,&quot;y&quot;:-154.0548903576902},&quot;rotate&quot;:0,&quot;skewX&quot;:0,&quot;scale&quot;:{&quot;x&quot;:1,&quot;y&quot;:1}},&quot;opacity&quot;:1,&quot;path&quot;:{&quot;type&quot;:&quot;POLY_LINE&quot;,&quot;points&quot;:[{&quot;x&quot;:-431.70418706415967,&quot;y&quot;:0},{&quot;x&quot;:431.70418706415956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2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9538971e-f509-4155-bac2-3933306d2ae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538971e-f509-4155-bac2-3933306d2ae1&quot;:{&quot;type&quot;:&quot;FIGURE_OBJECT&quot;,&quot;id&quot;:&quot;9538971e-f509-4155-bac2-3933306d2ae1&quot;,&quot;relativeTransform&quot;:{&quot;translate&quot;:{&quot;x&quot;:388.81914336498966,&quot;y&quot;:215.98287015352258},&quot;rotate&quot;:0,&quot;skewX&quot;:0,&quot;scale&quot;:{&quot;x&quot;:1,&quot;y&quot;:1}},&quot;opacity&quot;:1,&quot;path&quot;:{&quot;type&quot;:&quot;POLY_LINE&quot;,&quot;points&quot;:[{&quot;x&quot;:-430.7603175244963,&quot;y&quot;:0},{&quot;x&quot;:430.7603175244963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25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70cd0469-b5b0-45ba-a8d6-4bb165d7c16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0cd0469-b5b0-45ba-a8d6-4bb165d7c169&quot;:{&quot;type&quot;:&quot;FIGURE_OBJECT&quot;,&quot;id&quot;:&quot;70cd0469-b5b0-45ba-a8d6-4bb165d7c169&quot;,&quot;relativeTransform&quot;:{&quot;translate&quot;:{&quot;x&quot;:388.8890232430722,&quot;y&quot;:97.67033450542549},&quot;rotate&quot;:0,&quot;skewX&quot;:0,&quot;scale&quot;:{&quot;x&quot;:1,&quot;y&quot;:1}},&quot;opacity&quot;:1,&quot;path&quot;:{&quot;type&quot;:&quot;POLY_LINE&quot;,&quot;points&quot;:[{&quot;x&quot;:-430.7603175244962,&quot;y&quot;:0},{&quot;x&quot;:430.76031752449614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3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ba5e0fb4-11f7-4750-9d8d-f0a304d1cb26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a5e0fb4-11f7-4750-9d8d-f0a304d1cb26&quot;:{&quot;type&quot;:&quot;FIGURE_OBJECT&quot;,&quot;id&quot;:&quot;ba5e0fb4-11f7-4750-9d8d-f0a304d1cb26&quot;,&quot;relativeTransform&quot;:{&quot;translate&quot;:{&quot;x&quot;:63.89868637735799,&quot;y&quot;:-0.0007881371376754487},&quot;rotate&quot;:0,&quot;skewX&quot;:0,&quot;scale&quot;:{&quot;x&quot;:1,&quot;y&quot;:1}},&quot;opacity&quot;:1,&quot;path&quot;:{&quot;type&quot;:&quot;POLY_LINE&quot;,&quot;points&quot;:[{&quot;x&quot;:407.32666368083204,&quot;y&quot;:-195.12053702896864},{&quot;x&quot;:407.32666368083204,&quot;y&quot;:420.7973120943357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5&quot;},&quot;connectorInfo&quot;:{&quot;type&quot;:&quot;LINE&quot;,&quot;offset&quot;:{&quot;x&quot;:0,&quot;y&quot;:0},&quot;bending&quot;:0.1,&quot;customized&quot;:true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939b93df-7e45-41ca-8cb1-40d4ffbf239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39b93df-7e45-41ca-8cb1-40d4ffbf239c&quot;:{&quot;type&quot;:&quot;FIGURE_OBJECT&quot;,&quot;id&quot;:&quot;939b93df-7e45-41ca-8cb1-40d4ffbf239c&quot;,&quot;relativeTransform&quot;:{&quot;translate&quot;:{&quot;x&quot;:163.95219361733575,&quot;y&quot;:114.51520471224526},&quot;rotate&quot;:0,&quot;skewX&quot;:0,&quot;scale&quot;:{&quot;x&quot;:1,&quot;y&quot;:1}},&quot;opacity&quot;:1,&quot;path&quot;:{&quot;type&quot;:&quot;POLY_LINE&quot;,&quot;points&quot;:[{&quot;x&quot;:0,&quot;y&quot;:-307.84216577163954},{&quot;x&quot;:0,&quot;y&quot;:307.84216577163954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7055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c4a4abfd-b9ac-4f29-aaef-bb2eba8c763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4a4abfd-b9ac-4f29-aaef-bb2eba8c7639&quot;:{&quot;type&quot;:&quot;FIGURE_OBJECT&quot;,&quot;id&quot;:&quot;c4a4abfd-b9ac-4f29-aaef-bb2eba8c7639&quot;,&quot;relativeTransform&quot;:{&quot;translate&quot;:{&quot;x&quot;:388.8891772458407,&quot;y&quot;:113.48429147496839},&quot;rotate&quot;:0,&quot;skewX&quot;:0,&quot;scale&quot;:{&quot;x&quot;:1,&quot;y&quot;:1}},&quot;opacity&quot;:1,&quot;path&quot;:{&quot;type&quot;:&quot;RECT&quot;,&quot;size&quot;:{&quot;x&quot;:863.7434076776333,&quot;y&quot;:617.1007058663836},&quot;cornerRounding&quot;:{&quot;type&quot;:&quot;ARC_LENGTH&quot;,&quot;global&quot;:0}},&quot;pathStyles&quot;:[{&quot;type&quot;:&quot;FILL&quot;,&quot;fillStyle&quot;:&quot;rgba(0,0,0,0)&quot;},{&quot;type&quot;:&quot;STROKE&quot;,&quot;strokeStyle&quot;:&quot;rgba(89,110,145,1)&quot;,&quot;lineWidth&quot;:1.6835868207526314,&quot;lineJoin&quot;:&quot;round&quot;}],&quot;isLocked&quot;:false,&quot;parent&quot;:{&quot;type&quot;:&quot;CHILD&quot;,&quot;parentId&quot;:&quot;c6f32d13-522f-4243-b4fa-1736ec5dbfb8&quot;,&quot;order&quot;:&quot;708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6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6f32d13-522f-4243-b4fa-1736ec5dbfb8"/>
  <p:tag name="SELECTIONIDS" val="ad9f6c05-f593-483d-b6e5-4f3c94388241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d9f6c05-f593-483d-b6e5-4f3c94388241&quot;:{&quot;type&quot;:&quot;FIGURE_OBJECT&quot;,&quot;id&quot;:&quot;ad9f6c05-f593-483d-b6e5-4f3c94388241&quot;,&quot;relativeTransform&quot;:{&quot;translate&quot;:{&quot;x&quot;:388.504042166757,&quot;y&quot;:324.58210329834196},&quot;rotate&quot;:0,&quot;skewX&quot;:0,&quot;scale&quot;:{&quot;x&quot;:1,&quot;y&quot;:1}},&quot;opacity&quot;:1,&quot;path&quot;:{&quot;type&quot;:&quot;POLY_LINE&quot;,&quot;points&quot;:[{&quot;x&quot;:-430.7603175244963,&quot;y&quot;:0},{&quot;x&quot;:430.7603175244963,&quot;y&quot;:0}],&quot;closed&quot;:false},&quot;pathStyles&quot;:[{&quot;type&quot;:&quot;FILL&quot;,&quot;fillStyle&quot;:&quot;transparent&quot;},{&quot;type&quot;:&quot;STROKE&quot;,&quot;strokeStyle&quot;:&quot;rgba(162,171,185,1)&quot;,&quot;lineWidth&quot;:1.0375824617950955,&quot;lineJoin&quot;:&quot;round&quot;,&quot;dashArray&quot;:[0,0]}],&quot;isLocked&quot;:false,&quot;parent&quot;:{&quot;type&quot;:&quot;CHILD&quot;,&quot;parentId&quot;:&quot;c6f32d13-522f-4243-b4fa-1736ec5dbfb8&quot;,&quot;order&quot;:&quot;991&quot;}},&quot;c6f32d13-522f-4243-b4fa-1736ec5dbfb8&quot;:{&quot;id&quot;:&quot;c6f32d13-522f-4243-b4fa-1736ec5dbfb8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7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cf491577-16d6-4ca5-a6de-97ccf84d88b5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f491577-16d6-4ca5-a6de-97ccf84d88b5&quot;:{&quot;id&quot;:&quot;cf491577-16d6-4ca5-a6de-97ccf84d88b5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2&quot;},&quot;source&quot;:{&quot;id&quot;:&quot;670fec1d3441cb01bf892654&quot;,&quot;type&quot;:&quot;TEMPLATES&quot;},&quot;layout&quot;:{&quot;sizeRatio&quot;:{&quot;x&quot;:0.7071067811865476,&quot;y&quot;:0.7071067811865476},&quot;keepAspectRatio&quot;:true}},&quot;1340fb6b-0dca-4d66-b753-da137e7c7215&quot;:{&quot;type&quot;:&quot;FIGURE_OBJECT&quot;,&quot;id&quot;:&quot;1340fb6b-0dca-4d66-b753-da137e7c7215&quot;,&quot;path&quot;:{&quot;type&quot;:&quot;RECT&quot;,&quot;size&quot;:{&quot;x&quot;:565.9591352362902,&quot;y&quot;:537.6086920438679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cf491577-16d6-4ca5-a6de-97ccf84d88b5&quot;,&quot;order&quot;:&quot;97&quot;},&quot;relativeTransform&quot;:{&quot;translate&quot;:{&quot;x&quot;:679.2374733788728,&quot;y&quot;:38.1860646110827},&quot;rotate&quot;:0,&quot;skewX&quot;:0,&quot;scale&quot;:{&quot;x&quot;:1,&quot;y&quot;:1}},&quot;opacity&quot;:0.17},&quot;2bde1b02-8b73-4345-ac54-aebbe4bffa85&quot;:{&quot;type&quot;:&quot;FIGURE_OBJECT&quot;,&quot;id&quot;:&quot;2bde1b02-8b73-4345-ac54-aebbe4bffa85&quot;,&quot;path&quot;:{&quot;type&quot;:&quot;RECT&quot;,&quot;size&quot;:{&quot;x&quot;:565.9591352362902,&quot;y&quot;:537.6086920438679},&quot;cornerRounding&quot;:{&quot;type&quot;:&quot;ARC_LENGTH&quot;,&quot;global&quot;:15.707963267948966}},&quot;pathStyles&quot;:[{&quot;type&quot;:&quot;FILL&quot;,&quot;fillStyle&quot;:&quot;rgba(185,219,244,1)&quot;},{&quot;type&quot;:&quot;STROKE&quot;,&quot;strokeStyle&quot;:&quot;rgba(49,126,194,1)&quot;,&quot;lineWidth&quot;:2,&quot;lineJoin&quot;:&quot;round&quot;}],&quot;parent&quot;:{&quot;type&quot;:&quot;CHILD&quot;,&quot;parentId&quot;:&quot;cf491577-16d6-4ca5-a6de-97ccf84d88b5&quot;,&quot;order&quot;:&quot;95&quot;},&quot;relativeTransform&quot;:{&quot;translate&quot;:{&quot;x&quot;:82.54294893184283,&quot;y&quot;:38.185200674611664},&quot;rotate&quot;:0,&quot;skewX&quot;:0,&quot;scale&quot;:{&quot;x&quot;:1,&quot;y&quot;:1}},&quot;opacity&quot;:0.17,&quot;layout&quot;:{&quot;sizeRatio&quot;:{&quot;x&quot;:0.88,&quot;y&quot;:0.88},&quot;keepAspectRatio&quot;:false}},&quot;bbbd2765-54f1-4e63-af19-0975c95ea7e9&quot;:{&quot;id&quot;:&quot;bbbd2765-54f1-4e63-af19-0975c95ea7e9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498.0440390079354,&quot;y&quot;:22},&quot;targetSize&quot;:{&quot;x&quot;:498.0440390079354,&quot;y&quot;:2.32}},&quot;parent&quot;:{&quot;type&quot;:&quot;CHILD&quot;,&quot;parentId&quot;:&quot;2bde1b02-8b73-4345-ac54-aebbe4bffa85&quot;,&quot;order&quot;:&quot;5&quot;}},&quot;3ab2ebe6-9e09-4d4c-b82d-ef0ca1970dad&quot;:{&quot;id&quot;:&quot;3ab2ebe6-9e09-4d4c-b82d-ef0ca1970dad&quot;,&quot;type&quot;:&quot;FIGURE_OBJECT&quot;,&quot;relativeTransform&quot;:{&quot;translate&quot;:{&quot;x&quot;:673.8010882974643,&quot;y&quot;:76.9641746920119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textIndent&quot;:{&quot;type&quot;:&quot;none&quot;,&quot;indent&quot;:1,&quot;symbol&quot;:&quot; &quot;,&quot;unit&quot;:&quot;levels&quot;},&quot;runs&quot;:[{&quot;style&quot;:{&quot;fontFamily&quot;:&quot;Roboto&quot;,&quot;fontSize&quot;:24,&quot;color&quot;:&quot;black&quot;,&quot;fontWeight&quot;:&quot;bold&quot;,&quot;fontStyle&quot;:&quot;normal&quot;,&quot;decoration&quot;:&quot;none&quot;,&quot;script&quot;:&quot;none&quot;},&quot;range&quot;:[0,55]},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56,56]}],&quot;text&quot;:&quot;2. pLDDT score (predicted Local Distance Difference Test)&quot;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6]}],&quot;text&quot;:&quot;What it measures?&quot;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67]}],&quot;text&quot;:&quot;Local structural confidence for an individual residue (0-100 scale).&quot;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20]}],&quot;text&quot;:&quot;How is it calculated?&quot;},{&quot;textIndent&quot;:{&quot;type&quot;:&quot;bullet&quot;,&quot;indent&quot;:1,&quot;symbol&quot;:&quot;●&quot;,&quot;unit&quot;:&quot;levels&quot;},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34]}],&quot;text&quot;:&quot;True IDDT: Fraction of Cα atoms in the true structure within 15 Å radius of a reference residue that preserve their pairwise distances.&quot;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9]}],&quot;text&quot;:&quot;Intuition:&quot;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47]}],&quot;text&quot;:&quot;\&quot;How confident is the model that this specific amino acid's local backbone and neighbors (within 15 Å) are correctly folded relative to each other?\&quot;&quot;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],&quot;_lastCaretLocation&quot;:{&quot;lineIndex&quot;:8,&quot;runIndex&quot;:-1,&quot;charIndex&quot;:-1,&quot;endOfLine&quot;:true}},&quot;format&quot;:&quot;BETTER_TEXT&quot;,&quot;size&quot;:{&quot;x&quot;:533.9859638351762,&quot;y&quot;:560},&quot;targetSize&quot;:{&quot;x&quot;:533.9859638351762,&quot;y&quot;:476}},&quot;parent&quot;:{&quot;type&quot;:&quot;CHILD&quot;,&quot;parentId&quot;:&quot;cf491577-16d6-4ca5-a6de-97ccf84d88b5&quot;,&quot;order&quot;:&quot;9&quot;}},&quot;b56d1089-c2f5-4469-a239-60c73d1dc98b&quot;:{&quot;id&quot;:&quot;b56d1089-c2f5-4469-a239-60c73d1dc98b&quot;,&quot;type&quot;:&quot;FIGURE_OBJECT&quot;,&quot;relativeTransform&quot;:{&quot;translate&quot;:{&quot;x&quot;:100.37409802123827,&quot;y&quot;:34.9643616353739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textIndent&quot;:{&quot;type&quot;:&quot;number&quot;,&quot;indent&quot;:1,&quot;symbol&quot;:&quot;1.&quot;,&quot;unit&quot;:&quot;levels&quot;},&quot;runs&quot;:[{&quot;style&quot;:{&quot;fontFamily&quot;:&quot;Roboto&quot;,&quot;fontSize&quot;:24,&quot;color&quot;:&quot;black&quot;,&quot;fontWeight&quot;:&quot;bold&quot;,&quot;fontStyle&quot;:&quot;normal&quot;,&quot;decoration&quot;:&quot;none&quot;,&quot;script&quot;:&quot;none&quot;},&quot;range&quot;:[0,49]},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50,50]}],&quot;text&quot;:&quot;ipTM score ( interface Predicted Template Modeling)&quot;,&quot;baseStyle&quot;:{&quot;fontFamily&quot;:&quot;Roboto&quot;,&quot;fontSize&quot;:24,&quot;color&quot;:&quot;black&quot;,&quot;fontWeight&quot;:&quot;bold&quot;,&quot;fontStyle&quot;:&quot;normal&quot;,&quot;decoration&quot;:&quot;none&quot;,&quot;script&quot;:&quot;none&quot;}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6]}],&quot;text&quot;:&quot;What it measures?&quot;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77]}],&quot;text&quot;:&quot;Global structural alignment confidence between distinct chains (0 to 1 scale).&quot;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20]}],&quot;text&quot;:&quot;How is it calculated?&quot;},{&quot;textIndent&quot;:{&quot;type&quot;:&quot;bullet&quot;,&quot;indent&quot;:1,&quot;symbol&quot;:&quot;●&quot;,&quot;unit&quot;:&quot;levels&quot;},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114]}],&quot;text&quot;:&quot;TM- Score Mechanics: Global topology similarity between two structures by calculating pairwise Cα distance errors. &quot;},{&quot;textIndent&quot;:{&quot;type&quot;:&quot;bullet&quot;,&quot;indent&quot;:1,&quot;symbol&quot;:&quot;●&quot;,&quot;unit&quot;:&quot;levels&quot;},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96]}],&quot;text&quot;:&quot;AF3's ipTM: Modifies the standard TM-score by restricting the calculation to inter-chain residue.&quot;},{&quot;textIndent&quot;:{&quot;type&quot;:&quot;none&quot;,&quot;indent&quot;:1,&quot;symbol&quot;:&quot; &quot;,&quot;unit&quot;:&quot;levels&quot;},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36]}],&quot;text&quot;:&quot;E.g. Cα pairs between HLA and Peptide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533.9859638351762,&quot;y&quot;:476},&quot;targetSize&quot;:{&quot;x&quot;:533.9859638351762,&quot;y&quot;:476}},&quot;parent&quot;:{&quot;type&quot;:&quot;CHILD&quot;,&quot;parentId&quot;:&quot;cf491577-16d6-4ca5-a6de-97ccf84d88b5&quot;,&quot;order&quot;:&quot;8&quot;}},&quot;05ec56a1-3212-4dc5-b683-51db79925c29&quot;:{&quot;id&quot;:&quot;05ec56a1-3212-4dc5-b683-51db79925c29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5]}],&quot;text&quot;:&quot;AlphaFold3 Input &amp; Metrics&quot;}],&quot;_lastCaretLocation&quot;:{&quot;lineIndex&quot;:1,&quot;runIndex&quot;:-1,&quot;charIndex&quot;:-1,&quot;endOfLine&quot;:true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cf491577-16d6-4ca5-a6de-97ccf84d88b5&quot;,&quot;order&quot;:&quot;7&quot;}},&quot;a1536f86-bc19-4821-bee1-7e20fccfae7f&quot;:{&quot;id&quot;:&quot;a1536f86-bc19-4821-bee1-7e20fccfae7f&quot;,&quot;type&quot;:&quot;FIGURE_OBJECT&quot;,&quot;relativeTransform&quot;:{&quot;translate&quot;:{&quot;x&quot;:388.88885033072563,&quot;y&quot;:-1.4904302327412893},&quot;rotate&quot;:0,&quot;skewX&quot;:0,&quot;scale&quot;:{&quot;x&quot;:1,&quot;y&quot;:1}},&quot;path&quot;:{&quot;type&quot;:&quot;RECT&quot;,&quot;size&quot;:{&quot;x&quot;:1256.3284674534661,&quot;y&quot;:717.0900056762496}},&quot;pathStyles&quot;:[{&quot;type&quot;:&quot;FILL&quot;,&quot;fillStyle&quot;:&quot;rgba(0,0,0,0)&quot;}],&quot;parent&quot;:{&quot;type&quot;:&quot;FRAME&quot;,&quot;parentId&quot;:&quot;cf491577-16d6-4ca5-a6de-97ccf84d88b5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7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f491577-16d6-4ca5-a6de-97ccf84d88b5"/>
  <p:tag name="SELECTIONIDS" val="2bde1b02-8b73-4345-ac54-aebbe4bffa8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bde1b02-8b73-4345-ac54-aebbe4bffa85&quot;:{&quot;type&quot;:&quot;FIGURE_OBJECT&quot;,&quot;id&quot;:&quot;2bde1b02-8b73-4345-ac54-aebbe4bffa85&quot;,&quot;path&quot;:{&quot;type&quot;:&quot;RECT&quot;,&quot;size&quot;:{&quot;x&quot;:565.9591352362902,&quot;y&quot;:537.6086920438679},&quot;cornerRounding&quot;:{&quot;type&quot;:&quot;ARC_LENGTH&quot;,&quot;global&quot;:15.707963267948966}},&quot;pathStyles&quot;:[{&quot;type&quot;:&quot;FILL&quot;,&quot;fillStyle&quot;:&quot;rgba(185,219,244,1)&quot;},{&quot;type&quot;:&quot;STROKE&quot;,&quot;strokeStyle&quot;:&quot;rgba(49,126,194,1)&quot;,&quot;lineWidth&quot;:2,&quot;lineJoin&quot;:&quot;round&quot;}],&quot;parent&quot;:{&quot;type&quot;:&quot;CHILD&quot;,&quot;parentId&quot;:&quot;cf491577-16d6-4ca5-a6de-97ccf84d88b5&quot;,&quot;order&quot;:&quot;95&quot;},&quot;relativeTransform&quot;:{&quot;translate&quot;:{&quot;x&quot;:82.54294893184283,&quot;y&quot;:38.185200674611664},&quot;rotate&quot;:0,&quot;skewX&quot;:0,&quot;scale&quot;:{&quot;x&quot;:1,&quot;y&quot;:1}},&quot;opacity&quot;:0.17,&quot;layout&quot;:{&quot;sizeRatio&quot;:{&quot;x&quot;:0.88,&quot;y&quot;:0.88},&quot;keepAspectRatio&quot;:false}},&quot;bbbd2765-54f1-4e63-af19-0975c95ea7e9&quot;:{&quot;id&quot;:&quot;bbbd2765-54f1-4e63-af19-0975c95ea7e9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498.0440390079354,&quot;y&quot;:22},&quot;targetSize&quot;:{&quot;x&quot;:498.0440390079354,&quot;y&quot;:2.32}},&quot;parent&quot;:{&quot;type&quot;:&quot;CHILD&quot;,&quot;parentId&quot;:&quot;2bde1b02-8b73-4345-ac54-aebbe4bffa85&quot;,&quot;order&quot;:&quot;5&quot;}},&quot;cf491577-16d6-4ca5-a6de-97ccf84d88b5&quot;:{&quot;id&quot;:&quot;cf491577-16d6-4ca5-a6de-97ccf84d88b5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2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7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f491577-16d6-4ca5-a6de-97ccf84d88b5"/>
  <p:tag name="SELECTIONIDS" val="1340fb6b-0dca-4d66-b753-da137e7c721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340fb6b-0dca-4d66-b753-da137e7c7215&quot;:{&quot;type&quot;:&quot;FIGURE_OBJECT&quot;,&quot;id&quot;:&quot;1340fb6b-0dca-4d66-b753-da137e7c7215&quot;,&quot;path&quot;:{&quot;type&quot;:&quot;RECT&quot;,&quot;size&quot;:{&quot;x&quot;:565.9591352362902,&quot;y&quot;:537.6086920438679},&quot;cornerRounding&quot;:{&quot;type&quot;:&quot;ARC_LENGTH&quot;,&quot;global&quot;:15.707963267948966}},&quot;pathStyles&quot;:[{&quot;type&quot;:&quot;FILL&quot;,&quot;fillStyle&quot;:&quot;rgba(200,219,200,1)&quot;},{&quot;type&quot;:&quot;STROKE&quot;,&quot;strokeStyle&quot;:&quot;#B7BF10&quot;,&quot;lineWidth&quot;:2,&quot;lineJoin&quot;:&quot;round&quot;}],&quot;parent&quot;:{&quot;type&quot;:&quot;CHILD&quot;,&quot;parentId&quot;:&quot;cf491577-16d6-4ca5-a6de-97ccf84d88b5&quot;,&quot;order&quot;:&quot;97&quot;},&quot;relativeTransform&quot;:{&quot;translate&quot;:{&quot;x&quot;:679.2374733788728,&quot;y&quot;:38.1860646110827},&quot;rotate&quot;:0,&quot;skewX&quot;:0,&quot;scale&quot;:{&quot;x&quot;:1,&quot;y&quot;:1}},&quot;opacity&quot;:0.17},&quot;cf491577-16d6-4ca5-a6de-97ccf84d88b5&quot;:{&quot;id&quot;:&quot;cf491577-16d6-4ca5-a6de-97ccf84d88b5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2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8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a61c59fe-47f7-4657-993e-750820cfe97c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61c59fe-47f7-4657-993e-750820cfe97c&quot;:{&quot;id&quot;:&quot;a61c59fe-47f7-4657-993e-750820cfe97c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5&quot;},&quot;source&quot;:{&quot;id&quot;:&quot;670fec1d3441cb01bf892654&quot;,&quot;type&quot;:&quot;TEMPLATES&quot;},&quot;layout&quot;:{&quot;sizeRatio&quot;:{&quot;x&quot;:0.7071067811865476,&quot;y&quot;:0.7071067811865476},&quot;keepAspectRatio&quot;:true}},&quot;d51340fc-0271-40a0-89f5-ff83b6f078a3&quot;:{&quot;id&quot;:&quot;d51340fc-0271-40a0-89f5-ff83b6f078a3&quot;,&quot;name&quot;:&quot;af3_category_performance.png&quot;,&quot;type&quot;:&quot;FIGURE_OBJECT&quot;,&quot;relativeTransform&quot;:{&quot;translate&quot;:{&quot;x&quot;:365.3619342546988,&quot;y&quot;:56.55365430579653},&quot;rotate&quot;:0,&quot;skewX&quot;:0,&quot;scale&quot;:{&quot;x&quot;:3.8094789276036547,&quot;y&quot;:3.8094789276036547}},&quot;image&quot;:{&quot;url&quot;:&quot;https://core.services.biorender.com/api/uploads/noredirect/6a6699840cc588c744e9fe6a/1785108868189_5b076529-0ddc-4957-bc9a-a87a3f7609e1_icon.png&quot;,&quot;isPremium&quot;:false,&quot;isSignedURL&quot;:true,&quot;size&quot;:{&quot;x&quot;:300,&quot;y&quot;:131.25}},&quot;source&quot;:{&quot;id&quot;:&quot;6a6699840cc588c744e9fe6a&quot;,&quot;type&quot;:&quot;UPLOADS&quot;},&quot;isPremium&quot;:false,&quot;parent&quot;:{&quot;type&quot;:&quot;CHILD&quot;,&quot;parentId&quot;:&quot;a61c59fe-47f7-4657-993e-750820cfe97c&quot;,&quot;order&quot;:&quot;8&quot;}},&quot;5010a361-0e52-4ded-9456-dd812c193234&quot;:{&quot;id&quot;:&quot;5010a361-0e52-4ded-9456-dd812c193234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0]}],&quot;text&quot;:&quot;AlphaFold3 ipTM score&quot;}],&quot;_lastCaretLocation&quot;:{&quot;lineIndex&quot;:1,&quot;runIndex&quot;:0,&quot;charIndex&quot;:13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a61c59fe-47f7-4657-993e-750820cfe97c&quot;,&quot;order&quot;:&quot;7&quot;}},&quot;1514eb17-ba04-4bdb-8f87-c4b82fdeeb27&quot;:{&quot;id&quot;:&quot;1514eb17-ba04-4bdb-8f87-c4b82fdeeb27&quot;,&quot;type&quot;:&quot;FIGURE_OBJECT&quot;,&quot;relativeTransform&quot;:{&quot;translate&quot;:{&quot;x&quot;:388.88885033072563,&quot;y&quot;:-1.4904302327412893},&quot;rotate&quot;:0,&quot;skewX&quot;:0,&quot;scale&quot;:{&quot;x&quot;:1,&quot;y&quot;:1}},&quot;path&quot;:{&quot;type&quot;:&quot;RECT&quot;,&quot;size&quot;:{&quot;x&quot;:1256.3284674534661,&quot;y&quot;:717.0900056762496}},&quot;pathStyles&quot;:[{&quot;type&quot;:&quot;FILL&quot;,&quot;fillStyle&quot;:&quot;rgba(0,0,0,0)&quot;}],&quot;parent&quot;:{&quot;type&quot;:&quot;FRAME&quot;,&quot;parentId&quot;:&quot;a61c59fe-47f7-4657-993e-750820cfe97c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8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61c59fe-47f7-4657-993e-750820cfe97c"/>
  <p:tag name="SELECTIONIDS" val="d51340fc-0271-40a0-89f5-ff83b6f078a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51340fc-0271-40a0-89f5-ff83b6f078a3&quot;:{&quot;id&quot;:&quot;d51340fc-0271-40a0-89f5-ff83b6f078a3&quot;,&quot;name&quot;:&quot;af3_category_performance.png&quot;,&quot;type&quot;:&quot;FIGURE_OBJECT&quot;,&quot;relativeTransform&quot;:{&quot;translate&quot;:{&quot;x&quot;:365.3619342546988,&quot;y&quot;:56.55365430579653},&quot;rotate&quot;:0,&quot;skewX&quot;:0,&quot;scale&quot;:{&quot;x&quot;:3.8094789276036547,&quot;y&quot;:3.8094789276036547}},&quot;image&quot;:{&quot;url&quot;:&quot;https://core.services.biorender.com/api/uploads/noredirect/6a6699840cc588c744e9fe6a/1785108868189_5b076529-0ddc-4957-bc9a-a87a3f7609e1_icon.png&quot;,&quot;isPremium&quot;:false,&quot;isSignedURL&quot;:true,&quot;size&quot;:{&quot;x&quot;:300,&quot;y&quot;:131.25}},&quot;source&quot;:{&quot;id&quot;:&quot;6a6699840cc588c744e9fe6a&quot;,&quot;type&quot;:&quot;UPLOADS&quot;},&quot;isPremium&quot;:false,&quot;parent&quot;:{&quot;type&quot;:&quot;CHILD&quot;,&quot;parentId&quot;:&quot;a61c59fe-47f7-4657-993e-750820cfe97c&quot;,&quot;order&quot;:&quot;8&quot;}},&quot;a61c59fe-47f7-4657-993e-750820cfe97c&quot;:{&quot;id&quot;:&quot;a61c59fe-47f7-4657-993e-750820cfe97c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85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9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ada187ce-da7a-48ee-a836-0afcca05d51a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da187ce-da7a-48ee-a836-0afcca05d51a&quot;:{&quot;id&quot;:&quot;ada187ce-da7a-48ee-a836-0afcca05d51a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&quot;},&quot;source&quot;:{&quot;id&quot;:&quot;670fec1d3441cb01bf892654&quot;,&quot;type&quot;:&quot;TEMPLATES&quot;},&quot;layout&quot;:{&quot;sizeRatio&quot;:{&quot;x&quot;:0.7071067811865476,&quot;y&quot;:0.7071067811865476},&quot;keepAspectRatio&quot;:true}},&quot;52a06d0f-6355-409c-8381-d00e4b3d0f22&quot;:{&quot;id&quot;:&quot;52a06d0f-6355-409c-8381-d00e4b3d0f22&quot;,&quot;name&quot;:&quot;peptide_anchor_stability_heatmap.png&quot;,&quot;type&quot;:&quot;FIGURE_OBJECT&quot;,&quot;relativeTransform&quot;:{&quot;translate&quot;:{&quot;x&quot;:537.1052396430681,&quot;y&quot;:-55.20006024163753},&quot;rotate&quot;:0,&quot;skewX&quot;:0,&quot;scale&quot;:{&quot;x&quot;:5.1723668367358275,&quot;y&quot;:5.1723668367358275}},&quot;image&quot;:{&quot;url&quot;:&quot;https://core.services.biorender.com/api/uploads/noredirect/6a669a70ccdf27ce90dbe596/1785109104334_a5065aaa-5224-4860-b2a2-8ae2d1dfb974_icon.png&quot;,&quot;isPremium&quot;:false,&quot;isSignedURL&quot;:true,&quot;size&quot;:{&quot;x&quot;:300,&quot;y&quot;:47.6865671641791}},&quot;source&quot;:{&quot;id&quot;:&quot;6a669a70ccdf27ce90dbe596&quot;,&quot;type&quot;:&quot;UPLOADS&quot;},&quot;isPremium&quot;:false,&quot;parent&quot;:{&quot;type&quot;:&quot;CHILD&quot;,&quot;parentId&quot;:&quot;ada187ce-da7a-48ee-a836-0afcca05d51a&quot;,&quot;order&quot;:&quot;8&quot;}},&quot;f9419df7-703f-49fd-bf3c-a032d807ba36&quot;:{&quot;id&quot;:&quot;f9419df7-703f-49fd-bf3c-a032d807ba36&quot;,&quot;type&quot;:&quot;FIGURE_OBJECT&quot;,&quot;relativeTransform&quot;:{&quot;translate&quot;:{&quot;x&quot;:100.37440481533609,&quot;y&quot;:-298.3223174711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1]}],&quot;text&quot;:&quot;AlphaFold3 pLDDT score&quot;}],&quot;_lastCaretLocation&quot;:{&quot;lineIndex&quot;:1,&quot;runIndex&quot;:-1,&quot;charIndex&quot;:-1,&quot;endOfLine&quot;:true}},&quot;format&quot;:&quot;BETTER_TEXT&quot;,&quot;size&quot;:{&quot;x&quot;:612.867813776016,&quot;y&quot;:102.83130723895775},&quot;targetSize&quot;:{&quot;x&quot;:612.867813776016,&quot;y&quot;:102.83130723895775}},&quot;parent&quot;:{&quot;type&quot;:&quot;CHILD&quot;,&quot;parentId&quot;:&quot;ada187ce-da7a-48ee-a836-0afcca05d51a&quot;,&quot;order&quot;:&quot;7&quot;}},&quot;32667e3a-cffe-40e3-92a9-477230b180f5&quot;:{&quot;id&quot;:&quot;32667e3a-cffe-40e3-92a9-477230b180f5&quot;,&quot;type&quot;:&quot;FIGURE_OBJECT&quot;,&quot;relativeTransform&quot;:{&quot;translate&quot;:{&quot;x&quot;:554.4254040055673,&quot;y&quot;:-1.4904302327412893},&quot;rotate&quot;:0,&quot;skewX&quot;:0,&quot;scale&quot;:{&quot;x&quot;:1,&quot;y&quot;:1}},&quot;path&quot;:{&quot;type&quot;:&quot;RECT&quot;,&quot;size&quot;:{&quot;x&quot;:1587.4015748031495,&quot;y&quot;:717.0900056762496}},&quot;pathStyles&quot;:[{&quot;type&quot;:&quot;FILL&quot;,&quot;fillStyle&quot;:&quot;rgba(0,0,0,0)&quot;}],&quot;parent&quot;:{&quot;type&quot;:&quot;FRAME&quot;,&quot;parentId&quot;:&quot;ada187ce-da7a-48ee-a836-0afcca05d51a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29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da187ce-da7a-48ee-a836-0afcca05d51a"/>
  <p:tag name="SELECTIONIDS" val="52a06d0f-6355-409c-8381-d00e4b3d0f2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2a06d0f-6355-409c-8381-d00e4b3d0f22&quot;:{&quot;id&quot;:&quot;52a06d0f-6355-409c-8381-d00e4b3d0f22&quot;,&quot;name&quot;:&quot;peptide_anchor_stability_heatmap.png&quot;,&quot;type&quot;:&quot;FIGURE_OBJECT&quot;,&quot;relativeTransform&quot;:{&quot;translate&quot;:{&quot;x&quot;:537.1052396430681,&quot;y&quot;:-55.20006024163753},&quot;rotate&quot;:0,&quot;skewX&quot;:0,&quot;scale&quot;:{&quot;x&quot;:5.1723668367358275,&quot;y&quot;:5.1723668367358275}},&quot;image&quot;:{&quot;url&quot;:&quot;https://core.services.biorender.com/api/uploads/noredirect/6a669a70ccdf27ce90dbe596/1785109104334_a5065aaa-5224-4860-b2a2-8ae2d1dfb974_icon.png&quot;,&quot;isPremium&quot;:false,&quot;isSignedURL&quot;:true,&quot;size&quot;:{&quot;x&quot;:300,&quot;y&quot;:47.6865671641791}},&quot;source&quot;:{&quot;id&quot;:&quot;6a669a70ccdf27ce90dbe596&quot;,&quot;type&quot;:&quot;UPLOADS&quot;},&quot;isPremium&quot;:false,&quot;parent&quot;:{&quot;type&quot;:&quot;CHILD&quot;,&quot;parentId&quot;:&quot;ada187ce-da7a-48ee-a836-0afcca05d51a&quot;,&quot;order&quot;:&quot;8&quot;}},&quot;ada187ce-da7a-48ee-a836-0afcca05d51a&quot;:{&quot;id&quot;:&quot;ada187ce-da7a-48ee-a836-0afcca05d51a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0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970b3695-a0b4-4c53-9859-b90aa5dcba27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70b3695-a0b4-4c53-9859-b90aa5dcba27&quot;:{&quot;id&quot;:&quot;970b3695-a0b4-4c53-9859-b90aa5dcba27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5&quot;},&quot;source&quot;:{&quot;id&quot;:&quot;670fec1d3441cb01bf892654&quot;,&quot;type&quot;:&quot;TEMPLATES&quot;},&quot;layout&quot;:{&quot;sizeRatio&quot;:{&quot;x&quot;:0.7071067811865476,&quot;y&quot;:0.7071067811865476},&quot;keepAspectRatio&quot;:true}},&quot;8d85b81d-e2ee-4944-b200-386fd6cd5116&quot;:{&quot;id&quot;:&quot;8d85b81d-e2ee-4944-b200-386fd6cd5116&quot;,&quot;type&quot;:&quot;FIGURE_OBJECT&quot;,&quot;relativeTransform&quot;:{&quot;translate&quot;:{&quot;x&quot;:696.6704591180319,&quot;y&quot;:52.397830045163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4,&quot;color&quot;:&quot;black&quot;,&quot;fontWeight&quot;:&quot;bold&quot;,&quot;fontStyle&quot;:&quot;normal&quot;,&quot;decoration&quot;:&quot;none&quot;,&quot;script&quot;:&quot;none&quot;},&quot;range&quot;:[0,27]},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28,28]}],&quot;text&quot;:&quot;PAE (Predicted Aligned Error)&quot;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italic&quot;,&quot;decoration&quot;:&quot;none&quot;,&quot;script&quot;:&quot;none&quot;},&quot;range&quot;:[0,20]}],&quot;text&quot;:&quot;How is it calculated?&quot;},{&quot;runs&quot;:[{&quot;range&quot;:[0,109],&quot;style&quot;:{&quot;fontWeight&quot;:&quot;normal&quot;,&quot;fontStyle&quot;:&quot;normal&quot;,&quot;fontSize&quot;:24,&quot;fontFamily&quot;:&quot;Roboto&quot;,&quot;color&quot;:&quot;black&quot;,&quot;decoration&quot;:&quot;none&quot;}}],&quot;text&quot;:&quot;PAE(i, j) = Expected distance error (in Å) at residue  j when the predicted structure is aligned on residue i.&quot;},{&quot;runs&quot;:[{&quot;style&quot;:{&quot;fontWeight&quot;:&quot;normal&quot;,&quot;fontStyle&quot;:&quot;normal&quot;,&quot;fontSize&quot;:24,&quot;fontFamily&quot;:&quot;Roboto&quot;,&quot;color&quot;:&quot;black&quot;,&quot;decoration&quot;:&quot;none&quot;},&quot;range&quot;:[0,30]}],&quot;text&quot;:&quot;Value ranges from 0 to 31.75 Å.&quot;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normal&quot;,&quot;fontStyle&quot;:&quot;italic&quot;,&quot;decoration&quot;:&quot;none&quot;,&quot;script&quot;:&quot;none&quot;},&quot;range&quot;:[0,23]}],&quot;text&quot;:&quot;Why PAE Excels for pMHC?&quot;},{&quot;textIndent&quot;:{&quot;type&quot;:&quot;number&quot;,&quot;indent&quot;:1,&quot;symbol&quot;:&quot;1.&quot;,&quot;unit&quot;:&quot;levels&quot;},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68]}],&quot;text&quot;:&quot;Sub-Matrix Isolation: focus on peptide residues in the binding groove&quot;},{&quot;textIndent&quot;:{&quot;type&quot;:&quot;number&quot;,&quot;indent&quot;:1,&quot;symbol&quot;:&quot;2.&quot;,&quot;unit&quot;:&quot;levels&quot;},&quot;runs&quot;:[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0,92]}],&quot;text&quot;:&quot;Anchor Pocket resolution: Highlights critical positions, such as HLA anchor positions (P2-P9)&quot;},{&quot;runs&quot;:[],&quot;text&quot;:&quot;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4,&quot;color&quot;:&quot;black&quot;,&quot;fontWeight&quot;:&quot;bold&quot;,&quot;fontStyle&quot;:&quot;normal&quot;,&quot;decoration&quot;:&quot;none&quot;,&quot;script&quot;:&quot;none&quot;},&quot;range&quot;:[0,11]},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12,63]}],&quot;text&quot;:&quot;pLDDT is 1D: local 3D geometry of a single residue neighborhood.&quot;},{&quot;runs&quot;:[{&quot;style&quot;:{&quot;fontFamily&quot;:&quot;Roboto&quot;,&quot;fontSize&quot;:24,&quot;color&quot;:&quot;black&quot;,&quot;fontWeight&quot;:&quot;bold&quot;,&quot;fontStyle&quot;:&quot;normal&quot;,&quot;decoration&quot;:&quot;none&quot;,&quot;script&quot;:&quot;none&quot;},&quot;range&quot;:[0,9]},{&quot;style&quot;:{&quot;fontFamily&quot;:&quot;Roboto&quot;,&quot;fontSize&quot;:24,&quot;color&quot;:&quot;black&quot;,&quot;fontWeight&quot;:&quot;normal&quot;,&quot;fontStyle&quot;:&quot;normal&quot;,&quot;decoration&quot;:&quot;none&quot;,&quot;script&quot;:&quot;none&quot;},&quot;range&quot;:[10,89]}],&quot;text&quot;:&quot;PAE is 2D: how confident in the relative distance and orientation of two specific residues&quot;,&quot;baseStyle&quot;:{&quot;fontFamily&quot;:&quot;Roboto&quot;,&quot;fontSize&quot;:24,&quot;color&quot;:&quot;black&quot;,&quot;fontWeight&quot;:&quot;normal&quot;,&quot;fontStyle&quot;:&quot;normal&quot;,&quot;decoration&quot;:&quot;none&quot;,&quot;script&quot;:&quot;none&quot;}}],&quot;_lastCaretLocation&quot;:{&quot;lineIndex&quot;:6,&quot;runIndex&quot;:0,&quot;charIndex&quot;:0}},&quot;format&quot;:&quot;BETTER_TEXT&quot;,&quot;size&quot;:{&quot;x&quot;:533.9859638351762,&quot;y&quot;:542.3098051337265},&quot;targetSize&quot;:{&quot;x&quot;:533.9859638351762,&quot;y&quot;:542.3098051337265}},&quot;parent&quot;:{&quot;type&quot;:&quot;CHILD&quot;,&quot;parentId&quot;:&quot;970b3695-a0b4-4c53-9859-b90aa5dcba27&quot;,&quot;order&quot;:&quot;85&quot;}},&quot;c3ac444d-7019-401d-a195-aa9acdafd86b&quot;:{&quot;id&quot;:&quot;c3ac444d-7019-401d-a195-aa9acdafd86b&quot;,&quot;name&quot;:&quot;Screenshot 2026-07-26 at 6.45.12 PM.png&quot;,&quot;type&quot;:&quot;FIGURE_OBJECT&quot;,&quot;relativeTransform&quot;:{&quot;translate&quot;:{&quot;x&quot;:102.73011467259228,&quot;y&quot;:39.53291070726195},&quot;rotate&quot;:0,&quot;skewX&quot;:0,&quot;scale&quot;:{&quot;x&quot;:1.8500528920379413,&quot;y&quot;:1.8500528920379413}},&quot;image&quot;:{&quot;url&quot;:&quot;https://core.services.biorender.com/api/uploads/noredirect/6a669c09e34494f4f8e4fe63/1785109513816_eb708df0-641c-4d0d-a2ab-108c5708110d_icon.png&quot;,&quot;isPremium&quot;:false,&quot;isSignedURL&quot;:true,&quot;size&quot;:{&quot;x&quot;:300,&quot;y&quot;:307.0397111913357}},&quot;source&quot;:{&quot;id&quot;:&quot;6a669c09e34494f4f8e4fe63&quot;,&quot;type&quot;:&quot;UPLOADS&quot;},&quot;isPremium&quot;:false,&quot;parent&quot;:{&quot;type&quot;:&quot;CHILD&quot;,&quot;parentId&quot;:&quot;970b3695-a0b4-4c53-9859-b90aa5dcba27&quot;,&quot;order&quot;:&quot;8&quot;}},&quot;be5ac61d-4b49-4a2a-b78f-f142baeca1c9&quot;:{&quot;id&quot;:&quot;be5ac61d-4b49-4a2a-b78f-f142baeca1c9&quot;,&quot;type&quot;:&quot;FIGURE_OBJECT&quot;,&quot;relativeTransform&quot;:{&quot;translate&quot;:{&quot;x&quot;:157.37440360734877,&quot;y&quot;:-283.73797109067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9]}],&quot;text&quot;:&quot;AlphaFold3 Predicted Aligned Error (PAE)&quot;}],&quot;_lastCaretLocation&quot;:{&quot;lineIndex&quot;:1,&quot;runIndex&quot;:-1,&quot;charIndex&quot;:-1,&quot;endOfLine&quot;:true}},&quot;format&quot;:&quot;BETTER_TEXT&quot;,&quot;size&quot;:{&quot;x&quot;:726.8678113600413,&quot;y&quot;:132},&quot;targetSize&quot;:{&quot;x&quot;:726.8678113600413,&quot;y&quot;:132}},&quot;parent&quot;:{&quot;type&quot;:&quot;CHILD&quot;,&quot;parentId&quot;:&quot;970b3695-a0b4-4c53-9859-b90aa5dcba27&quot;,&quot;order&quot;:&quot;7&quot;}},&quot;07874d48-7a44-4e8b-a1b7-29861ec838f4&quot;:{&quot;id&quot;:&quot;07874d48-7a44-4e8b-a1b7-29861ec838f4&quot;,&quot;type&quot;:&quot;FIGURE_OBJECT&quot;,&quot;relativeTransform&quot;:{&quot;translate&quot;:{&quot;x&quot;:388.88885033072563,&quot;y&quot;:-1.4904302327412893},&quot;rotate&quot;:0,&quot;skewX&quot;:0,&quot;scale&quot;:{&quot;x&quot;:1,&quot;y&quot;:1}},&quot;path&quot;:{&quot;type&quot;:&quot;RECT&quot;,&quot;size&quot;:{&quot;x&quot;:1256.3284674534661,&quot;y&quot;:717.0900056762496}},&quot;pathStyles&quot;:[{&quot;type&quot;:&quot;FILL&quot;,&quot;fillStyle&quot;:&quot;rgba(0,0,0,0)&quot;}],&quot;parent&quot;:{&quot;type&quot;:&quot;FRAME&quot;,&quot;parentId&quot;:&quot;970b3695-a0b4-4c53-9859-b90aa5dcba27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0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70b3695-a0b4-4c53-9859-b90aa5dcba27"/>
  <p:tag name="SELECTIONIDS" val="c3ac444d-7019-401d-a195-aa9acdafd86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3ac444d-7019-401d-a195-aa9acdafd86b&quot;:{&quot;id&quot;:&quot;c3ac444d-7019-401d-a195-aa9acdafd86b&quot;,&quot;name&quot;:&quot;Screenshot 2026-07-26 at 6.45.12 PM.png&quot;,&quot;type&quot;:&quot;FIGURE_OBJECT&quot;,&quot;relativeTransform&quot;:{&quot;translate&quot;:{&quot;x&quot;:102.73011467259228,&quot;y&quot;:39.53291070726195},&quot;rotate&quot;:0,&quot;skewX&quot;:0,&quot;scale&quot;:{&quot;x&quot;:1.8500528920379413,&quot;y&quot;:1.8500528920379413}},&quot;image&quot;:{&quot;url&quot;:&quot;https://core.services.biorender.com/api/uploads/noredirect/6a669c09e34494f4f8e4fe63/1785109513816_eb708df0-641c-4d0d-a2ab-108c5708110d_icon.png&quot;,&quot;isPremium&quot;:false,&quot;isSignedURL&quot;:true,&quot;size&quot;:{&quot;x&quot;:300,&quot;y&quot;:307.0397111913357}},&quot;source&quot;:{&quot;id&quot;:&quot;6a669c09e34494f4f8e4fe63&quot;,&quot;type&quot;:&quot;UPLOADS&quot;},&quot;isPremium&quot;:false,&quot;parent&quot;:{&quot;type&quot;:&quot;CHILD&quot;,&quot;parentId&quot;:&quot;970b3695-a0b4-4c53-9859-b90aa5dcba27&quot;,&quot;order&quot;:&quot;8&quot;}},&quot;970b3695-a0b4-4c53-9859-b90aa5dcba27&quot;:{&quot;id&quot;:&quot;970b3695-a0b4-4c53-9859-b90aa5dcba27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5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15f37155-dc9f-46de-afa5-a6f82f80970c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5f37155-dc9f-46de-afa5-a6f82f80970c&quot;:{&quot;id&quot;:&quot;15f37155-dc9f-46de-afa5-a6f82f80970c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7&quot;},&quot;source&quot;:{&quot;id&quot;:&quot;670fec1d3441cb01bf892654&quot;,&quot;type&quot;:&quot;TEMPLATES&quot;},&quot;layout&quot;:{&quot;sizeRatio&quot;:{&quot;x&quot;:0.7071067811865476,&quot;y&quot;:0.7071067811865476},&quot;keepAspectRatio&quot;:true}},&quot;ae84e745-594f-4289-a8c0-7bbc7d0db492&quot;:{&quot;id&quot;:&quot;ae84e745-594f-4289-a8c0-7bbc7d0db492&quot;,&quot;name&quot;:&quot;mimotope_screening_best_models_bar_summary.png&quot;,&quot;type&quot;:&quot;FIGURE_OBJECT&quot;,&quot;relativeTransform&quot;:{&quot;translate&quot;:{&quot;x&quot;:550.551639286694,&quot;y&quot;:-25.379875361231356},&quot;rotate&quot;:0,&quot;skewX&quot;:0,&quot;scale&quot;:{&quot;x&quot;:5.265509722798621,&quot;y&quot;:5.265509722798621}},&quot;image&quot;:{&quot;url&quot;:&quot;https://core.services.biorender.com/api/uploads/noredirect/6a669c7d5df7e1e05e299428/1785109629688_7c2f6029-50db-4086-88e7-91b91b3ed3d3_icon.png&quot;,&quot;isPremium&quot;:false,&quot;isSignedURL&quot;:true,&quot;size&quot;:{&quot;x&quot;:300,&quot;y&quot;:83.3176248821866}},&quot;source&quot;:{&quot;id&quot;:&quot;6a669c7d5df7e1e05e299428&quot;,&quot;type&quot;:&quot;UPLOADS&quot;},&quot;isPremium&quot;:false,&quot;parent&quot;:{&quot;type&quot;:&quot;CHILD&quot;,&quot;parentId&quot;:&quot;15f37155-dc9f-46de-afa5-a6f82f80970c&quot;,&quot;order&quot;:&quot;8&quot;}},&quot;0c1d54b9-4195-4d56-9fc1-302a1a20d6dd&quot;:{&quot;id&quot;:&quot;0c1d54b9-4195-4d56-9fc1-302a1a20d6dd&quot;,&quot;type&quot;:&quot;FIGURE_OBJECT&quot;,&quot;relativeTransform&quot;:{&quot;translate&quot;:{&quot;x&quot;:157.37440360734877,&quot;y&quot;:-283.73797109067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9]}],&quot;text&quot;:&quot;AlphaFold3 Predicted Aligned Error (PAE)&quot;}],&quot;_lastCaretLocation&quot;:{&quot;lineIndex&quot;:1,&quot;runIndex&quot;:-1,&quot;charIndex&quot;:-1,&quot;endOfLine&quot;:true}},&quot;format&quot;:&quot;BETTER_TEXT&quot;,&quot;size&quot;:{&quot;x&quot;:726.8678113600413,&quot;y&quot;:132},&quot;targetSize&quot;:{&quot;x&quot;:726.8678113600413,&quot;y&quot;:132}},&quot;parent&quot;:{&quot;type&quot;:&quot;CHILD&quot;,&quot;parentId&quot;:&quot;15f37155-dc9f-46de-afa5-a6f82f80970c&quot;,&quot;order&quot;:&quot;7&quot;}},&quot;a97925f6-11bc-4bdd-ad93-37eb78a37c40&quot;:{&quot;id&quot;:&quot;a97925f6-11bc-4bdd-ad93-37eb78a37c40&quot;,&quot;type&quot;:&quot;FIGURE_OBJECT&quot;,&quot;relativeTransform&quot;:{&quot;translate&quot;:{&quot;x&quot;:554.4254040055673,&quot;y&quot;:-71.99042873865164},&quot;rotate&quot;:0,&quot;skewX&quot;:0,&quot;scale&quot;:{&quot;x&quot;:1,&quot;y&quot;:1}},&quot;path&quot;:{&quot;type&quot;:&quot;RECT&quot;,&quot;size&quot;:{&quot;x&quot;:1587.4015748031495,&quot;y&quot;:576.0900086644289}},&quot;pathStyles&quot;:[{&quot;type&quot;:&quot;FILL&quot;,&quot;fillStyle&quot;:&quot;rgba(0,0,0,0)&quot;}],&quot;parent&quot;:{&quot;type&quot;:&quot;FRAME&quot;,&quot;parentId&quot;:&quot;15f37155-dc9f-46de-afa5-a6f82f80970c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15f37155-dc9f-46de-afa5-a6f82f80970c"/>
  <p:tag name="SELECTIONIDS" val="ae84e745-594f-4289-a8c0-7bbc7d0db492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e84e745-594f-4289-a8c0-7bbc7d0db492&quot;:{&quot;id&quot;:&quot;ae84e745-594f-4289-a8c0-7bbc7d0db492&quot;,&quot;name&quot;:&quot;mimotope_screening_best_models_bar_summary.png&quot;,&quot;type&quot;:&quot;FIGURE_OBJECT&quot;,&quot;relativeTransform&quot;:{&quot;translate&quot;:{&quot;x&quot;:550.551639286694,&quot;y&quot;:-25.379875361231356},&quot;rotate&quot;:0,&quot;skewX&quot;:0,&quot;scale&quot;:{&quot;x&quot;:5.265509722798621,&quot;y&quot;:5.265509722798621}},&quot;image&quot;:{&quot;url&quot;:&quot;https://core.services.biorender.com/api/uploads/noredirect/6a669c7d5df7e1e05e299428/1785109629688_7c2f6029-50db-4086-88e7-91b91b3ed3d3_icon.png&quot;,&quot;isPremium&quot;:false,&quot;isSignedURL&quot;:true,&quot;size&quot;:{&quot;x&quot;:300,&quot;y&quot;:83.3176248821866}},&quot;source&quot;:{&quot;id&quot;:&quot;6a669c7d5df7e1e05e299428&quot;,&quot;type&quot;:&quot;UPLOADS&quot;},&quot;isPremium&quot;:false,&quot;parent&quot;:{&quot;type&quot;:&quot;CHILD&quot;,&quot;parentId&quot;:&quot;15f37155-dc9f-46de-afa5-a6f82f80970c&quot;,&quot;order&quot;:&quot;8&quot;}},&quot;15f37155-dc9f-46de-afa5-a6f82f80970c&quot;:{&quot;id&quot;:&quot;15f37155-dc9f-46de-afa5-a6f82f80970c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7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2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e3baa8a8-18b1-4a68-bae4-d76c452a0b16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3baa8a8-18b1-4a68-bae4-d76c452a0b16&quot;:{&quot;id&quot;:&quot;e3baa8a8-18b1-4a68-bae4-d76c452a0b16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8&quot;},&quot;source&quot;:{&quot;id&quot;:&quot;670fec1d3441cb01bf892654&quot;,&quot;type&quot;:&quot;TEMPLATES&quot;},&quot;layout&quot;:{&quot;sizeRatio&quot;:{&quot;x&quot;:0.7071067811865476,&quot;y&quot;:0.7071067811865476},&quot;keepAspectRatio&quot;:true}},&quot;5a16554f-fbf3-417c-83a5-c32269559a67&quot;:{&quot;id&quot;:&quot;5a16554f-fbf3-417c-83a5-c32269559a67&quot;,&quot;name&quot;:&quot;mimotope_screening_best_models_residue_heatmap.png&quot;,&quot;type&quot;:&quot;FIGURE_OBJECT&quot;,&quot;relativeTransform&quot;:{&quot;translate&quot;:{&quot;x&quot;:475.56461707648697,&quot;y&quot;:-86.97558188362554},&quot;rotate&quot;:0,&quot;skewX&quot;:0,&quot;scale&quot;:{&quot;x&quot;:4.644166589436715,&quot;y&quot;:4.644166589436715}},&quot;image&quot;:{&quot;url&quot;:&quot;https://core.services.biorender.com/api/uploads/noredirect/6a669cb22a081a1663bb16d9/1785109682707_ae5ed5a2-5add-495f-a861-3d0fd96eeb9a_icon.png&quot;,&quot;isPremium&quot;:false,&quot;isSignedURL&quot;:true,&quot;size&quot;:{&quot;x&quot;:300,&quot;y&quot;:40.12373453318335}},&quot;source&quot;:{&quot;id&quot;:&quot;6a669cb22a081a1663bb16d9&quot;,&quot;type&quot;:&quot;UPLOADS&quot;},&quot;isPremium&quot;:false,&quot;parent&quot;:{&quot;type&quot;:&quot;CHILD&quot;,&quot;parentId&quot;:&quot;e3baa8a8-18b1-4a68-bae4-d76c452a0b16&quot;,&quot;order&quot;:&quot;8&quot;}},&quot;21074e4e-2eee-4a39-a96c-21198e58e2b2&quot;:{&quot;id&quot;:&quot;21074e4e-2eee-4a39-a96c-21198e58e2b2&quot;,&quot;type&quot;:&quot;FIGURE_OBJECT&quot;,&quot;relativeTransform&quot;:{&quot;translate&quot;:{&quot;x&quot;:157.37440360734877,&quot;y&quot;:-283.73797109067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39]}],&quot;text&quot;:&quot;AlphaFold3 Predicted Aligned Error (PAE)&quot;}],&quot;_lastCaretLocation&quot;:{&quot;lineIndex&quot;:1,&quot;runIndex&quot;:-1,&quot;charIndex&quot;:-1,&quot;endOfLine&quot;:true}},&quot;format&quot;:&quot;BETTER_TEXT&quot;,&quot;size&quot;:{&quot;x&quot;:726.8678113600413,&quot;y&quot;:132},&quot;targetSize&quot;:{&quot;x&quot;:726.8678113600413,&quot;y&quot;:132}},&quot;parent&quot;:{&quot;type&quot;:&quot;CHILD&quot;,&quot;parentId&quot;:&quot;e3baa8a8-18b1-4a68-bae4-d76c452a0b16&quot;,&quot;order&quot;:&quot;7&quot;}},&quot;057dca7e-3c03-41ad-aeae-2cd2076989ae&quot;:{&quot;id&quot;:&quot;057dca7e-3c03-41ad-aeae-2cd2076989ae&quot;,&quot;type&quot;:&quot;FIGURE_OBJECT&quot;,&quot;relativeTransform&quot;:{&quot;translate&quot;:{&quot;x&quot;:472.8888485505337,&quot;y&quot;:-71.99042873865164},&quot;rotate&quot;:0,&quot;skewX&quot;:0,&quot;scale&quot;:{&quot;x&quot;:1,&quot;y&quot;:1}},&quot;path&quot;:{&quot;type&quot;:&quot;RECT&quot;,&quot;size&quot;:{&quot;x&quot;:1424.3284638930822,&quot;y&quot;:576.0900086644289}},&quot;pathStyles&quot;:[{&quot;type&quot;:&quot;FILL&quot;,&quot;fillStyle&quot;:&quot;rgba(0,0,0,0)&quot;}],&quot;parent&quot;:{&quot;type&quot;:&quot;FRAME&quot;,&quot;parentId&quot;:&quot;e3baa8a8-18b1-4a68-bae4-d76c452a0b16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2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e3baa8a8-18b1-4a68-bae4-d76c452a0b16"/>
  <p:tag name="SELECTIONIDS" val="5a16554f-fbf3-417c-83a5-c32269559a67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5a16554f-fbf3-417c-83a5-c32269559a67&quot;:{&quot;id&quot;:&quot;5a16554f-fbf3-417c-83a5-c32269559a67&quot;,&quot;name&quot;:&quot;mimotope_screening_best_models_residue_heatmap.png&quot;,&quot;type&quot;:&quot;FIGURE_OBJECT&quot;,&quot;relativeTransform&quot;:{&quot;translate&quot;:{&quot;x&quot;:475.56461707648697,&quot;y&quot;:-86.97558188362554},&quot;rotate&quot;:0,&quot;skewX&quot;:0,&quot;scale&quot;:{&quot;x&quot;:4.644166589436715,&quot;y&quot;:4.644166589436715}},&quot;image&quot;:{&quot;url&quot;:&quot;https://core.services.biorender.com/api/uploads/noredirect/6a669cb22a081a1663bb16d9/1785109682707_ae5ed5a2-5add-495f-a861-3d0fd96eeb9a_icon.png&quot;,&quot;isPremium&quot;:false,&quot;isSignedURL&quot;:true,&quot;size&quot;:{&quot;x&quot;:300,&quot;y&quot;:40.12373453318335}},&quot;source&quot;:{&quot;id&quot;:&quot;6a669cb22a081a1663bb16d9&quot;,&quot;type&quot;:&quot;UPLOADS&quot;},&quot;isPremium&quot;:false,&quot;parent&quot;:{&quot;type&quot;:&quot;CHILD&quot;,&quot;parentId&quot;:&quot;e3baa8a8-18b1-4a68-bae4-d76c452a0b16&quot;,&quot;order&quot;:&quot;8&quot;}},&quot;e3baa8a8-18b1-4a68-bae4-d76c452a0b16&quot;:{&quot;id&quot;:&quot;e3baa8a8-18b1-4a68-bae4-d76c452a0b16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3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c048d96b-a6ed-4ad8-bd6b-4bfb1a9b0c67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048d96b-a6ed-4ad8-bd6b-4bfb1a9b0c67&quot;:{&quot;id&quot;:&quot;c048d96b-a6ed-4ad8-bd6b-4bfb1a9b0c67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&quot;},&quot;source&quot;:{&quot;id&quot;:&quot;670fec1d3441cb01bf892654&quot;,&quot;type&quot;:&quot;TEMPLATES&quot;},&quot;layout&quot;:{&quot;sizeRatio&quot;:{&quot;x&quot;:0.7071067811865476,&quot;y&quot;:0.7071067811865476},&quot;keepAspectRatio&quot;:true}},&quot;784ff86b-c773-4afb-b729-48b1305d8e0a&quot;:{&quot;id&quot;:&quot;784ff86b-c773-4afb-b729-48b1305d8e0a&quot;,&quot;name&quot;:&quot;rosetta_selection_decision_matrix.png&quot;,&quot;type&quot;:&quot;FIGURE_OBJECT&quot;,&quot;relativeTransform&quot;:{&quot;translate&quot;:{&quot;x&quot;:284.44439633451935,&quot;y&quot;:45.85110645294225},&quot;rotate&quot;:0,&quot;skewX&quot;:0,&quot;scale&quot;:{&quot;x&quot;:2.559999966939293,&quot;y&quot;:2.559999966939293}},&quot;image&quot;:{&quot;url&quot;:&quot;https://core.services.biorender.com/api/uploads/noredirect/6a669d0108a62cbb35a411cf/1785109761676_ca7f21d7-e5c1-4a71-a979-bfba66dc1afe_icon.png&quot;,&quot;isPremium&quot;:false,&quot;isSignedURL&quot;:true,&quot;size&quot;:{&quot;x&quot;:300,&quot;y&quot;:231.8181818181818}},&quot;source&quot;:{&quot;id&quot;:&quot;6a669d0108a62cbb35a411cf&quot;,&quot;type&quot;:&quot;UPLOADS&quot;},&quot;isPremium&quot;:false,&quot;parent&quot;:{&quot;type&quot;:&quot;CHILD&quot;,&quot;parentId&quot;:&quot;c048d96b-a6ed-4ad8-bd6b-4bfb1a9b0c67&quot;,&quot;order&quot;:&quot;8&quot;}},&quot;29e748d6-a717-48fa-b0b1-c6000ae41e47&quot;:{&quot;id&quot;:&quot;29e748d6-a717-48fa-b0b1-c6000ae41e47&quot;,&quot;type&quot;:&quot;FIGURE_OBJECT&quot;,&quot;relativeTransform&quot;:{&quot;translate&quot;:{&quot;x&quot;:188.87440293977693,&quot;y&quot;:-283.73797109067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43]}],&quot;text&quot;:&quot;AlphaFold3: Selecting candidates for Rosetta&quot;}],&quot;_lastCaretLocation&quot;:{&quot;lineIndex&quot;:1,&quot;runIndex&quot;:-1,&quot;charIndex&quot;:-1,&quot;endOfLine&quot;:true}},&quot;format&quot;:&quot;BETTER_TEXT&quot;,&quot;size&quot;:{&quot;x&quot;:789.8678100248976,&quot;y&quot;:132},&quot;targetSize&quot;:{&quot;x&quot;:789.8678100248976,&quot;y&quot;:132}},&quot;parent&quot;:{&quot;type&quot;:&quot;CHILD&quot;,&quot;parentId&quot;:&quot;c048d96b-a6ed-4ad8-bd6b-4bfb1a9b0c67&quot;,&quot;order&quot;:&quot;7&quot;}},&quot;e217ddfc-e574-4566-8a45-8650d67bbbec&quot;:{&quot;id&quot;:&quot;e217ddfc-e574-4566-8a45-8650d67bbbec&quot;,&quot;type&quot;:&quot;FIGURE_OBJECT&quot;,&quot;relativeTransform&quot;:{&quot;translate&quot;:{&quot;x&quot;:291.3888523970197,&quot;y&quot;:0.5095697248731881},&quot;rotate&quot;:0,&quot;skewX&quot;:0,&quot;scale&quot;:{&quot;x&quot;:1,&quot;y&quot;:1}},&quot;path&quot;:{&quot;type&quot;:&quot;RECT&quot;,&quot;size&quot;:{&quot;x&quot;:1061.3284715860543,&quot;y&quot;:721.0900055914785}},&quot;pathStyles&quot;:[{&quot;type&quot;:&quot;FILL&quot;,&quot;fillStyle&quot;:&quot;rgba(0,0,0,0)&quot;}],&quot;parent&quot;:{&quot;type&quot;:&quot;FRAME&quot;,&quot;parentId&quot;:&quot;c048d96b-a6ed-4ad8-bd6b-4bfb1a9b0c67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3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c048d96b-a6ed-4ad8-bd6b-4bfb1a9b0c67"/>
  <p:tag name="SELECTIONIDS" val="784ff86b-c773-4afb-b729-48b1305d8e0a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84ff86b-c773-4afb-b729-48b1305d8e0a&quot;:{&quot;id&quot;:&quot;784ff86b-c773-4afb-b729-48b1305d8e0a&quot;,&quot;name&quot;:&quot;rosetta_selection_decision_matrix.png&quot;,&quot;type&quot;:&quot;FIGURE_OBJECT&quot;,&quot;relativeTransform&quot;:{&quot;translate&quot;:{&quot;x&quot;:284.44439633451935,&quot;y&quot;:45.85110645294225},&quot;rotate&quot;:0,&quot;skewX&quot;:0,&quot;scale&quot;:{&quot;x&quot;:2.559999966939293,&quot;y&quot;:2.559999966939293}},&quot;image&quot;:{&quot;url&quot;:&quot;https://core.services.biorender.com/api/uploads/noredirect/6a669d0108a62cbb35a411cf/1785109761676_ca7f21d7-e5c1-4a71-a979-bfba66dc1afe_icon.png&quot;,&quot;isPremium&quot;:false,&quot;isSignedURL&quot;:true,&quot;size&quot;:{&quot;x&quot;:300,&quot;y&quot;:231.8181818181818}},&quot;source&quot;:{&quot;id&quot;:&quot;6a669d0108a62cbb35a411cf&quot;,&quot;type&quot;:&quot;UPLOADS&quot;},&quot;isPremium&quot;:false,&quot;parent&quot;:{&quot;type&quot;:&quot;CHILD&quot;,&quot;parentId&quot;:&quot;c048d96b-a6ed-4ad8-bd6b-4bfb1a9b0c67&quot;,&quot;order&quot;:&quot;8&quot;}},&quot;c048d96b-a6ed-4ad8-bd6b-4bfb1a9b0c67&quot;:{&quot;id&quot;:&quot;c048d96b-a6ed-4ad8-bd6b-4bfb1a9b0c67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4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ad593ee2-61b7-45b4-91ac-13d09251db9f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d593ee2-61b7-45b4-91ac-13d09251db9f&quot;:{&quot;id&quot;:&quot;ad593ee2-61b7-45b4-91ac-13d09251db9f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5&quot;},&quot;source&quot;:{&quot;id&quot;:&quot;670fec1d3441cb01bf892654&quot;,&quot;type&quot;:&quot;TEMPLATES&quot;},&quot;layout&quot;:{&quot;sizeRatio&quot;:{&quot;x&quot;:0.7071067811865476,&quot;y&quot;:0.7071067811865476},&quot;keepAspectRatio&quot;:true}},&quot;be4c8b18-d6e9-4eb3-a063-8df78e2f4529&quot;:{&quot;id&quot;:&quot;be4c8b18-d6e9-4eb3-a063-8df78e2f4529&quot;,&quot;name&quot;:&quot;interface_analysis_summary.png&quot;,&quot;type&quot;:&quot;FIGURE_OBJECT&quot;,&quot;relativeTransform&quot;:{&quot;translate&quot;:{&quot;x&quot;:311.94436188568415,&quot;y&quot;:15.234314257274804},&quot;rotate&quot;:0,&quot;skewX&quot;:0,&quot;scale&quot;:{&quot;x&quot;:3.1899999535878547,&quot;y&quot;:3.1899999535878547}},&quot;image&quot;:{&quot;url&quot;:&quot;https://core.services.biorender.com/api/uploads/noredirect/6a669d9f5df7e1e05e2a445e/1785109919865_9d9759a1-187d-4d7b-bdf4-228ca4a278e3_icon.png&quot;,&quot;isPremium&quot;:false,&quot;isSignedURL&quot;:true,&quot;size&quot;:{&quot;x&quot;:300,&quot;y&quot;:112.5}},&quot;source&quot;:{&quot;id&quot;:&quot;6a669d9f5df7e1e05e2a445e&quot;,&quot;type&quot;:&quot;UPLOADS&quot;},&quot;isPremium&quot;:false,&quot;parent&quot;:{&quot;type&quot;:&quot;CHILD&quot;,&quot;parentId&quot;:&quot;ad593ee2-61b7-45b4-91ac-13d09251db9f&quot;,&quot;order&quot;:&quot;8&quot;}},&quot;94c6cc30-4dca-4c1f-94dd-89d0d423628d&quot;:{&quot;id&quot;:&quot;94c6cc30-4dca-4c1f-94dd-89d0d423628d&quot;,&quot;type&quot;:&quot;FIGURE_OBJECT&quot;,&quot;relativeTransform&quot;:{&quot;translate&quot;:{&quot;x&quot;:188.87440293977693,&quot;y&quot;:-283.73797109067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8]}],&quot;text&quot;:&quot;Rosetta candidates evaluation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789.8678100248976,&quot;y&quot;:132},&quot;targetSize&quot;:{&quot;x&quot;:789.8678100248976,&quot;y&quot;:132}},&quot;parent&quot;:{&quot;type&quot;:&quot;CHILD&quot;,&quot;parentId&quot;:&quot;ad593ee2-61b7-45b4-91ac-13d09251db9f&quot;,&quot;order&quot;:&quot;7&quot;}},&quot;b72d08c0-060d-40a0-89f3-2b37b26be21e&quot;:{&quot;id&quot;:&quot;b72d08c0-060d-40a0-89f3-2b37b26be21e&quot;,&quot;type&quot;:&quot;FIGURE_OBJECT&quot;,&quot;relativeTransform&quot;:{&quot;translate&quot;:{&quot;x&quot;:291.3888523970197,&quot;y&quot;:0.5095697248731881},&quot;rotate&quot;:0,&quot;skewX&quot;:0,&quot;scale&quot;:{&quot;x&quot;:1,&quot;y&quot;:1}},&quot;path&quot;:{&quot;type&quot;:&quot;RECT&quot;,&quot;size&quot;:{&quot;x&quot;:1061.3284715860543,&quot;y&quot;:721.0900055914785}},&quot;pathStyles&quot;:[{&quot;type&quot;:&quot;FILL&quot;,&quot;fillStyle&quot;:&quot;rgba(0,0,0,0)&quot;}],&quot;parent&quot;:{&quot;type&quot;:&quot;FRAME&quot;,&quot;parentId&quot;:&quot;ad593ee2-61b7-45b4-91ac-13d09251db9f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4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ad593ee2-61b7-45b4-91ac-13d09251db9f"/>
  <p:tag name="SELECTIONIDS" val="be4c8b18-d6e9-4eb3-a063-8df78e2f452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e4c8b18-d6e9-4eb3-a063-8df78e2f4529&quot;:{&quot;id&quot;:&quot;be4c8b18-d6e9-4eb3-a063-8df78e2f4529&quot;,&quot;name&quot;:&quot;interface_analysis_summary.png&quot;,&quot;type&quot;:&quot;FIGURE_OBJECT&quot;,&quot;relativeTransform&quot;:{&quot;translate&quot;:{&quot;x&quot;:311.94436188568415,&quot;y&quot;:15.234314257274804},&quot;rotate&quot;:0,&quot;skewX&quot;:0,&quot;scale&quot;:{&quot;x&quot;:3.1899999535878547,&quot;y&quot;:3.1899999535878547}},&quot;image&quot;:{&quot;url&quot;:&quot;https://core.services.biorender.com/api/uploads/noredirect/6a669d9f5df7e1e05e2a445e/1785109919865_9d9759a1-187d-4d7b-bdf4-228ca4a278e3_icon.png&quot;,&quot;isPremium&quot;:false,&quot;isSignedURL&quot;:true,&quot;size&quot;:{&quot;x&quot;:300,&quot;y&quot;:112.5}},&quot;source&quot;:{&quot;id&quot;:&quot;6a669d9f5df7e1e05e2a445e&quot;,&quot;type&quot;:&quot;UPLOADS&quot;},&quot;isPremium&quot;:false,&quot;parent&quot;:{&quot;type&quot;:&quot;CHILD&quot;,&quot;parentId&quot;:&quot;ad593ee2-61b7-45b4-91ac-13d09251db9f&quot;,&quot;order&quot;:&quot;8&quot;}},&quot;ad593ee2-61b7-45b4-91ac-13d09251db9f&quot;:{&quot;id&quot;:&quot;ad593ee2-61b7-45b4-91ac-13d09251db9f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5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5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1d7c26c8-e395-43ac-9f27-220754207964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d7c26c8-e395-43ac-9f27-220754207964&quot;:{&quot;id&quot;:&quot;1d7c26c8-e395-43ac-9f27-220754207964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7&quot;},&quot;source&quot;:{&quot;id&quot;:&quot;670fec1d3441cb01bf892654&quot;,&quot;type&quot;:&quot;TEMPLATES&quot;},&quot;layout&quot;:{&quot;sizeRatio&quot;:{&quot;x&quot;:0.7071067811865476,&quot;y&quot;:0.7071067811865476},&quot;keepAspectRatio&quot;:true}},&quot;70ba7eec-9360-4dd5-b21e-8ee3f5a63855&quot;:{&quot;id&quot;:&quot;70ba7eec-9360-4dd5-b21e-8ee3f5a63855&quot;,&quot;name&quot;:&quot;rosetta_candidate_evaluation.png&quot;,&quot;type&quot;:&quot;FIGURE_OBJECT&quot;,&quot;relativeTransform&quot;:{&quot;translate&quot;:{&quot;x&quot;:284.22539337812907,&quot;y&quot;:5.385329881638903},&quot;rotate&quot;:0,&quot;skewX&quot;:0,&quot;scale&quot;:{&quot;x&quot;:3.3166666175701045,&quot;y&quot;:3.316666617570105}},&quot;image&quot;:{&quot;url&quot;:&quot;https://core.services.biorender.com/api/uploads/noredirect/6a669db55df7e1e05e2a4e70/1785109941037_63a8fdc9-751b-47a4-a145-a3f621f51a01_icon.png&quot;,&quot;isPremium&quot;:false,&quot;isSignedURL&quot;:true,&quot;size&quot;:{&quot;x&quot;:300,&quot;y&quot;:112.5}},&quot;source&quot;:{&quot;id&quot;:&quot;6a669db55df7e1e05e2a4e70&quot;,&quot;type&quot;:&quot;UPLOADS&quot;},&quot;isPremium&quot;:false,&quot;parent&quot;:{&quot;type&quot;:&quot;CHILD&quot;,&quot;parentId&quot;:&quot;1d7c26c8-e395-43ac-9f27-220754207964&quot;,&quot;order&quot;:&quot;8&quot;}},&quot;42e50f15-a568-477d-bd65-116da5386588&quot;:{&quot;id&quot;:&quot;42e50f15-a568-477d-bd65-116da5386588&quot;,&quot;type&quot;:&quot;FIGURE_OBJECT&quot;,&quot;relativeTransform&quot;:{&quot;translate&quot;:{&quot;x&quot;:188.87440293977693,&quot;y&quot;:-283.73797109067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8]}],&quot;text&quot;:&quot;Rosetta candidates evaluation&quot;,&quot;base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789.8678100248976,&quot;y&quot;:132},&quot;targetSize&quot;:{&quot;x&quot;:789.8678100248976,&quot;y&quot;:132}},&quot;parent&quot;:{&quot;type&quot;:&quot;CHILD&quot;,&quot;parentId&quot;:&quot;1d7c26c8-e395-43ac-9f27-220754207964&quot;,&quot;order&quot;:&quot;7&quot;}},&quot;9f8d4cbc-1165-4c03-a37c-056d66db6b9b&quot;:{&quot;id&quot;:&quot;9f8d4cbc-1165-4c03-a37c-056d66db6b9b&quot;,&quot;type&quot;:&quot;FIGURE_OBJECT&quot;,&quot;relativeTransform&quot;:{&quot;translate&quot;:{&quot;x&quot;:291.3888523970197,&quot;y&quot;:0.5095697248731881},&quot;rotate&quot;:0,&quot;skewX&quot;:0,&quot;scale&quot;:{&quot;x&quot;:1,&quot;y&quot;:1}},&quot;path&quot;:{&quot;type&quot;:&quot;RECT&quot;,&quot;size&quot;:{&quot;x&quot;:1061.3284715860543,&quot;y&quot;:721.0900055914785}},&quot;pathStyles&quot;:[{&quot;type&quot;:&quot;FILL&quot;,&quot;fillStyle&quot;:&quot;rgba(0,0,0,0)&quot;}],&quot;parent&quot;:{&quot;type&quot;:&quot;FRAME&quot;,&quot;parentId&quot;:&quot;1d7c26c8-e395-43ac-9f27-220754207964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5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1d7c26c8-e395-43ac-9f27-220754207964"/>
  <p:tag name="SELECTIONIDS" val="70ba7eec-9360-4dd5-b21e-8ee3f5a63855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70ba7eec-9360-4dd5-b21e-8ee3f5a63855&quot;:{&quot;id&quot;:&quot;70ba7eec-9360-4dd5-b21e-8ee3f5a63855&quot;,&quot;name&quot;:&quot;rosetta_candidate_evaluation.png&quot;,&quot;type&quot;:&quot;FIGURE_OBJECT&quot;,&quot;relativeTransform&quot;:{&quot;translate&quot;:{&quot;x&quot;:284.22539337812907,&quot;y&quot;:5.385329881638903},&quot;rotate&quot;:0,&quot;skewX&quot;:0,&quot;scale&quot;:{&quot;x&quot;:3.3166666175701045,&quot;y&quot;:3.316666617570105}},&quot;image&quot;:{&quot;url&quot;:&quot;https://core.services.biorender.com/api/uploads/noredirect/6a669db55df7e1e05e2a4e70/1785109941037_63a8fdc9-751b-47a4-a145-a3f621f51a01_icon.png&quot;,&quot;isPremium&quot;:false,&quot;isSignedURL&quot;:true,&quot;size&quot;:{&quot;x&quot;:300,&quot;y&quot;:112.5}},&quot;source&quot;:{&quot;id&quot;:&quot;6a669db55df7e1e05e2a4e70&quot;,&quot;type&quot;:&quot;UPLOADS&quot;},&quot;isPremium&quot;:false,&quot;parent&quot;:{&quot;type&quot;:&quot;CHILD&quot;,&quot;parentId&quot;:&quot;1d7c26c8-e395-43ac-9f27-220754207964&quot;,&quot;order&quot;:&quot;8&quot;}},&quot;1d7c26c8-e395-43ac-9f27-220754207964&quot;:{&quot;id&quot;:&quot;1d7c26c8-e395-43ac-9f27-220754207964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7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6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94ab10ae-249f-4483-aacf-93ae61737ce1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94ab10ae-249f-4483-aacf-93ae61737ce1&quot;:{&quot;id&quot;:&quot;94ab10ae-249f-4483-aacf-93ae61737ce1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8&quot;},&quot;source&quot;:{&quot;id&quot;:&quot;670fec1d3441cb01bf892654&quot;,&quot;type&quot;:&quot;TEMPLATES&quot;},&quot;layout&quot;:{&quot;sizeRatio&quot;:{&quot;x&quot;:0.7071067811865476,&quot;y&quot;:0.7071067811865476},&quot;keepAspectRatio&quot;:true}},&quot;ae1937a4-6f69-423a-8afd-a9fbeca627ae&quot;:{&quot;type&quot;:&quot;FIGURE_OBJECT&quot;,&quot;id&quot;:&quot;ae1937a4-6f69-423a-8afd-a9fbeca627ae&quot;,&quot;path&quot;:{&quot;type&quot;:&quot;RECT&quot;,&quot;size&quot;:{&quot;x&quot;:954.0082855541241,&quot;y&quot;:85.45448666490688},&quot;cornerRounding&quot;:{&quot;type&quot;:&quot;ARC_LENGTH&quot;,&quot;global&quot;:15.707963267948966}},&quot;pathStyles&quot;:[{&quot;type&quot;:&quot;FILL&quot;,&quot;fillStyle&quot;:&quot;#EEF4FB&quot;},{&quot;type&quot;:&quot;STROKE&quot;,&quot;strokeStyle&quot;:&quot;rgba(49,126,194,1)&quot;,&quot;lineWidth&quot;:2,&quot;lineJoin&quot;:&quot;round&quot;}],&quot;parent&quot;:{&quot;type&quot;:&quot;CHILD&quot;,&quot;parentId&quot;:&quot;94ab10ae-249f-4483-aacf-93ae61737ce1&quot;,&quot;order&quot;:&quot;97&quot;},&quot;relativeTransform&quot;:{&quot;translate&quot;:{&quot;x&quot;:409.1385742783,&quot;y&quot;:262.70145986133105},&quot;rotate&quot;:0,&quot;skewX&quot;:0,&quot;scale&quot;:{&quot;x&quot;:1,&quot;y&quot;:1}},&quot;opacity&quot;:0.23},&quot;ee58118a-b5d2-4111-954a-aee91b7336fa&quot;:{&quot;id&quot;:&quot;ee58118a-b5d2-4111-954a-aee91b7336fa&quot;,&quot;type&quot;:&quot;FIGURE_OBJECT&quot;,&quot;relativeTransform&quot;:{&quot;translate&quot;:{&quot;x&quot;:435.7497428731343,&quot;y&quot;:273.0038380372457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Weight&quot;:&quot;normal&quot;,&quot;fontStyle&quot;:&quot;normal&quot;,&quot;fontSize&quot;:25.333333333333332,&quot;fontFamily&quot;:&quot;Roboto&quot;,&quot;color&quot;:&quot;black&quot;,&quot;decoration&quot;:&quot;none&quot;},&quot;range&quot;:[0,23]},{&quot;style&quot;:{&quot;fontWeight&quot;:&quot;bold&quot;,&quot;fontStyle&quot;:&quot;normal&quot;,&quot;fontSize&quot;:25.333333333333332,&quot;fontFamily&quot;:&quot;Roboto&quot;,&quot;color&quot;:&quot;black&quot;,&quot;decoration&quot;:&quot;none&quot;},&quot;range&quot;:[24,25]},{&quot;style&quot;:{&quot;fontWeight&quot;:&quot;bold&quot;,&quot;fontStyle&quot;:&quot;normal&quot;,&quot;fontSize&quot;:25.333333333333332,&quot;fontFamily&quot;:&quot;Roboto&quot;,&quot;color&quot;:&quot;black&quot;,&quot;decoration&quot;:&quot;none&quot;,&quot;script&quot;:&quot;sub&quot;},&quot;range&quot;:[26,32]},{&quot;style&quot;:{&quot;fontWeight&quot;:&quot;bold&quot;,&quot;fontStyle&quot;:&quot;normal&quot;,&quot;fontSize&quot;:25.333333333333332,&quot;fontFamily&quot;:&quot;Roboto&quot;,&quot;color&quot;:&quot;black&quot;,&quot;decoration&quot;:&quot;none&quot;},&quot;range&quot;:[33,33]},{&quot;style&quot;:{&quot;fontWeight&quot;:&quot;normal&quot;,&quot;fontStyle&quot;:&quot;normal&quot;,&quot;fontSize&quot;:25.333333333333332,&quot;fontFamily&quot;:&quot;Roboto&quot;,&quot;color&quot;:&quot;black&quot;,&quot;decoration&quot;:&quot;none&quot;},&quot;range&quot;:[34,42]},{&quot;style&quot;:{&quot;fontWeight&quot;:&quot;bold&quot;,&quot;fontStyle&quot;:&quot;normal&quot;,&quot;fontSize&quot;:25.333333333333332,&quot;fontFamily&quot;:&quot;Roboto&quot;,&quot;color&quot;:&quot;black&quot;,&quot;decoration&quot;:&quot;none&quot;},&quot;range&quot;:[43,43]},{&quot;style&quot;:{&quot;fontWeight&quot;:&quot;bold&quot;,&quot;fontStyle&quot;:&quot;normal&quot;,&quot;fontSize&quot;:25.333333333333332,&quot;fontFamily&quot;:&quot;Roboto&quot;,&quot;color&quot;:&quot;black&quot;,&quot;decoration&quot;:&quot;none&quot;,&quot;script&quot;:&quot;sub&quot;},&quot;range&quot;:[44,50]},{&quot;style&quot;:{&quot;fontWeight&quot;:&quot;normal&quot;,&quot;fontStyle&quot;:&quot;normal&quot;,&quot;fontSize&quot;:25.333333333333332,&quot;fontFamily&quot;:&quot;Roboto&quot;,&quot;color&quot;:&quot;black&quot;,&quot;decoration&quot;:&quot;none&quot;},&quot;range&quot;:[51,59]},{&quot;style&quot;:{&quot;fontWeight&quot;:&quot;bold&quot;,&quot;fontStyle&quot;:&quot;normal&quot;,&quot;fontSize&quot;:25.333333333333332,&quot;fontFamily&quot;:&quot;Roboto&quot;,&quot;color&quot;:&quot;black&quot;,&quot;decoration&quot;:&quot;none&quot;},&quot;range&quot;:[60,61]},{&quot;style&quot;:{&quot;fontWeight&quot;:&quot;bold&quot;,&quot;fontStyle&quot;:&quot;normal&quot;,&quot;fontSize&quot;:25.333333333333332,&quot;fontFamily&quot;:&quot;Roboto&quot;,&quot;color&quot;:&quot;black&quot;,&quot;decoration&quot;:&quot;none&quot;,&quot;script&quot;:&quot;sub&quot;},&quot;range&quot;:[62,71]},{&quot;style&quot;:{&quot;fontWeight&quot;:&quot;normal&quot;,&quot;fontStyle&quot;:&quot;normal&quot;,&quot;fontSize&quot;:25.333333333333332,&quot;fontFamily&quot;:&quot;Roboto&quot;,&quot;color&quot;:&quot;black&quot;,&quot;decoration&quot;:&quot;none&quot;},&quot;range&quot;:[72,81]},{&quot;style&quot;:{&quot;fontWeight&quot;:&quot;bold&quot;,&quot;fontStyle&quot;:&quot;normal&quot;,&quot;fontSize&quot;:25.333333333333332,&quot;fontFamily&quot;:&quot;Roboto&quot;,&quot;color&quot;:&quot;black&quot;,&quot;decoration&quot;:&quot;none&quot;},&quot;range&quot;:[82,82]},{&quot;style&quot;:{&quot;fontWeight&quot;:&quot;bold&quot;,&quot;fontStyle&quot;:&quot;normal&quot;,&quot;fontSize&quot;:25.333333333333332,&quot;fontFamily&quot;:&quot;Roboto&quot;,&quot;color&quot;:&quot;black&quot;,&quot;decoration&quot;:&quot;none&quot;,&quot;script&quot;:&quot;sub&quot;},&quot;range&quot;:[83,88]}],&quot;text&quot;:&quot;Composite Score = 0.30 x ZEL_Rank + 0.30 X ZAF3_PAE + 0.25 x ZRosetta_dG - 0.15 x ZT_half&quot;}],&quot;_lastCaretLocation&quot;:{&quot;lineIndex&quot;:0,&quot;runIndex&quot;:-1,&quot;charIndex&quot;:-1,&quot;endOfLine&quot;:true}},&quot;format&quot;:&quot;BETTER_TEXT&quot;,&quot;size&quot;:{&quot;x&quot;:967.8898209820524,&quot;y&quot;:54},&quot;targetSize&quot;:{&quot;x&quot;:967.8898209820524,&quot;y&quot;:54}},&quot;parent&quot;:{&quot;type&quot;:&quot;CHILD&quot;,&quot;parentId&quot;:&quot;94ab10ae-249f-4483-aacf-93ae61737ce1&quot;,&quot;order&quot;:&quot;95&quot;}},&quot;60df7843-f557-45dd-9687-9382d13e40db&quot;:{&quot;id&quot;:&quot;60df7843-f557-45dd-9687-9382d13e40db&quot;,&quot;name&quot;:&quot;Figure2_Composite_Ranking.png&quot;,&quot;type&quot;:&quot;FIGURE_OBJECT&quot;,&quot;relativeTransform&quot;:{&quot;translate&quot;:{&quot;x&quot;:623.1343350602837,&quot;y&quot;:-24.807104454418102},&quot;rotate&quot;:0,&quot;skewX&quot;:0,&quot;scale&quot;:{&quot;x&quot;:2.2865928315538824,&quot;y&quot;:2.286592831553883}},&quot;image&quot;:{&quot;url&quot;:&quot;https://core.services.biorender.com/api/uploads/noredirect/6a66bedf206b209d55adfb7b/1785118431499_b201f6fe-e241-4765-98f8-16aa64801ba2_icon.png&quot;,&quot;isPremium&quot;:false,&quot;isSignedURL&quot;:true,&quot;size&quot;:{&quot;x&quot;:300,&quot;y&quot;:168.75}},&quot;source&quot;:{&quot;id&quot;:&quot;6a66bedf206b209d55adfb7b&quot;,&quot;type&quot;:&quot;UPLOADS&quot;},&quot;isPremium&quot;:false,&quot;parent&quot;:{&quot;type&quot;:&quot;CHILD&quot;,&quot;parentId&quot;:&quot;94ab10ae-249f-4483-aacf-93ae61737ce1&quot;,&quot;order&quot;:&quot;9&quot;}},&quot;3343c9b9-b775-4fbc-a444-24773b6fd56c&quot;:{&quot;id&quot;:&quot;3343c9b9-b775-4fbc-a444-24773b6fd56c&quot;,&quot;name&quot;:&quot;Figure1_Selection_Quadrant.png&quot;,&quot;type&quot;:&quot;FIGURE_OBJECT&quot;,&quot;relativeTransform&quot;:{&quot;translate&quot;:{&quot;x&quot;:12.350241695422312,&quot;y&quot;:-19.018316681603828},&quot;rotate&quot;:0,&quot;skewX&quot;:0,&quot;scale&quot;:{&quot;x&quot;:1.6775006084619553,&quot;y&quot;:1.6775006084619553}},&quot;image&quot;:{&quot;url&quot;:&quot;https://core.services.biorender.com/api/uploads/noredirect/6a66bebdf83edff9c26537ef/1785118397565_9890a63d-fa02-45e3-9644-eaf6d21df2e7_icon.png&quot;,&quot;isPremium&quot;:false,&quot;isSignedURL&quot;:true,&quot;size&quot;:{&quot;x&quot;:300,&quot;y&quot;:250}},&quot;source&quot;:{&quot;id&quot;:&quot;6a66bebdf83edff9c26537ef&quot;,&quot;type&quot;:&quot;UPLOADS&quot;},&quot;isPremium&quot;:false,&quot;parent&quot;:{&quot;type&quot;:&quot;CHILD&quot;,&quot;parentId&quot;:&quot;94ab10ae-249f-4483-aacf-93ae61737ce1&quot;,&quot;order&quot;:&quot;8&quot;}},&quot;7c0ddee6-c014-4fce-9692-0bda48ac2f99&quot;:{&quot;id&quot;:&quot;7c0ddee6-c014-4fce-9692-0bda48ac2f99&quot;,&quot;type&quot;:&quot;FIGURE_OBJECT&quot;,&quot;relativeTransform&quot;:{&quot;translate&quot;:{&quot;x&quot;:188.87440293977693,&quot;y&quot;:-283.737971090678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19]}],&quot;text&quot;:&quot;Structural Modelling&quot;},{&quot;runs&quot;:[{&quot;style&quot;:{&quot;fontFamily&quot;:&quot;Roboto&quot;,&quot;fontSize&quot;:37.33333333333333,&quot;color&quot;:&quot;rgba(129,134,137,1)&quot;,&quot;fontWeight&quot;:&quot;normal&quot;,&quot;fontStyle&quot;:&quot;normal&quot;,&quot;decoration&quot;:&quot;none&quot;,&quot;script&quot;:&quot;none&quot;},&quot;range&quot;:[0,24]}],&quot;text&quot;:&quot;Final candidates selected&quot;}],&quot;_lastCaretLocation&quot;:{&quot;lineIndex&quot;:1,&quot;runIndex&quot;:-1,&quot;charIndex&quot;:-1,&quot;endOfLine&quot;:true}},&quot;format&quot;:&quot;BETTER_TEXT&quot;,&quot;size&quot;:{&quot;x&quot;:789.8678100248976,&quot;y&quot;:132},&quot;targetSize&quot;:{&quot;x&quot;:789.8678100248976,&quot;y&quot;:132}},&quot;parent&quot;:{&quot;type&quot;:&quot;CHILD&quot;,&quot;parentId&quot;:&quot;94ab10ae-249f-4483-aacf-93ae61737ce1&quot;,&quot;order&quot;:&quot;7&quot;}},&quot;56314693-5b25-47f7-8502-60a7c8726d10&quot;:{&quot;id&quot;:&quot;56314693-5b25-47f7-8502-60a7c8726d10&quot;,&quot;type&quot;:&quot;FIGURE_OBJECT&quot;,&quot;relativeTransform&quot;:{&quot;translate&quot;:{&quot;x&quot;:386.5553503801789,&quot;y&quot;:0.5095697248731881},&quot;rotate&quot;:0,&quot;skewX&quot;:0,&quot;scale&quot;:{&quot;x&quot;:1,&quot;y&quot;:1}},&quot;path&quot;:{&quot;type&quot;:&quot;RECT&quot;,&quot;size&quot;:{&quot;x&quot;:1251.6614675523726,&quot;y&quot;:721.0900055914785}},&quot;pathStyles&quot;:[{&quot;type&quot;:&quot;FILL&quot;,&quot;fillStyle&quot;:&quot;rgba(0,0,0,0)&quot;}],&quot;parent&quot;:{&quot;type&quot;:&quot;FRAME&quot;,&quot;parentId&quot;:&quot;94ab10ae-249f-4483-aacf-93ae61737ce1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6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4ab10ae-249f-4483-aacf-93ae61737ce1"/>
  <p:tag name="SELECTIONIDS" val="3343c9b9-b775-4fbc-a444-24773b6fd56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3343c9b9-b775-4fbc-a444-24773b6fd56c&quot;:{&quot;id&quot;:&quot;3343c9b9-b775-4fbc-a444-24773b6fd56c&quot;,&quot;name&quot;:&quot;Figure1_Selection_Quadrant.png&quot;,&quot;type&quot;:&quot;FIGURE_OBJECT&quot;,&quot;relativeTransform&quot;:{&quot;translate&quot;:{&quot;x&quot;:12.350241695422312,&quot;y&quot;:-19.018316681603828},&quot;rotate&quot;:0,&quot;skewX&quot;:0,&quot;scale&quot;:{&quot;x&quot;:1.6775006084619553,&quot;y&quot;:1.6775006084619553}},&quot;image&quot;:{&quot;url&quot;:&quot;https://core.services.biorender.com/api/uploads/noredirect/6a66bebdf83edff9c26537ef/1785118397565_9890a63d-fa02-45e3-9644-eaf6d21df2e7_icon.png&quot;,&quot;isPremium&quot;:false,&quot;isSignedURL&quot;:true,&quot;size&quot;:{&quot;x&quot;:300,&quot;y&quot;:250}},&quot;source&quot;:{&quot;id&quot;:&quot;6a66bebdf83edff9c26537ef&quot;,&quot;type&quot;:&quot;UPLOADS&quot;},&quot;isPremium&quot;:false,&quot;parent&quot;:{&quot;type&quot;:&quot;CHILD&quot;,&quot;parentId&quot;:&quot;94ab10ae-249f-4483-aacf-93ae61737ce1&quot;,&quot;order&quot;:&quot;8&quot;}},&quot;94ab10ae-249f-4483-aacf-93ae61737ce1&quot;:{&quot;id&quot;:&quot;94ab10ae-249f-4483-aacf-93ae61737ce1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6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4ab10ae-249f-4483-aacf-93ae61737ce1"/>
  <p:tag name="SELECTIONIDS" val="60df7843-f557-45dd-9687-9382d13e40db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0df7843-f557-45dd-9687-9382d13e40db&quot;:{&quot;id&quot;:&quot;60df7843-f557-45dd-9687-9382d13e40db&quot;,&quot;name&quot;:&quot;Figure2_Composite_Ranking.png&quot;,&quot;type&quot;:&quot;FIGURE_OBJECT&quot;,&quot;relativeTransform&quot;:{&quot;translate&quot;:{&quot;x&quot;:623.1343350602837,&quot;y&quot;:-24.807104454418102},&quot;rotate&quot;:0,&quot;skewX&quot;:0,&quot;scale&quot;:{&quot;x&quot;:2.2865928315538824,&quot;y&quot;:2.286592831553883}},&quot;image&quot;:{&quot;url&quot;:&quot;https://core.services.biorender.com/api/uploads/noredirect/6a66bedf206b209d55adfb7b/1785118431499_b201f6fe-e241-4765-98f8-16aa64801ba2_icon.png&quot;,&quot;isPremium&quot;:false,&quot;isSignedURL&quot;:true,&quot;size&quot;:{&quot;x&quot;:300,&quot;y&quot;:168.75}},&quot;source&quot;:{&quot;id&quot;:&quot;6a66bedf206b209d55adfb7b&quot;,&quot;type&quot;:&quot;UPLOADS&quot;},&quot;isPremium&quot;:false,&quot;parent&quot;:{&quot;type&quot;:&quot;CHILD&quot;,&quot;parentId&quot;:&quot;94ab10ae-249f-4483-aacf-93ae61737ce1&quot;,&quot;order&quot;:&quot;9&quot;}},&quot;94ab10ae-249f-4483-aacf-93ae61737ce1&quot;:{&quot;id&quot;:&quot;94ab10ae-249f-4483-aacf-93ae61737ce1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6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94ab10ae-249f-4483-aacf-93ae61737ce1"/>
  <p:tag name="SELECTIONIDS" val="ae1937a4-6f69-423a-8afd-a9fbeca627ae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ae1937a4-6f69-423a-8afd-a9fbeca627ae&quot;:{&quot;type&quot;:&quot;FIGURE_OBJECT&quot;,&quot;id&quot;:&quot;ae1937a4-6f69-423a-8afd-a9fbeca627ae&quot;,&quot;path&quot;:{&quot;type&quot;:&quot;RECT&quot;,&quot;size&quot;:{&quot;x&quot;:954.0082855541241,&quot;y&quot;:85.45448666490688},&quot;cornerRounding&quot;:{&quot;type&quot;:&quot;ARC_LENGTH&quot;,&quot;global&quot;:15.707963267948966}},&quot;pathStyles&quot;:[{&quot;type&quot;:&quot;FILL&quot;,&quot;fillStyle&quot;:&quot;#EEF4FB&quot;},{&quot;type&quot;:&quot;STROKE&quot;,&quot;strokeStyle&quot;:&quot;rgba(49,126,194,1)&quot;,&quot;lineWidth&quot;:2,&quot;lineJoin&quot;:&quot;round&quot;}],&quot;parent&quot;:{&quot;type&quot;:&quot;CHILD&quot;,&quot;parentId&quot;:&quot;94ab10ae-249f-4483-aacf-93ae61737ce1&quot;,&quot;order&quot;:&quot;97&quot;},&quot;relativeTransform&quot;:{&quot;translate&quot;:{&quot;x&quot;:409.1385742783,&quot;y&quot;:262.70145986133105},&quot;rotate&quot;:0,&quot;skewX&quot;:0,&quot;scale&quot;:{&quot;x&quot;:1,&quot;y&quot;:1}},&quot;opacity&quot;:0.23},&quot;94ab10ae-249f-4483-aacf-93ae61737ce1&quot;:{&quot;id&quot;:&quot;94ab10ae-249f-4483-aacf-93ae61737ce1&quot;,&quot;type&quot;:&quot;FIGURE_OBJECT&quot;,&quot;document&quot;:{&quot;type&quot;:&quot;FIGURE&quot;,&quot;canvasType&quot;:&quot;FIGURE&quot;,&quot;units&quot;:&quot;cm&quot;,&quot;title&quot;:&quot;Phase IV&quot;,&quot;aspectRatio&quot;:0},&quot;parent&quot;:{&quot;type&quot;:&quot;DOCUMENT&quot;,&quot;parentId&quot;:&quot;d32a9ec0-4d3c-463c-b1e3-283488fd0be2&quot;,&quot;order&quot;:&quot;6998&quot;},&quot;source&quot;:{&quot;id&quot;:&quot;670fec1d3441cb01bf892654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7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c4fdfcc9-66b6-40f2-b6a2-74a7beef3a2f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c4fdfcc9-66b6-40f2-b6a2-74a7beef3a2f&quot;:{&quot;id&quot;:&quot;c4fdfcc9-66b6-40f2-b6a2-74a7beef3a2f&quot;,&quot;type&quot;:&quot;FIGURE_OBJECT&quot;,&quot;document&quot;:{&quot;type&quot;:&quot;FIGURE&quot;,&quot;canvasType&quot;:&quot;FIGURE&quot;,&quot;units&quot;:&quot;cm&quot;,&quot;title&quot;:&quot;Conclusion &amp; Discussion&quot;,&quot;aspectRatio&quot;:1.7777777777777777},&quot;parent&quot;:{&quot;type&quot;:&quot;DOCUMENT&quot;,&quot;parentId&quot;:&quot;d32a9ec0-4d3c-463c-b1e3-283488fd0be2&quot;,&quot;order&quot;:&quot;7&quot;},&quot;source&quot;:{&quot;id&quot;:&quot;67095a7b453fec58a69dc8c2&quot;,&quot;type&quot;:&quot;TEMPLATES&quot;},&quot;layout&quot;:{&quot;sizeRatio&quot;:{&quot;x&quot;:0.7071067811865476,&quot;y&quot;:0.7071067811865476},&quot;keepAspectRatio&quot;:true}},&quot;85671549-63bd-4f83-8a14-910c480136d8&quot;:{&quot;id&quot;:&quot;85671549-63bd-4f83-8a14-910c480136d8&quot;,&quot;type&quot;:&quot;FIGURE_OBJECT&quot;,&quot;relativeTransform&quot;:{&quot;translate&quot;:{&quot;x&quot;:11.95091569130787,&quot;y&quot;:-3.63170724930634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],&quot;text&quot;:&quot;&quot;,&quot;baseStyle&quot;:{&quot;fontFamily&quot;:&quot;Roboto&quot;,&quot;fontSize&quot;:28.666666666666664,&quot;color&quot;:&quot;black&quot;,&quot;fontWeight&quot;:&quot;normal&quot;,&quot;fontStyle&quot;:&quot;normal&quot;,&quot;decoration&quot;:&quot;none&quot;},&quot;textIndent&quot;:{&quot;type&quot;:&quot;none&quot;,&quot;indent&quot;:1,&quot;symbol&quot;:&quot; &quot;,&quot;unit&quot;:&quot;levels&quot;}},{&quot;textIndent&quot;:{&quot;type&quot;:&quot;number&quot;,&quot;indent&quot;:1,&quot;symbol&quot;:&quot;1.&quot;,&quot;unit&quot;:&quot;levels&quot;},&quot;runs&quot;:[{&quot;style&quot;:{&quot;fontWeight&quot;:&quot;normal&quot;,&quot;fontStyle&quot;:&quot;normal&quot;,&quot;fontSize&quot;:28.666666666666664,&quot;fontFamily&quot;:&quot;Roboto&quot;,&quot;color&quot;:&quot;black&quot;,&quot;decoration&quot;:&quot;none&quot;},&quot;range&quot;:[0,48]}],&quot;text&quot;:&quot;Functional Assays for the 10 selected candidates.&quot;,&quot;baseStyle&quot;:{&quot;fontFamily&quot;:&quot;Roboto&quot;,&quot;fontSize&quot;:28.666666666666664,&quot;color&quot;:&quot;black&quot;,&quot;fontWeight&quot;:&quot;normal&quot;,&quot;fontStyle&quot;:&quot;normal&quot;,&quot;decoration&quot;:&quot;none&quot;,&quot;script&quot;:&quot;none&quot;}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28.666666666666664,&quot;color&quot;:&quot;black&quot;,&quot;fontWeight&quot;:&quot;normal&quot;,&quot;fontStyle&quot;:&quot;normal&quot;,&quot;decoration&quot;:&quot;none&quot;,&quot;script&quot;:&quot;none&quot;}},{&quot;runs&quot;:[{&quot;style&quot;:{&quot;fontWeight&quot;:&quot;normal&quot;,&quot;fontStyle&quot;:&quot;normal&quot;,&quot;fontSize&quot;:28.666666666666664,&quot;fontFamily&quot;:&quot;Roboto&quot;,&quot;color&quot;:&quot;black&quot;,&quot;decoration&quot;:&quot;none&quot;},&quot;range&quot;:[0,74]}],&quot;text&quot;:&quot;Single Cell TCR sequencing to reconstruct the full receptors of our donors.&quot;,&quot;textIndent&quot;:{&quot;type&quot;:&quot;number&quot;,&quot;indent&quot;:1,&quot;symbol&quot;:&quot;2.&quot;,&quot;unit&quot;:&quot;levels&quot;}},{&quot;runs&quot;:[],&quot;text&quot;:&quot;&quot;,&quot;textIndent&quot;:{&quot;type&quot;:&quot;none&quot;,&quot;indent&quot;:1,&quot;symbol&quot;:&quot; &quot;,&quot;unit&quot;:&quot;levels&quot;},&quot;baseStyle&quot;:{&quot;fontFamily&quot;:&quot;Roboto&quot;,&quot;fontSize&quot;:28.666666666666664,&quot;color&quot;:&quot;black&quot;,&quot;fontWeight&quot;:&quot;normal&quot;,&quot;fontStyle&quot;:&quot;normal&quot;,&quot;decoration&quot;:&quot;none&quot;,&quot;script&quot;:&quot;none&quot;}},{&quot;runs&quot;:[{&quot;style&quot;:{&quot;fontWeight&quot;:&quot;normal&quot;,&quot;fontStyle&quot;:&quot;normal&quot;,&quot;fontSize&quot;:28.666666666666664,&quot;fontFamily&quot;:&quot;Roboto&quot;,&quot;color&quot;:&quot;black&quot;,&quot;decoration&quot;:&quot;none&quot;},&quot;range&quot;:[0,73]}],&quot;text&quot;:&quot;Structural 3D predictions for the pMHC-TCR complex with our top candidates&quot;,&quot;textIndent&quot;:{&quot;type&quot;:&quot;number&quot;,&quot;indent&quot;:1,&quot;symbol&quot;:&quot;3.&quot;,&quot;unit&quot;:&quot;levels&quot;}},{&quot;runs&quot;:[],&quot;text&quot;:&quot;&quot;,&quot;textIndent&quot;:{&quot;type&quot;:&quot;none&quot;,&quot;indent&quot;:1,&quot;symbol&quot;:&quot; &quot;,&quot;unit&quot;:&quot;levels&quot;},&quot;baseStyle&quot;:{&quot;fontWeight&quot;:&quot;normal&quot;,&quot;fontStyle&quot;:&quot;normal&quot;,&quot;fontSize&quot;:28.666666666666664,&quot;fontFamily&quot;:&quot;Roboto&quot;,&quot;color&quot;:&quot;black&quot;,&quot;decoration&quot;:&quot;none&quot;}}],&quot;_lastCaretLocation&quot;:{&quot;lineIndex&quot;:4,&quot;runIndex&quot;:-1,&quot;charIndex&quot;:-1,&quot;endOfLine&quot;:true}},&quot;format&quot;:&quot;BETTER_TEXT&quot;,&quot;size&quot;:{&quot;x&quot;:1158.881985613442,&quot;y&quot;:559.8972723378431},&quot;targetSize&quot;:{&quot;x&quot;:1158.881985613442,&quot;y&quot;:559.8972723378431}},&quot;parent&quot;:{&quot;type&quot;:&quot;CHILD&quot;,&quot;parentId&quot;:&quot;c4fdfcc9-66b6-40f2-b6a2-74a7beef3a2f&quot;,&quot;order&quot;:&quot;7&quot;}},&quot;21d6a357-6dec-4e54-9691-3d48c3917dde&quot;:{&quot;id&quot;:&quot;21d6a357-6dec-4e54-9691-3d48c3917dde&quot;,&quot;type&quot;:&quot;FIGURE_OBJECT&quot;,&quot;relativeTransform&quot;:{&quot;translate&quot;:{&quot;x&quot;:-347.667713198652,&quot;y&quot;:-306.1522661551420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9]}],&quot;text&quot;:&quot;Next Steps&quot;}],&quot;_lastCaretLocation&quot;:{&quot;lineIndex&quot;:0,&quot;runIndex&quot;:-1,&quot;charIndex&quot;:-1,&quot;endOfLine&quot;:true}},&quot;format&quot;:&quot;BETTER_TEXT&quot;,&quot;size&quot;:{&quot;x&quot;:439.6444890202088,&quot;y&quot;:45.144616390837136},&quot;targetSize&quot;:{&quot;x&quot;:439.6444890202088,&quot;y&quot;:45.144616390837136}},&quot;parent&quot;:{&quot;type&quot;:&quot;CHILD&quot;,&quot;parentId&quot;:&quot;c4fdfcc9-66b6-40f2-b6a2-74a7beef3a2f&quot;,&quot;order&quot;:&quot;5&quot;}},&quot;37058225-1a5e-4c5c-aa8b-7c345c2b527a&quot;:{&quot;id&quot;:&quot;37058225-1a5e-4c5c-aa8b-7c345c2b527a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c4fdfcc9-66b6-40f2-b6a2-74a7beef3a2f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8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2047bcbe-5c01-4e8c-9565-908063f7b467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2047bcbe-5c01-4e8c-9565-908063f7b467&quot;:{&quot;id&quot;:&quot;2047bcbe-5c01-4e8c-9565-908063f7b467&quot;,&quot;type&quot;:&quot;FIGURE_OBJECT&quot;,&quot;document&quot;:{&quot;type&quot;:&quot;FIGURE&quot;,&quot;canvasType&quot;:&quot;FIGURE&quot;,&quot;units&quot;:&quot;cm&quot;,&quot;title&quot;:&quot;Conclusion &amp; Discussion&quot;,&quot;aspectRatio&quot;:1.7777777777777777},&quot;parent&quot;:{&quot;type&quot;:&quot;DOCUMENT&quot;,&quot;parentId&quot;:&quot;d32a9ec0-4d3c-463c-b1e3-283488fd0be2&quot;,&quot;order&quot;:&quot;73&quot;},&quot;source&quot;:{&quot;id&quot;:&quot;67095a7b453fec58a69dc8c2&quot;,&quot;type&quot;:&quot;TEMPLATES&quot;},&quot;layout&quot;:{&quot;sizeRatio&quot;:{&quot;x&quot;:0.7071067811865476,&quot;y&quot;:0.7071067811865476},&quot;keepAspectRatio&quot;:true}},&quot;6a1e9b57-de66-475d-810a-f5873311a1f5&quot;:{&quot;id&quot;:&quot;6a1e9b57-de66-475d-810a-f5873311a1f5&quot;,&quot;type&quot;:&quot;FIGURE_OBJECT&quot;,&quot;relativeTransform&quot;:{&quot;translate&quot;:{&quot;x&quot;:11.95091569130787,&quot;y&quot;:-3.63170724930634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],&quot;text&quot;:&quot;&quot;,&quot;baseStyle&quot;:{&quot;fontFamily&quot;:&quot;Roboto&quot;,&quot;fontSize&quot;:28.666666666666664,&quot;color&quot;:&quot;black&quot;,&quot;fontWeight&quot;:&quot;normal&quot;,&quot;fontStyle&quot;:&quot;normal&quot;,&quot;decoration&quot;:&quot;none&quot;}},{&quot;runs&quot;:[{&quot;range&quot;:[0,38],&quot;style&quot;:{&quot;fontWeight&quot;:&quot;bold&quot;,&quot;fontStyle&quot;:&quot;normal&quot;,&quot;fontSize&quot;:28.666666666666664,&quot;fontFamily&quot;:&quot;Roboto&quot;,&quot;color&quot;:&quot;black&quot;,&quot;decoration&quot;:&quot;none&quot;}},{&quot;range&quot;:[39,270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271,271],&quot;style&quot;:{&quot;fontWeight&quot;:&quot;normal&quot;,&quot;fontStyle&quot;:&quot;normal&quot;,&quot;fontSize&quot;:28.666666666666664,&quot;fontFamily&quot;:&quot;Roboto&quot;,&quot;color&quot;:&quot;black&quot;,&quot;decoration&quot;:&quot;none&quot;}}],&quot;text&quot;:&quot;Combinatorial &amp; Predictive Integration: We established a novel mimotope discovery platform by combining Andrew Sewell-inspired combinatorial peptide library (CPL) positional scanning with deep-learning predictions for binding affinity, elution rank, and complex half-life.&quot;,&quot;textIndent&quot;:{&quot;type&quot;:&quot;bullet&quot;,&quot;indent&quot;:1,&quot;symbol&quot;:&quot;●&quot;,&quot;unit&quot;:&quot;levels&quot;},&quot;baseStyle&quot;:{&quot;fontFamily&quot;:&quot;Roboto&quot;,&quot;fontSize&quot;:28.666666666666664,&quot;color&quot;:&quot;black&quot;,&quot;fontWeight&quot;:&quot;normal&quot;,&quot;fontStyle&quot;:&quot;normal&quot;,&quot;decoration&quot;:&quot;none&quot;,&quot;script&quot;:&quot;none&quot;}},{&quot;runs&quot;:[{&quot;range&quot;:[0,28],&quot;style&quot;:{&quot;fontWeight&quot;:&quot;bold&quot;,&quot;fontStyle&quot;:&quot;normal&quot;,&quot;fontSize&quot;:28.666666666666664,&quot;fontFamily&quot;:&quot;Roboto&quot;,&quot;color&quot;:&quot;black&quot;,&quot;decoration&quot;:&quot;none&quot;}},{&quot;range&quot;:[29,211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212,212],&quot;style&quot;:{&quot;fontWeight&quot;:&quot;normal&quot;,&quot;fontStyle&quot;:&quot;normal&quot;,&quot;fontSize&quot;:28.666666666666664,&quot;fontFamily&quot;:&quot;Roboto&quot;,&quot;color&quot;:&quot;black&quot;,&quot;decoration&quot;:&quot;none&quot;}}],&quot;text&quot;:&quot;Multi-Tier Variant Screening: In silico prioritization successfully navigated large single-amino-acid (1-AA), double-amino-acid (2-AA), and CPL-guided variant spaces to identify candidate cross-reactive mimotopes.&quot;,&quot;textIndent&quot;:{&quot;type&quot;:&quot;bullet&quot;,&quot;indent&quot;:1,&quot;symbol&quot;:&quot;●&quot;,&quot;unit&quot;:&quot;levels&quot;},&quot;baseStyle&quot;:{&quot;fontFamily&quot;:&quot;Roboto&quot;,&quot;fontSize&quot;:28.666666666666664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range&quot;:[0,32],&quot;style&quot;:{&quot;fontWeight&quot;:&quot;bold&quot;,&quot;fontStyle&quot;:&quot;normal&quot;,&quot;fontSize&quot;:28.666666666666664,&quot;fontFamily&quot;:&quot;Roboto&quot;,&quot;color&quot;:&quot;black&quot;,&quot;decoration&quot;:&quot;none&quot;}},{&quot;range&quot;:[33,181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182,218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219,227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228,228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229,229],&quot;style&quot;:{&quot;fontWeight&quot;:&quot;normal&quot;,&quot;fontStyle&quot;:&quot;normal&quot;,&quot;fontSize&quot;:28.666666666666664,&quot;fontFamily&quot;:&quot;Roboto&quot;,&quot;color&quot;:&quot;black&quot;,&quot;decoration&quot;:&quot;none&quot;}}],&quot;text&quot;:&quot;Structural Proteomics Refinement: AlphaFold3 and Rosetta structural modeling verified that selected variants retain optimal pMHC backbone geometry, favorable interface energetics (ΔG), and high anchor-pocket stability (pLDDT/PAE).&quot;,&quot;baseStyle&quot;:{&quot;fontFamily&quot;:&quot;Roboto&quot;,&quot;fontSize&quot;:28.666666666666664,&quot;color&quot;:&quot;black&quot;,&quot;fontWeight&quot;:&quot;normal&quot;,&quot;fontStyle&quot;:&quot;normal&quot;,&quot;decoration&quot;:&quot;none&quot;,&quot;script&quot;:&quot;none&quot;}},{&quot;runs&quot;:[{&quot;range&quot;:[0,36],&quot;style&quot;:{&quot;fontWeight&quot;:&quot;bold&quot;,&quot;fontStyle&quot;:&quot;normal&quot;,&quot;fontSize&quot;:28.666666666666664,&quot;fontFamily&quot;:&quot;Roboto&quot;,&quot;color&quot;:&quot;black&quot;,&quot;decoration&quot;:&quot;none&quot;}},{&quot;range&quot;:[37,125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126,163],&quot;style&quot;:{&quot;fontWeight&quot;:&quot;bold&quot;,&quot;fontStyle&quot;:&quot;normal&quot;,&quot;fontSize&quot;:28.666666666666664,&quot;fontFamily&quot;:&quot;Roboto&quot;,&quot;color&quot;:&quot;black&quot;,&quot;decoration&quot;:&quot;none&quot;}},{&quot;range&quot;:[164,272],&quot;style&quot;:{&quot;fontWeight&quot;:&quot;normal&quot;,&quot;fontStyle&quot;:&quot;normal&quot;,&quot;fontSize&quot;:28.666666666666664,&quot;fontFamily&quot;:&quot;Roboto&quot;,&quot;color&quot;:&quot;black&quot;,&quot;decoration&quot;:&quot;none&quot;}},{&quot;range&quot;:[273,273],&quot;style&quot;:{&quot;fontWeight&quot;:&quot;normal&quot;,&quot;fontStyle&quot;:&quot;normal&quot;,&quot;fontSize&quot;:28.666666666666664,&quot;fontFamily&quot;:&quot;Roboto&quot;,&quot;color&quot;:&quot;black&quot;,&quot;decoration&quot;:&quot;none&quot;}}],&quot;text&quot;:&quot;Validated Candidate &amp; Control Panels: Using an orthogonal 4-pillar composite scoring framework, we narrowed the final list to 22 high-confidence positive candidates alongside distinct panels of unbiased binding and structural negative controls for donor cytokine validation.&quot;,&quot;textIndent&quot;:{&quot;type&quot;:&quot;bullet&quot;,&quot;indent&quot;:1,&quot;symbol&quot;:&quot;●&quot;,&quot;unit&quot;:&quot;levels&quot;}}],&quot;_lastCaretLocation&quot;:{&quot;lineIndex&quot;:7,&quot;runIndex&quot;:-1,&quot;charIndex&quot;:-1,&quot;endOfLine&quot;:true}},&quot;format&quot;:&quot;BETTER_TEXT&quot;,&quot;size&quot;:{&quot;x&quot;:1158.881985613442,&quot;y&quot;:559.8972723378431},&quot;targetSize&quot;:{&quot;x&quot;:1158.881985613442,&quot;y&quot;:559.8972723378431}},&quot;parent&quot;:{&quot;type&quot;:&quot;CHILD&quot;,&quot;parentId&quot;:&quot;2047bcbe-5c01-4e8c-9565-908063f7b467&quot;,&quot;order&quot;:&quot;7&quot;}},&quot;4a4bf90e-a7ec-484d-8d37-172499272a4b&quot;:{&quot;id&quot;:&quot;4a4bf90e-a7ec-484d-8d37-172499272a4b&quot;,&quot;type&quot;:&quot;FIGURE_OBJECT&quot;,&quot;relativeTransform&quot;:{&quot;translate&quot;:{&quot;x&quot;:-347.667713198652,&quot;y&quot;:-306.1522661551420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#000000&quot;,&quot;fontWeight&quot;:&quot;normal&quot;,&quot;fontStyle&quot;:&quot;normal&quot;,&quot;decoration&quot;:&quot;none&quot;,&quot;script&quot;:&quot;none&quot;},&quot;range&quot;:[0,23]}],&quot;text&quot;:&quot;Conclusions &amp; Discussion&quot;}],&quot;_lastCaretLocation&quot;:{&quot;lineIndex&quot;:0,&quot;runIndex&quot;:-1,&quot;charIndex&quot;:-1,&quot;endOfLine&quot;:true}},&quot;format&quot;:&quot;BETTER_TEXT&quot;,&quot;size&quot;:{&quot;x&quot;:439.6444890202088,&quot;y&quot;:45.144616390837136},&quot;targetSize&quot;:{&quot;x&quot;:439.6444890202088,&quot;y&quot;:45.144616390837136}},&quot;parent&quot;:{&quot;type&quot;:&quot;CHILD&quot;,&quot;parentId&quot;:&quot;2047bcbe-5c01-4e8c-9565-908063f7b467&quot;,&quot;order&quot;:&quot;5&quot;}},&quot;fa1657ac-9c17-4ab0-9a89-f2c9c88eef57&quot;:{&quot;id&quot;:&quot;fa1657ac-9c17-4ab0-9a89-f2c9c88eef5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2047bcbe-5c01-4e8c-9565-908063f7b467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39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45d3b260-32ed-4789-a9b3-2d18cf3dd387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5d3b260-32ed-4789-a9b3-2d18cf3dd387&quot;:{&quot;id&quot;:&quot;45d3b260-32ed-4789-a9b3-2d18cf3dd387&quot;,&quot;type&quot;:&quot;FIGURE_OBJECT&quot;,&quot;document&quot;:{&quot;type&quot;:&quot;FIGURE&quot;,&quot;canvasType&quot;:&quot;FIGURE&quot;,&quot;units&quot;:&quot;cm&quot;,&quot;title&quot;:&quot;References&quot;,&quot;aspectRatio&quot;:1.7777777777777777},&quot;parent&quot;:{&quot;type&quot;:&quot;DOCUMENT&quot;,&quot;parentId&quot;:&quot;d32a9ec0-4d3c-463c-b1e3-283488fd0be2&quot;,&quot;order&quot;:&quot;76&quot;},&quot;source&quot;:{&quot;id&quot;:&quot;67095a1b160f02e6608ec4ef&quot;,&quot;type&quot;:&quot;TEMPLATES&quot;}},&quot;6ac1b3f5-b297-4b3f-9323-e1be7ec92711&quot;:{&quot;id&quot;:&quot;6ac1b3f5-b297-4b3f-9323-e1be7ec92711&quot;,&quot;type&quot;:&quot;FIGURE_OBJECT&quot;,&quot;relativeTransform&quot;:{&quot;translate&quot;:{&quot;x&quot;:-478.4985976207611,&quot;y&quot;:-315.3051233897979},&quot;rotate&quot;:0,&quot;skewX&quot;:0,&quot;scale&quot;:{&quot;x&quot;:1,&quot;y&quot;:1}},&quot;text&quot;:{&quot;textData&quot;:{&quot;lineSpacing&quot;:&quot;onehalf&quot;,&quot;alignment&quot;:&quot;left&quot;,&quot;verticalAlign&quot;:&quot;TOP&quot;,&quot;lines&quot;:[{&quot;runs&quot;:[{&quot;style&quot;:{&quot;fontWeight&quot;:&quot;bold&quot;,&quot;fontStyle&quot;:&quot;normal&quot;,&quot;fontSize&quot;:32,&quot;fontFamily&quot;:&quot;Roboto&quot;,&quot;color&quot;:&quot;rgba(23,23,23,1)&quot;,&quot;decoration&quot;:&quot;none&quot;},&quot;range&quot;:[0,9]}],&quot;text&quot;:&quot;References&quot;}],&quot;_lastCaretLocation&quot;:{&quot;lineIndex&quot;:0,&quot;runIndex&quot;:-1,&quot;charIndex&quot;:-1,&quot;endOfLine&quot;:true}},&quot;format&quot;:&quot;BETTER_TEXT&quot;,&quot;size&quot;:{&quot;x&quot;:194.79601495916637,&quot;y&quot;:38},&quot;targetSize&quot;:{&quot;x&quot;:194.79601495916637,&quot;y&quot;:38}},&quot;parent&quot;:{&quot;type&quot;:&quot;CHILD&quot;,&quot;parentId&quot;:&quot;45d3b260-32ed-4789-a9b3-2d18cf3dd387&quot;,&quot;order&quot;:&quot;97&quot;}},&quot;99c3a9de-b663-4288-8481-c76929019a9a&quot;:{&quot;id&quot;:&quot;99c3a9de-b663-4288-8481-c76929019a9a&quot;,&quot;type&quot;:&quot;FIGURE_OBJECT&quot;,&quot;relativeTransform&quot;:{&quot;translate&quot;:{&quot;x&quot;:-9.33325028231295,&quot;y&quot;:-8.961267753404073},&quot;rotate&quot;:0,&quot;skewX&quot;:0,&quot;scale&quot;:{&quot;x&quot;:1,&quot;y&quot;:1}},&quot;text&quot;:{&quot;textData&quot;:{&quot;lineSpacing&quot;:&quot;double&quot;,&quot;alignment&quot;:&quot;left&quot;,&quot;verticalAlign&quot;:&quot;TOP&quot;,&quot;lines&quot;:[{&quot;runs&quot;:[],&quot;text&quot;:&quot;&quot;,&quot;textIndent&quot;:{&quot;type&quot;:&quot;none&quot;,&quot;indent&quot;:1,&quot;symbol&quot;:&quot; &quot;,&quot;unit&quot;:&quot;levels&quot;},&quot;baseStyle&quot;:{&quot;fontWeight&quot;:&quot;normal&quot;,&quot;fontStyle&quot;:&quot;normal&quot;,&quot;fontSize&quot;:18.666666666666664,&quot;fontFamily&quot;:&quot;Roboto&quot;,&quot;color&quot;:&quot;rgba(23,23,23,1)&quot;,&quot;decoration&quot;:&quot;none&quot;}},{&quot;runs&quot;:[{&quot;range&quot;:[0,21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2,34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35,97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Galloway et al. (2019)Front Immunol | Peptide Super-Agonist Enhances T-Cell Responses to Melanoma.&quot;,&quot;textIndent&quot;:{&quot;type&quot;:&quot;number&quot;,&quot;indent&quot;:1,&quot;symbol&quot;:&quot;1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19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0,34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35,72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Sewell, A. K. (2012)Nat Rev Immunol | Why must T cells be cross-reactive?&quot;,&quot;textIndent&quot;:{&quot;type&quot;:&quot;number&quot;,&quot;indent&quot;:1,&quot;symbol&quot;:&quot;2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3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4,34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35,123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Wooldridge et al. (2012)J Biol Chem | A Single Autoimmune T Cell Receptor Recognizes More Than a Million Different Peptides.&quot;,&quot;textIndent&quot;:{&quot;type&quot;:&quot;number&quot;,&quot;indent&quot;:1,&quot;symbol&quot;:&quot;3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19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0,23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24,144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Dolton et al. (2023)Cell | Targeting of multiple tumor-associated antigens by individual T cell receptors during successful cancer immunotherapy.&quot;,&quot;textIndent&quot;:{&quot;type&quot;:&quot;number&quot;,&quot;indent&quot;:1,&quot;symbol&quot;:&quot;4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5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6,50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51,119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Fenstermaker et al. (2016)Cancer Immunol Immunother / NCI | Clinical study of a survivin long peptide vaccine (SurVaxM).&quot;,&quot;textIndent&quot;:{&quot;type&quot;:&quot;number&quot;,&quot;indent&quot;:1,&quot;symbol&quot;:&quot;5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5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6,38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39,163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Madura, Cole et al. (2015)Eur J Immunol | Structural basis for ineffective T-cell responses to MHC anchor residue-improved \&quot;heteroclitic\&quot; peptides (PMID: 25471691).&quot;,&quot;textIndent&quot;:{&quot;type&quot;:&quot;number&quot;,&quot;indent&quot;:1,&quot;symbol&quot;:&quot;6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9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30,36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37,130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Rosenberg et al. (1998 / 2004)Nat Med | Immunization of patients with metastatic melanoma using a modified gp100 peptide (g209-2M).&quot;,&quot;textIndent&quot;:{&quot;type&quot;:&quot;number&quot;,&quot;indent&quot;:1,&quot;symbol&quot;:&quot;7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1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2,28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29,123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McMaster et al. (2026)bioRxiv | Characterising AlphaFold 3's ability to predict T cell antigen specificity (PAE Aggregator).&quot;,&quot;textIndent&quot;:{&quot;type&quot;:&quot;number&quot;,&quot;indent&quot;:1,&quot;symbol&quot;:&quot;8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1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2,27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28,106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Abramson et al. (2024)Nature | Accurate structure prediction of biomolecular interactions with AlphaFold 3.&quot;,&quot;textIndent&quot;:{&quot;type&quot;:&quot;number&quot;,&quot;indent&quot;:1,&quot;symbol&quot;:&quot;9.&quot;,&quot;unit&quot;:&quot;levels&quot;},&quot;baseStyle&quot;:{&quot;fontFamily&quot;:&quot;Roboto&quot;,&quot;fontSize&quot;:18.666666666666664,&quot;color&quot;:&quot;rgba(23,23,23,1)&quot;,&quot;fontWeight&quot;:&quot;normal&quot;,&quot;fontStyle&quot;:&quot;normal&quot;,&quot;decoration&quot;:&quot;none&quot;,&quot;script&quot;:&quot;none&quot;}},{&quot;runs&quot;:[{&quot;range&quot;:[0,23],&quot;style&quot;:{&quot;fontWeight&quot;:&quot;bold&quot;,&quot;fontStyle&quot;:&quot;normal&quot;,&quot;fontSize&quot;:18.666666666666664,&quot;fontFamily&quot;:&quot;Roboto&quot;,&quot;color&quot;:&quot;rgba(23,23,23,1)&quot;,&quot;decoration&quot;:&quot;none&quot;}},{&quot;range&quot;:[24,38],&quot;style&quot;:{&quot;fontWeight&quot;:&quot;normal&quot;,&quot;fontStyle&quot;:&quot;italic&quot;,&quot;fontSize&quot;:18.666666666666664,&quot;fontFamily&quot;:&quot;Roboto&quot;,&quot;color&quot;:&quot;rgba(23,23,23,1)&quot;,&quot;decoration&quot;:&quot;none&quot;}},{&quot;range&quot;:[39,126],&quot;style&quot;:{&quot;fontWeight&quot;:&quot;normal&quot;,&quot;fontStyle&quot;:&quot;normal&quot;,&quot;fontSize&quot;:18.666666666666664,&quot;fontFamily&quot;:&quot;Roboto&quot;,&quot;color&quot;:&quot;rgba(23,23,23,1)&quot;,&quot;decoration&quot;:&quot;none&quot;}}],&quot;text&quot;:&quot;Leaver-Fay et al. (2011)Methods Enzymol | ROSETTA3: an object-oriented software suite for macromolecular simulation and design.&quot;,&quot;textIndent&quot;:{&quot;type&quot;:&quot;number&quot;,&quot;indent&quot;:1,&quot;symbol&quot;:&quot;10.&quot;,&quot;unit&quot;:&quot;levels&quot;}}],&quot;_lastCaretLocation&quot;:{&quot;lineIndex&quot;:9,&quot;runIndex&quot;:-1,&quot;charIndex&quot;:-1,&quot;endOfLine&quot;:true}},&quot;format&quot;:&quot;BETTER_TEXT&quot;,&quot;size&quot;:{&quot;x&quot;:1151.1267096360625,&quot;y&quot;:532.6106221705747},&quot;targetSize&quot;:{&quot;x&quot;:1151.1267096360625,&quot;y&quot;:532.6106221705747}},&quot;parent&quot;:{&quot;type&quot;:&quot;CHILD&quot;,&quot;parentId&quot;:&quot;45d3b260-32ed-4789-a9b3-2d18cf3dd387&quot;,&quot;order&quot;:&quot;8&quot;}},&quot;78becebc-cc87-4aa6-bc8c-ac65a890e99c&quot;:{&quot;id&quot;:&quot;78becebc-cc87-4aa6-bc8c-ac65a890e99c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45d3b260-32ed-4789-a9b3-2d18cf3dd387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0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ecc5674f-3529-4959-9745-857d767ea27d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ecc5674f-3529-4959-9745-857d767ea27d&quot;:{&quot;id&quot;:&quot;ecc5674f-3529-4959-9745-857d767ea27d&quot;,&quot;type&quot;:&quot;FIGURE_OBJECT&quot;,&quot;document&quot;:{&quot;type&quot;:&quot;FIGURE&quot;,&quot;canvasType&quot;:&quot;FIGURE&quot;,&quot;units&quot;:&quot;cm&quot;,&quot;title&quot;:&quot;References&quot;,&quot;aspectRatio&quot;:1.7777777777777777},&quot;parent&quot;:{&quot;type&quot;:&quot;DOCUMENT&quot;,&quot;parentId&quot;:&quot;d32a9ec0-4d3c-463c-b1e3-283488fd0be2&quot;,&quot;order&quot;:&quot;78&quot;},&quot;source&quot;:{&quot;id&quot;:&quot;67095a1b160f02e6608ec4ef&quot;,&quot;type&quot;:&quot;TEMPLATES&quot;},&quot;layout&quot;:{&quot;sizeRatio&quot;:{&quot;x&quot;:0.7071067811865476,&quot;y&quot;:0.7071067811865476},&quot;keepAspectRatio&quot;:true}},&quot;857bb952-f85e-4777-989b-55524a780750&quot;:{&quot;id&quot;:&quot;857bb952-f85e-4777-989b-55524a780750&quot;,&quot;type&quot;:&quot;FIGURE_OBJECT&quot;,&quot;relativeTransform&quot;:{&quot;translate&quot;:{&quot;x&quot;:-318.4016233928936,&quot;y&quot;:23.4268266750748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6.666666666666664,&quot;color&quot;:&quot;black&quot;,&quot;fontWeight&quot;:&quot;bold&quot;,&quot;fontStyle&quot;:&quot;normal&quot;,&quot;decoration&quot;:&quot;underline&quot;},&quot;range&quot;:[0,10]}],&quot;text&quot;:&quot;Shukla Lab:&quot;,&quot;baseStyle&quot;:{&quot;fontFamily&quot;:&quot;Roboto&quot;,&quot;fontSize&quot;:26.666666666666664,&quot;color&quot;:&quot;black&quot;,&quot;fontWeight&quot;:&quot;bold&quot;,&quot;fontStyle&quot;:&quot;normal&quot;,&quot;decoration&quot;:&quot;underline&quot;,&quot;script&quot;:&quot;none&quot;}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5]}],&quot;text&quot;:&quot;Sachet A. Shukla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9]}],&quot;text&quot;:&quot;Abel Trujillo-Ocampo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7]}],&quot;text&quot;:&quot;Bohu Pan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9]}],&quot;text&quot;:&quot;Chunlei Yu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2]}],&quot;text&quot;:&quot;Juan Gallegos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4]}],&quot;text&quot;:&quot;Julian Gascoyne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25]}],&quot;text&quot;:&quot;Beatriz Alvarado Hernández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7]}],&quot;text&quot;:&quot;Kuhu Rai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3]}],&quot;text&quot;:&quot;Dustin McCurry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2]}],&quot;text&quot;:&quot;Juline Deppen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23]}],&quot;text&quot;:&quot;Srinath Lakshmivenkatesh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3]}],&quot;text&quot;:&quot;Samer Mathkour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2]}],&quot;text&quot;:&quot;Salam Almriri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8]}],&quot;text&quot;:&quot;Meredith A. Brienen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6]}],&quot;text&quot;:&quot;Na Qiao&quot;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11]}],&quot;text&quot;:&quot;Aya Albittar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,&quot;range&quot;:[0,9]}],&quot;text&quot;:&quot;Nakul Shah&quot;},{&quot;runs&quot;:[],&quot;text&quot;:&quot;&quot;,&quot;baseStyle&quot;:{&quot;fontFamily&quot;:&quot;Roboto&quot;,&quot;fontSize&quot;:26.666666666666664,&quot;color&quot;:&quot;black&quot;,&quot;fontWeight&quot;:&quot;normal&quot;,&quot;fontStyle&quot;:&quot;normal&quot;,&quot;decoration&quot;:&quot;none&quot;,&quot;script&quot;:&quot;none&quot;}}],&quot;_lastCaretLocation&quot;:{&quot;lineIndex&quot;:17,&quot;runIndex&quot;:-1,&quot;charIndex&quot;:-1,&quot;endOfLine&quot;:true}},&quot;format&quot;:&quot;BETTER_TEXT&quot;,&quot;size&quot;:{&quot;x&quot;:414.36708280546156,&quot;y&quot;:608},&quot;targetSize&quot;:{&quot;x&quot;:414.36708280546156,&quot;y&quot;:577.7444905440101}},&quot;parent&quot;:{&quot;type&quot;:&quot;CHILD&quot;,&quot;parentId&quot;:&quot;ecc5674f-3529-4959-9745-857d767ea27d&quot;,&quot;order&quot;:&quot;95&quot;}},&quot;0c3ad1b3-48e0-41de-b93d-7af62c5624d3&quot;:{&quot;id&quot;:&quot;0c3ad1b3-48e0-41de-b93d-7af62c5624d3&quot;,&quot;name&quot;:&quot;image.png&quot;,&quot;type&quot;:&quot;FIGURE_OBJECT&quot;,&quot;relativeTransform&quot;:{&quot;translate&quot;:{&quot;x&quot;:393.50028047858336,&quot;y&quot;:284.11200374370515},&quot;rotate&quot;:0,&quot;skewX&quot;:0,&quot;scale&quot;:{&quot;x&quot;:0.8733333360177501,&quot;y&quot;:0.8733333360177501}},&quot;image&quot;:{&quot;url&quot;:&quot;https://core.services.biorender.com/api/uploads/noredirect/6a66a2eeccdf27ce90e1515f/1785111278581_83a3a1cd-825c-47d6-8ddd-eaad5286b56a_icon.png&quot;,&quot;isPremium&quot;:false,&quot;isSignedURL&quot;:true,&quot;size&quot;:{&quot;x&quot;:300,&quot;y&quot;:144.23076923076923}},&quot;source&quot;:{&quot;id&quot;:&quot;6a66a2eeccdf27ce90e1515f&quot;,&quot;type&quot;:&quot;UPLOADS&quot;},&quot;isPremium&quot;:false,&quot;parent&quot;:{&quot;type&quot;:&quot;CHILD&quot;,&quot;parentId&quot;:&quot;ecc5674f-3529-4959-9745-857d767ea27d&quot;,&quot;order&quot;:&quot;9&quot;}},&quot;42c44bfc-7c7a-4d64-a176-7bedc0d5d2d0&quot;:{&quot;id&quot;:&quot;42c44bfc-7c7a-4d64-a176-7bedc0d5d2d0&quot;,&quot;name&quot;:&quot;image.png&quot;,&quot;type&quot;:&quot;FIGURE_OBJECT&quot;,&quot;relativeTransform&quot;:{&quot;translate&quot;:{&quot;x&quot;:366.4477243308079,&quot;y&quot;:168.34153304132155},&quot;rotate&quot;:0,&quot;skewX&quot;:0,&quot;scale&quot;:{&quot;x&quot;:1.3499999925825334,&quot;y&quot;:1.3499999925825334}},&quot;image&quot;:{&quot;url&quot;:&quot;https://core.services.biorender.com/api/uploads/noredirect/6a66a2e2126c6a820e6c71db/1785111266795_e75d834f-b39a-4969-8160-2af3af2c6dc7_icon.png&quot;,&quot;isPremium&quot;:false,&quot;isSignedURL&quot;:true,&quot;size&quot;:{&quot;x&quot;:300,&quot;y&quot;:50.261780104712045}},&quot;source&quot;:{&quot;id&quot;:&quot;6a66a2e2126c6a820e6c71db&quot;,&quot;type&quot;:&quot;UPLOADS&quot;},&quot;isPremium&quot;:false,&quot;parent&quot;:{&quot;type&quot;:&quot;CHILD&quot;,&quot;parentId&quot;:&quot;ecc5674f-3529-4959-9745-857d767ea27d&quot;,&quot;order&quot;:&quot;8&quot;}},&quot;7b405210-acf5-4972-ab7f-1abfea87f02a&quot;:{&quot;id&quot;:&quot;7b405210-acf5-4972-ab7f-1abfea87f02a&quot;,&quot;type&quot;:&quot;FIGURE_OBJECT&quot;,&quot;relativeTransform&quot;:{&quot;translate&quot;:{&quot;x&quot;:0.0002609582599291116,&quot;y&quot;:-319.30038943114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37.33333333333333,&quot;color&quot;:&quot;black&quot;,&quot;fontWeight&quot;:&quot;normal&quot;,&quot;fontStyle&quot;:&quot;normal&quot;,&quot;decoration&quot;:&quot;none&quot;},&quot;range&quot;:[0,15]}],&quot;text&quot;:&quot;Acknowledgements&quot;}],&quot;_lastCaretLocation&quot;:{&quot;lineIndex&quot;:0,&quot;runIndex&quot;:-1,&quot;charIndex&quot;:-1,&quot;endOfLine&quot;:true}},&quot;format&quot;:&quot;BETTER_TEXT&quot;,&quot;size&quot;:{&quot;x&quot;:327.89508056640625,&quot;y&quot;:44},&quot;targetSize&quot;:{&quot;x&quot;:173.99996948242188,&quot;y&quot;:44}},&quot;parent&quot;:{&quot;type&quot;:&quot;CHILD&quot;,&quot;parentId&quot;:&quot;ecc5674f-3529-4959-9745-857d767ea27d&quot;,&quot;order&quot;:&quot;7&quot;}},&quot;1a379dfe-5d86-45c7-919d-935bf01fe53c&quot;:{&quot;id&quot;:&quot;1a379dfe-5d86-45c7-919d-935bf01fe53c&quot;,&quot;name&quot;:&quot;e0c8f776-7550-4a58-be45-86ca3536c3f3.jpeg&quot;,&quot;type&quot;:&quot;FIGURE_OBJECT&quot;,&quot;relativeTransform&quot;:{&quot;translate&quot;:{&quot;x&quot;:321.99968781832763,&quot;y&quot;:-81.44272253834055},&quot;rotate&quot;:0,&quot;skewX&quot;:0,&quot;scale&quot;:{&quot;x&quot;:1.7641666504718652,&quot;y&quot;:1.7641666504718652}},&quot;image&quot;:{&quot;url&quot;:&quot;https://core.services.biorender.com/api/uploads/noredirect/6a66a2358aff61f4f0a08f73/1785111093888_63b7ef07-04cd-4576-b146-55d338ff2d60_icon.jpg&quot;,&quot;isPremium&quot;:false,&quot;isSignedURL&quot;:true,&quot;size&quot;:{&quot;x&quot;:300,&quot;y&quot;:225.74999999999997}},&quot;source&quot;:{&quot;id&quot;:&quot;6a66a2358aff61f4f0a08f73&quot;,&quot;type&quot;:&quot;UPLOADS&quot;},&quot;isPremium&quot;:false,&quot;parent&quot;:{&quot;type&quot;:&quot;CHILD&quot;,&quot;parentId&quot;:&quot;ecc5674f-3529-4959-9745-857d767ea27d&quot;,&quot;order&quot;:&quot;5&quot;}},&quot;48bb8b8e-fec1-4309-9c8e-8dfe47d03629&quot;:{&quot;id&quot;:&quot;48bb8b8e-fec1-4309-9c8e-8dfe47d0362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80.1259842519682,&quot;y&quot;:720.0708661417322}},&quot;pathStyles&quot;:[{&quot;type&quot;:&quot;FILL&quot;,&quot;fillStyle&quot;:&quot;rgba(0,0,0,0)&quot;}],&quot;parent&quot;:{&quot;type&quot;:&quot;FRAME&quot;,&quot;parentId&quot;:&quot;ecc5674f-3529-4959-9745-857d767ea27d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0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ecc5674f-3529-4959-9745-857d767ea27d"/>
  <p:tag name="SELECTIONIDS" val="1a379dfe-5d86-45c7-919d-935bf01fe53c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1a379dfe-5d86-45c7-919d-935bf01fe53c&quot;:{&quot;id&quot;:&quot;1a379dfe-5d86-45c7-919d-935bf01fe53c&quot;,&quot;name&quot;:&quot;e0c8f776-7550-4a58-be45-86ca3536c3f3.jpeg&quot;,&quot;type&quot;:&quot;FIGURE_OBJECT&quot;,&quot;relativeTransform&quot;:{&quot;translate&quot;:{&quot;x&quot;:321.99968781832763,&quot;y&quot;:-81.44272253834055},&quot;rotate&quot;:0,&quot;skewX&quot;:0,&quot;scale&quot;:{&quot;x&quot;:1.7641666504718652,&quot;y&quot;:1.7641666504718652}},&quot;image&quot;:{&quot;url&quot;:&quot;https://core.services.biorender.com/api/uploads/noredirect/6a66a2358aff61f4f0a08f73/1785111093888_63b7ef07-04cd-4576-b146-55d338ff2d60_icon.jpg&quot;,&quot;isPremium&quot;:false,&quot;isSignedURL&quot;:true,&quot;size&quot;:{&quot;x&quot;:300,&quot;y&quot;:225.74999999999997}},&quot;source&quot;:{&quot;id&quot;:&quot;6a66a2358aff61f4f0a08f73&quot;,&quot;type&quot;:&quot;UPLOADS&quot;},&quot;isPremium&quot;:false,&quot;parent&quot;:{&quot;type&quot;:&quot;CHILD&quot;,&quot;parentId&quot;:&quot;ecc5674f-3529-4959-9745-857d767ea27d&quot;,&quot;order&quot;:&quot;5&quot;}},&quot;ecc5674f-3529-4959-9745-857d767ea27d&quot;:{&quot;id&quot;:&quot;ecc5674f-3529-4959-9745-857d767ea27d&quot;,&quot;type&quot;:&quot;FIGURE_OBJECT&quot;,&quot;document&quot;:{&quot;type&quot;:&quot;FIGURE&quot;,&quot;canvasType&quot;:&quot;FIGURE&quot;,&quot;units&quot;:&quot;cm&quot;,&quot;title&quot;:&quot;References&quot;,&quot;aspectRatio&quot;:1.7777777777777777},&quot;parent&quot;:{&quot;type&quot;:&quot;DOCUMENT&quot;,&quot;parentId&quot;:&quot;d32a9ec0-4d3c-463c-b1e3-283488fd0be2&quot;,&quot;order&quot;:&quot;78&quot;},&quot;source&quot;:{&quot;id&quot;:&quot;67095a1b160f02e6608ec4ef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0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ecc5674f-3529-4959-9745-857d767ea27d"/>
  <p:tag name="SELECTIONIDS" val="42c44bfc-7c7a-4d64-a176-7bedc0d5d2d0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42c44bfc-7c7a-4d64-a176-7bedc0d5d2d0&quot;:{&quot;id&quot;:&quot;42c44bfc-7c7a-4d64-a176-7bedc0d5d2d0&quot;,&quot;name&quot;:&quot;image.png&quot;,&quot;type&quot;:&quot;FIGURE_OBJECT&quot;,&quot;relativeTransform&quot;:{&quot;translate&quot;:{&quot;x&quot;:366.4477243308079,&quot;y&quot;:168.34153304132155},&quot;rotate&quot;:0,&quot;skewX&quot;:0,&quot;scale&quot;:{&quot;x&quot;:1.3499999925825334,&quot;y&quot;:1.3499999925825334}},&quot;image&quot;:{&quot;url&quot;:&quot;https://core.services.biorender.com/api/uploads/noredirect/6a66a2e2126c6a820e6c71db/1785111266795_e75d834f-b39a-4969-8160-2af3af2c6dc7_icon.png&quot;,&quot;isPremium&quot;:false,&quot;isSignedURL&quot;:true,&quot;size&quot;:{&quot;x&quot;:300,&quot;y&quot;:50.261780104712045}},&quot;source&quot;:{&quot;id&quot;:&quot;6a66a2e2126c6a820e6c71db&quot;,&quot;type&quot;:&quot;UPLOADS&quot;},&quot;isPremium&quot;:false,&quot;parent&quot;:{&quot;type&quot;:&quot;CHILD&quot;,&quot;parentId&quot;:&quot;ecc5674f-3529-4959-9745-857d767ea27d&quot;,&quot;order&quot;:&quot;8&quot;}},&quot;ecc5674f-3529-4959-9745-857d767ea27d&quot;:{&quot;id&quot;:&quot;ecc5674f-3529-4959-9745-857d767ea27d&quot;,&quot;type&quot;:&quot;FIGURE_OBJECT&quot;,&quot;document&quot;:{&quot;type&quot;:&quot;FIGURE&quot;,&quot;canvasType&quot;:&quot;FIGURE&quot;,&quot;units&quot;:&quot;cm&quot;,&quot;title&quot;:&quot;References&quot;,&quot;aspectRatio&quot;:1.7777777777777777},&quot;parent&quot;:{&quot;type&quot;:&quot;DOCUMENT&quot;,&quot;parentId&quot;:&quot;d32a9ec0-4d3c-463c-b1e3-283488fd0be2&quot;,&quot;order&quot;:&quot;78&quot;},&quot;source&quot;:{&quot;id&quot;:&quot;67095a1b160f02e6608ec4ef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0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ecc5674f-3529-4959-9745-857d767ea27d"/>
  <p:tag name="SELECTIONIDS" val="0c3ad1b3-48e0-41de-b93d-7af62c5624d3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c3ad1b3-48e0-41de-b93d-7af62c5624d3&quot;:{&quot;id&quot;:&quot;0c3ad1b3-48e0-41de-b93d-7af62c5624d3&quot;,&quot;name&quot;:&quot;image.png&quot;,&quot;type&quot;:&quot;FIGURE_OBJECT&quot;,&quot;relativeTransform&quot;:{&quot;translate&quot;:{&quot;x&quot;:393.50028047858336,&quot;y&quot;:284.11200374370515},&quot;rotate&quot;:0,&quot;skewX&quot;:0,&quot;scale&quot;:{&quot;x&quot;:0.8733333360177501,&quot;y&quot;:0.8733333360177501}},&quot;image&quot;:{&quot;url&quot;:&quot;https://core.services.biorender.com/api/uploads/noredirect/6a66a2eeccdf27ce90e1515f/1785111278581_83a3a1cd-825c-47d6-8ddd-eaad5286b56a_icon.png&quot;,&quot;isPremium&quot;:false,&quot;isSignedURL&quot;:true,&quot;size&quot;:{&quot;x&quot;:300,&quot;y&quot;:144.23076923076923}},&quot;source&quot;:{&quot;id&quot;:&quot;6a66a2eeccdf27ce90e1515f&quot;,&quot;type&quot;:&quot;UPLOADS&quot;},&quot;isPremium&quot;:false,&quot;parent&quot;:{&quot;type&quot;:&quot;CHILD&quot;,&quot;parentId&quot;:&quot;ecc5674f-3529-4959-9745-857d767ea27d&quot;,&quot;order&quot;:&quot;9&quot;}},&quot;ecc5674f-3529-4959-9745-857d767ea27d&quot;:{&quot;id&quot;:&quot;ecc5674f-3529-4959-9745-857d767ea27d&quot;,&quot;type&quot;:&quot;FIGURE_OBJECT&quot;,&quot;document&quot;:{&quot;type&quot;:&quot;FIGURE&quot;,&quot;canvasType&quot;:&quot;FIGURE&quot;,&quot;units&quot;:&quot;cm&quot;,&quot;title&quot;:&quot;References&quot;,&quot;aspectRatio&quot;:1.7777777777777777},&quot;parent&quot;:{&quot;type&quot;:&quot;DOCUMENT&quot;,&quot;parentId&quot;:&quot;d32a9ec0-4d3c-463c-b1e3-283488fd0be2&quot;,&quot;order&quot;:&quot;78&quot;},&quot;source&quot;:{&quot;id&quot;:&quot;67095a1b160f02e6608ec4ef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dc93d7ac-51a0-4842-92bf-d20f6df5e43c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dc93d7ac-51a0-4842-92bf-d20f6df5e43c&quot;:{&quot;id&quot;:&quot;dc93d7ac-51a0-4842-92bf-d20f6df5e43c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8&quot;},&quot;source&quot;:{&quot;id&quot;:&quot;67095a7b453fec58a69dc8c2&quot;,&quot;type&quot;:&quot;TEMPLATES&quot;},&quot;layout&quot;:{&quot;sizeRatio&quot;:{&quot;x&quot;:0.7071067811865476,&quot;y&quot;:0.7071067811865476},&quot;keepAspectRatio&quot;:true}},&quot;bf7ddd02-e3a4-4f25-94c2-4efed2b7474b&quot;:{&quot;id&quot;:&quot;bf7ddd02-e3a4-4f25-94c2-4efed2b7474b&quot;,&quot;type&quot;:&quot;FIGURE_OBJECT&quot;,&quot;relativeTransform&quot;:{&quot;translate&quot;:{&quot;x&quot;:-543.8323249034399,&quot;y&quot;:-342.203337784063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6]}],&quot;text&quot;:&quot;Donor 1&quot;}],&quot;_lastCaretLocation&quot;:{&quot;lineIndex&quot;:0,&quot;runIndex&quot;:-1,&quot;charIndex&quot;:-1,&quot;endOfLine&quot;:true}},&quot;format&quot;:&quot;BETTER_TEXT&quot;,&quot;size&quot;:{&quot;x&quot;:108.46789394493602,&quot;y&quot;:22},&quot;targetSize&quot;:{&quot;x&quot;:108.46789394493602,&quot;y&quot;:22}},&quot;parent&quot;:{&quot;type&quot;:&quot;CHILD&quot;,&quot;parentId&quot;:&quot;dc93d7ac-51a0-4842-92bf-d20f6df5e43c&quot;,&quot;order&quot;:&quot;7&quot;}},&quot;bf809626-3ddf-455f-b310-af639d82bd39&quot;:{&quot;id&quot;:&quot;bf809626-3ddf-455f-b310-af639d82bd39&quot;,&quot;name&quot;:&quot;e843e3b8-1.png&quot;,&quot;type&quot;:&quot;FIGURE_OBJECT&quot;,&quot;relativeTransform&quot;:{&quot;translate&quot;:{&quot;x&quot;:144.7649033379763,&quot;y&quot;:-5.303651025061839},&quot;rotate&quot;:0,&quot;skewX&quot;:0,&quot;scale&quot;:{&quot;x&quot;:5.232187677202294,&quot;y&quot;:5.232187677202294}},&quot;image&quot;:{&quot;url&quot;:&quot;https://core.services.biorender.com/api/uploads/noredirect/69b9962138ebf6a00df4186e/1773770273182_403c6085-0866-4371-bf73-53b85d3640c8_icon.png&quot;,&quot;isPremium&quot;:false,&quot;isSignedURL&quot;:true,&quot;size&quot;:{&quot;x&quot;:300,&quot;y&quot;:124.57472660996355}},&quot;source&quot;:{&quot;id&quot;:&quot;69b9962138ebf6a00df4186e&quot;,&quot;type&quot;:&quot;UPLOADS&quot;},&quot;isPremium&quot;:false,&quot;parent&quot;:{&quot;type&quot;:&quot;CHILD&quot;,&quot;parentId&quot;:&quot;dc93d7ac-51a0-4842-92bf-d20f6df5e43c&quot;,&quot;order&quot;:&quot;5&quot;}},&quot;3a5b77de-1b34-41a7-bdb1-4f33d0304e34&quot;:{&quot;id&quot;:&quot;3a5b77de-1b34-41a7-bdb1-4f33d0304e34&quot;,&quot;type&quot;:&quot;FIGURE_OBJECT&quot;,&quot;relativeTransform&quot;:{&quot;translate&quot;:{&quot;x&quot;:153.63779527559063,&quot;y&quot;:0},&quot;rotate&quot;:0,&quot;skewX&quot;:0,&quot;scale&quot;:{&quot;x&quot;:1,&quot;y&quot;:1}},&quot;path&quot;:{&quot;type&quot;:&quot;RECT&quot;,&quot;size&quot;:{&quot;x&quot;:1587.4015748031495,&quot;y&quot;:720.0708661417322}},&quot;pathStyles&quot;:[{&quot;type&quot;:&quot;FILL&quot;,&quot;fillStyle&quot;:&quot;rgba(0,0,0,0)&quot;}],&quot;parent&quot;:{&quot;type&quot;:&quot;FRAME&quot;,&quot;parentId&quot;:&quot;dc93d7ac-51a0-4842-92bf-d20f6df5e43c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dc93d7ac-51a0-4842-92bf-d20f6df5e43c"/>
  <p:tag name="SELECTIONIDS" val="bf809626-3ddf-455f-b310-af639d82bd3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bf809626-3ddf-455f-b310-af639d82bd39&quot;:{&quot;id&quot;:&quot;bf809626-3ddf-455f-b310-af639d82bd39&quot;,&quot;name&quot;:&quot;e843e3b8-1.png&quot;,&quot;type&quot;:&quot;FIGURE_OBJECT&quot;,&quot;relativeTransform&quot;:{&quot;translate&quot;:{&quot;x&quot;:144.7649033379763,&quot;y&quot;:-5.303651025061839},&quot;rotate&quot;:0,&quot;skewX&quot;:0,&quot;scale&quot;:{&quot;x&quot;:5.232187677202294,&quot;y&quot;:5.232187677202294}},&quot;image&quot;:{&quot;url&quot;:&quot;https://core.services.biorender.com/api/uploads/noredirect/69b9962138ebf6a00df4186e/1773770273182_403c6085-0866-4371-bf73-53b85d3640c8_icon.png&quot;,&quot;isPremium&quot;:false,&quot;isSignedURL&quot;:true,&quot;size&quot;:{&quot;x&quot;:300,&quot;y&quot;:124.57472660996355}},&quot;source&quot;:{&quot;id&quot;:&quot;69b9962138ebf6a00df4186e&quot;,&quot;type&quot;:&quot;UPLOADS&quot;},&quot;isPremium&quot;:false,&quot;parent&quot;:{&quot;type&quot;:&quot;CHILD&quot;,&quot;parentId&quot;:&quot;dc93d7ac-51a0-4842-92bf-d20f6df5e43c&quot;,&quot;order&quot;:&quot;5&quot;}},&quot;dc93d7ac-51a0-4842-92bf-d20f6df5e43c&quot;:{&quot;id&quot;:&quot;dc93d7ac-51a0-4842-92bf-d20f6df5e43c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8&quot;},&quot;source&quot;:{&quot;id&quot;:&quot;67095a7b453fec58a69dc8c2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2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0d6d07da-9e82-471c-886a-3e82167e51e3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0d6d07da-9e82-471c-886a-3e82167e51e3&quot;:{&quot;id&quot;:&quot;0d6d07da-9e82-471c-886a-3e82167e51e3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9&quot;},&quot;source&quot;:{&quot;id&quot;:&quot;67095a7b453fec58a69dc8c2&quot;,&quot;type&quot;:&quot;TEMPLATES&quot;},&quot;layout&quot;:{&quot;sizeRatio&quot;:{&quot;x&quot;:0.7071067811865476,&quot;y&quot;:0.7071067811865476},&quot;keepAspectRatio&quot;:true}},&quot;634cb914-c8b7-40b2-bb94-038a700c4bb9&quot;:{&quot;id&quot;:&quot;634cb914-c8b7-40b2-bb94-038a700c4bb9&quot;,&quot;name&quot;:&quot;eda_heatmap_matrix_global_z.png&quot;,&quot;type&quot;:&quot;FIGURE_OBJECT&quot;,&quot;relativeTransform&quot;:{&quot;translate&quot;:{&quot;x&quot;:-16.5129345170173,&quot;y&quot;:84.58915899147637},&quot;rotate&quot;:0,&quot;skewX&quot;:0,&quot;scale&quot;:{&quot;x&quot;:3.812777191042587,&quot;y&quot;:3.812777191042587}},&quot;image&quot;:{&quot;url&quot;:&quot;https://core.services.biorender.com/api/uploads/noredirect/6a66933a57b98a1867a9ea91/1785107258089_dc563623-fa94-4201-8d86-edb50e207353_icon.png&quot;,&quot;isPremium&quot;:false,&quot;isSignedURL&quot;:true,&quot;size&quot;:{&quot;x&quot;:300,&quot;y&quot;:225}},&quot;source&quot;:{&quot;id&quot;:&quot;6a66933a57b98a1867a9ea91&quot;,&quot;type&quot;:&quot;UPLOADS&quot;},&quot;isPremium&quot;:false,&quot;parent&quot;:{&quot;type&quot;:&quot;CHILD&quot;,&quot;parentId&quot;:&quot;0d6d07da-9e82-471c-886a-3e82167e51e3&quot;,&quot;order&quot;:&quot;8&quot;}},&quot;05a91e5d-7215-44f6-9c87-b247940e5c52&quot;:{&quot;id&quot;:&quot;05a91e5d-7215-44f6-9c87-b247940e5c52&quot;,&quot;type&quot;:&quot;FIGURE_OBJECT&quot;,&quot;relativeTransform&quot;:{&quot;translate&quot;:{&quot;x&quot;:-16.512906028509065,&quot;y&quot;:84.58920579118097},&quot;rotate&quot;:0,&quot;skewX&quot;:0,&quot;scale&quot;:{&quot;x&quot;:1,&quot;y&quot;:1}},&quot;path&quot;:{&quot;type&quot;:&quot;RECT&quot;,&quot;size&quot;:{&quot;x&quot;:1247.1001721949501,&quot;y&quot;:889.2492777240941}},&quot;pathStyles&quot;:[{&quot;type&quot;:&quot;FILL&quot;,&quot;fillStyle&quot;:&quot;rgba(0,0,0,0)&quot;}],&quot;parent&quot;:{&quot;type&quot;:&quot;FRAME&quot;,&quot;parentId&quot;:&quot;0d6d07da-9e82-471c-886a-3e82167e51e3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2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b96f2a1430d46b77cb34d9"/>
  <p:tag name="FIGURESLIDEID" val="0d6d07da-9e82-471c-886a-3e82167e51e3"/>
  <p:tag name="SELECTIONIDS" val="634cb914-c8b7-40b2-bb94-038a700c4bb9"/>
  <p:tag name="TRANSPARENTBACKGROUND" val="true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634cb914-c8b7-40b2-bb94-038a700c4bb9&quot;:{&quot;id&quot;:&quot;634cb914-c8b7-40b2-bb94-038a700c4bb9&quot;,&quot;name&quot;:&quot;eda_heatmap_matrix_global_z.png&quot;,&quot;type&quot;:&quot;FIGURE_OBJECT&quot;,&quot;relativeTransform&quot;:{&quot;translate&quot;:{&quot;x&quot;:-16.5129345170173,&quot;y&quot;:84.58915899147637},&quot;rotate&quot;:0,&quot;skewX&quot;:0,&quot;scale&quot;:{&quot;x&quot;:3.812777191042587,&quot;y&quot;:3.812777191042587}},&quot;image&quot;:{&quot;url&quot;:&quot;https://core.services.biorender.com/api/uploads/noredirect/6a66933a57b98a1867a9ea91/1785107258089_dc563623-fa94-4201-8d86-edb50e207353_icon.png&quot;,&quot;isPremium&quot;:false,&quot;isSignedURL&quot;:true,&quot;size&quot;:{&quot;x&quot;:300,&quot;y&quot;:225}},&quot;source&quot;:{&quot;id&quot;:&quot;6a66933a57b98a1867a9ea91&quot;,&quot;type&quot;:&quot;UPLOADS&quot;},&quot;isPremium&quot;:false,&quot;parent&quot;:{&quot;type&quot;:&quot;CHILD&quot;,&quot;parentId&quot;:&quot;0d6d07da-9e82-471c-886a-3e82167e51e3&quot;,&quot;order&quot;:&quot;8&quot;}},&quot;0d6d07da-9e82-471c-886a-3e82167e51e3&quot;:{&quot;id&quot;:&quot;0d6d07da-9e82-471c-886a-3e82167e51e3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9&quot;},&quot;source&quot;:{&quot;id&quot;:&quot;67095a7b453fec58a69dc8c2&quot;,&quot;type&quot;:&quot;TEMPLATES&quot;},&quot;layout&quot;:{&quot;sizeRatio&quot;:{&quot;x&quot;:0.7071067811865476,&quot;y&quot;:0.7071067811865476},&quot;keepAspectRatio&quot;:true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ags/tag43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b96f2a1430d46b77cb34d9"/>
  <p:tag name="SLIDEID" val="fcc59e87-3bd7-4c29-9654-f63a8a96c3d9"/>
  <p:tag name="VERSION" val="1785946638955"/>
  <p:tag name="TITLE" val="LM_Mimotopes_APeris_03-17-2026"/>
  <p:tag name="CREATORNAME" val="Arnau Peris cuesta"/>
  <p:tag name="DATEINSERTED" val="1785946639327"/>
  <p:tag name="DPI" val="300"/>
  <p:tag name="BIOJSON" val="{&quot;id&quot;:&quot;d32a9ec0-4d3c-463c-b1e3-283488fd0be2&quot;,&quot;objects&quot;:{&quot;fcc59e87-3bd7-4c29-9654-f63a8a96c3d9&quot;:{&quot;id&quot;:&quot;fcc59e87-3bd7-4c29-9654-f63a8a96c3d9&quot;,&quot;type&quot;:&quot;FIGURE_OBJECT&quot;,&quot;document&quot;:{&quot;type&quot;:&quot;FIGURE&quot;,&quot;canvasType&quot;:&quot;FIGURE&quot;,&quot;units&quot;:&quot;cm&quot;,&quot;title&quot;:&quot;Back-up slides&quot;,&quot;aspectRatio&quot;:0},&quot;parent&quot;:{&quot;type&quot;:&quot;DOCUMENT&quot;,&quot;parentId&quot;:&quot;d32a9ec0-4d3c-463c-b1e3-283488fd0be2&quot;,&quot;order&quot;:&quot;98&quot;},&quot;source&quot;:{&quot;id&quot;:&quot;67095a7b453fec58a69dc8c2&quot;,&quot;type&quot;:&quot;TEMPLATES&quot;},&quot;layout&quot;:{&quot;sizeRatio&quot;:{&quot;x&quot;:0.88,&quot;y&quot;:0.88},&quot;keepAspectRatio&quot;:false}},&quot;4c865922-bd84-4774-a778-2b53006dc899&quot;:{&quot;id&quot;:&quot;4c865922-bd84-4774-a778-2b53006dc899&quot;,&quot;type&quot;:&quot;FIGURE_OBJECT&quot;,&quot;relativeTransform&quot;:{&quot;translate&quot;:{&quot;x&quot;:-80.8193021754787,&quot;y&quot;:29.3344090312499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204]}],&quot;text&quot;:&quot;1. Full Pairwise Extraction ($N \\times N$)AlphaFold3 generates a full $N \\times N$ matrix containing a predicted distance error (in Ångströms) for every possible pair of residues $(i, j)$ in the structure.&quot;},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,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301]}],&quot;text&quot;:&quot;2. Inter-Chain Sub-Matrix FilteringInstead of using the full $N \\times N$ matrix, the pipeline isolates the inter-chain sub-matrix:$$\\text{Sub-Matrix} = \\{ \\text{PAE}(i, j) \\mid i \\in \\text{Peptide}, \\; j \\in \\text{MHC Binding Cleft} \\}$$Self-distances (Peptide-to-Peptide or MHC-to-MHC) are discarded.&quot;},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,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350]}],&quot;text&quot;:&quot;3. Position Equivalence MappingTo compare different peptides or alleles fairly, equivalent residue positions are mapped across complexes:Peptide Anchor P2 $\\rightarrow$ MHC Pocket B residues (e.g., Tyr7, Val67)Peptide Anchor P9 $\\rightarrow$ MHC Pocket F residues (e.g., Leu81, Tyr116)Peptide Core (P4–P7) $\\rightarrow$ TCR-facing / Cleft Rim residues&quot;},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,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695]}],&quot;text&quot;:&quot;4. Learned Weighting ($w_{i,j}$) &amp; Noise SubtractionThis is the core innovation of McMaster et al. (2026):Simple Mean Failure: A simple average treats a flexible, non-interacting side chain the same as a critical anchor locked deep in Pocket B.Learned Weights: A machine learning model assigns spatial weights ($w_{i,j}$) to equivalent residue pairs based on their structural importance.Baseline Correction: It subtracts the intrinsic self-confidence noise of the MHC and peptide backbones to isolate the pure interface interaction signal:$$\\text{PAE Aggregator Score} = \\sum_{i \\in \\text{Peptide}} \\sum_{j \\in \\text{MHC}} w_{i,j} \\cdot \\Big( \\text{PAE}(i,j) - \\text{Baseline Noise}_{i,j} \\Big)$$&quot;}],&quot;_lastCaretLocation&quot;:{&quot;lineIndex&quot;:6,&quot;runIndex&quot;:-1,&quot;charIndex&quot;:-1,&quot;endOfLine&quot;:true}},&quot;format&quot;:&quot;BETTER_TEXT&quot;,&quot;size&quot;:{&quot;x&quot;:908.4221756470533,&quot;y&quot;:580.6278854945986},&quot;targetSize&quot;:{&quot;x&quot;:908.4221756470533,&quot;y&quot;:580.6278854945986}},&quot;parent&quot;:{&quot;type&quot;:&quot;CHILD&quot;,&quot;parentId&quot;:&quot;fcc59e87-3bd7-4c29-9654-f63a8a96c3d9&quot;,&quot;order&quot;:&quot;5&quot;}},&quot;84376fe7-2fc1-4392-b762-5cc9ad0b1468&quot;:{&quot;id&quot;:&quot;84376fe7-2fc1-4392-b762-5cc9ad0b1468&quot;,&quot;type&quot;:&quot;FIGURE_OBJECT&quot;,&quot;relativeTransform&quot;:{&quot;translate&quot;:{&quot;x&quot;:-16.512906028509065,&quot;y&quot;:84.58920579118097},&quot;rotate&quot;:0,&quot;skewX&quot;:0,&quot;scale&quot;:{&quot;x&quot;:1,&quot;y&quot;:1}},&quot;path&quot;:{&quot;type&quot;:&quot;RECT&quot;,&quot;size&quot;:{&quot;x&quot;:1247.1001721949501,&quot;y&quot;:889.2492777240941}},&quot;pathStyles&quot;:[{&quot;type&quot;:&quot;FILL&quot;,&quot;fillStyle&quot;:&quot;rgba(0,0,0,0)&quot;}],&quot;parent&quot;:{&quot;type&quot;:&quot;FRAME&quot;,&quot;parentId&quot;:&quot;fcc59e87-3bd7-4c29-9654-f63a8a96c3d9&quot;,&quot;order&quot;:&quot;5&quot;}},&quot;d32a9ec0-4d3c-463c-b1e3-283488fd0be2&quot;:{&quot;id&quot;:&quot;d32a9ec0-4d3c-463c-b1e3-283488fd0be2&quot;,&quot;type&quot;:&quot;FIGURE_OBJECT&quot;,&quot;document&quot;:{&quot;type&quot;:&quot;DOCUMENT_GROUP&quot;,&quot;canvasType&quot;:&quot;SLIDE&quot;,&quot;units&quot;:&quot;in&quot;},&quot;source&quot;:{&quot;id&quot;:&quot;671024a65ff6b2809c22f499&quot;,&quot;type&quot;:&quot;TEMPLATES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2026-08-05T16:17:27Z</dcterms:created>
  <dcterms:modified xsi:type="dcterms:W3CDTF">2026-08-05T16:17:27Z</dcterms:modified>
</cp:coreProperties>
</file>